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80" r:id="rId2"/>
  </p:sldMasterIdLst>
  <p:handoutMasterIdLst>
    <p:handoutMasterId r:id="rId32"/>
  </p:handoutMasterIdLst>
  <p:sldIdLst>
    <p:sldId id="316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43" r:id="rId30"/>
    <p:sldId id="344" r:id="rId31"/>
  </p:sldIdLst>
  <p:sldSz cx="12192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963" y="4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2004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2270C58-228D-46E2-B262-712E078A24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B8BD75E-F8EE-4D78-AE5F-0DD61E8983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DB4A2-9005-42C5-8288-49B507E5BF5B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6F3EB2-43D1-47B4-B82F-1E8988DD0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AC865-E871-4561-974C-041AA511E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94778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2965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8" lvl="1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8" lvl="1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2269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378" lvl="1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1171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6744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378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424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188237" y="4574539"/>
            <a:ext cx="9489163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22859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700" b="1">
                <a:solidFill>
                  <a:srgbClr val="40804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60B665D-9C23-4E79-9793-C791A8FE7E4B}"/>
              </a:ext>
            </a:extLst>
          </p:cNvPr>
          <p:cNvCxnSpPr>
            <a:cxnSpLocks/>
          </p:cNvCxnSpPr>
          <p:nvPr userDrawn="1"/>
        </p:nvCxnSpPr>
        <p:spPr>
          <a:xfrm flipV="1">
            <a:off x="194002" y="5381339"/>
            <a:ext cx="9483399" cy="26894"/>
          </a:xfrm>
          <a:prstGeom prst="line">
            <a:avLst/>
          </a:prstGeom>
          <a:ln w="38100">
            <a:solidFill>
              <a:srgbClr val="408043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ED613C6-68D5-4583-97D9-EDF1C63909BE}"/>
              </a:ext>
            </a:extLst>
          </p:cNvPr>
          <p:cNvSpPr/>
          <p:nvPr userDrawn="1"/>
        </p:nvSpPr>
        <p:spPr>
          <a:xfrm>
            <a:off x="0" y="373318"/>
            <a:ext cx="9829800" cy="914363"/>
          </a:xfrm>
          <a:prstGeom prst="rect">
            <a:avLst/>
          </a:prstGeom>
          <a:gradFill flip="none" rotWithShape="1">
            <a:gsLst>
              <a:gs pos="0">
                <a:srgbClr val="408043">
                  <a:shade val="30000"/>
                  <a:satMod val="115000"/>
                </a:srgbClr>
              </a:gs>
              <a:gs pos="50000">
                <a:srgbClr val="408043">
                  <a:shade val="67500"/>
                  <a:satMod val="115000"/>
                </a:srgbClr>
              </a:gs>
              <a:gs pos="100000">
                <a:srgbClr val="408043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rgbClr val="4080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  <p:sp>
        <p:nvSpPr>
          <p:cNvPr id="2" name="Larme 1">
            <a:extLst>
              <a:ext uri="{FF2B5EF4-FFF2-40B4-BE49-F238E27FC236}">
                <a16:creationId xmlns:a16="http://schemas.microsoft.com/office/drawing/2014/main" id="{3E464C7D-C6A4-4A10-B6F0-5E8AAC53FFB7}"/>
              </a:ext>
            </a:extLst>
          </p:cNvPr>
          <p:cNvSpPr/>
          <p:nvPr userDrawn="1"/>
        </p:nvSpPr>
        <p:spPr>
          <a:xfrm>
            <a:off x="9067801" y="0"/>
            <a:ext cx="3142129" cy="2971800"/>
          </a:xfrm>
          <a:prstGeom prst="teardrop">
            <a:avLst/>
          </a:prstGeom>
          <a:gradFill flip="none" rotWithShape="1">
            <a:gsLst>
              <a:gs pos="0">
                <a:srgbClr val="408043">
                  <a:shade val="30000"/>
                  <a:satMod val="115000"/>
                </a:srgbClr>
              </a:gs>
              <a:gs pos="50000">
                <a:srgbClr val="408043">
                  <a:shade val="67500"/>
                  <a:satMod val="115000"/>
                </a:srgbClr>
              </a:gs>
              <a:gs pos="100000">
                <a:srgbClr val="408043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76325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378" lvl="1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563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8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16CA8F-396F-4983-AE31-0C02BB3F84EA}"/>
              </a:ext>
            </a:extLst>
          </p:cNvPr>
          <p:cNvSpPr/>
          <p:nvPr userDrawn="1"/>
        </p:nvSpPr>
        <p:spPr>
          <a:xfrm>
            <a:off x="0" y="22969"/>
            <a:ext cx="12192000" cy="1043833"/>
          </a:xfrm>
          <a:prstGeom prst="rect">
            <a:avLst/>
          </a:prstGeom>
          <a:gradFill>
            <a:gsLst>
              <a:gs pos="100000">
                <a:srgbClr val="408043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45000" endPos="200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82E01707-A541-45B2-850C-B1ED883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7283"/>
            <a:ext cx="10972800" cy="495200"/>
          </a:xfrm>
        </p:spPr>
        <p:txBody>
          <a:bodyPr>
            <a:no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ar-MA" dirty="0"/>
          </a:p>
        </p:txBody>
      </p:sp>
    </p:spTree>
    <p:extLst>
      <p:ext uri="{BB962C8B-B14F-4D97-AF65-F5344CB8AC3E}">
        <p14:creationId xmlns:p14="http://schemas.microsoft.com/office/powerpoint/2010/main" val="1252540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17604" y="342901"/>
            <a:ext cx="10809817" cy="5461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1117604" y="1130300"/>
            <a:ext cx="10809817" cy="5410200"/>
          </a:xfrm>
        </p:spPr>
        <p:txBody>
          <a:bodyPr/>
          <a:lstStyle/>
          <a:p>
            <a:pPr lv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94841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89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B14B3-67E1-467A-B937-2787C2860C82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7"/>
            <a:ext cx="0" cy="91440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Application Development Services | Web &amp; Mobile Apps">
            <a:extLst>
              <a:ext uri="{FF2B5EF4-FFF2-40B4-BE49-F238E27FC236}">
                <a16:creationId xmlns:a16="http://schemas.microsoft.com/office/drawing/2014/main" id="{7FF2CECF-2DD2-4D12-81ED-725A02EC6D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3E46C9BB-2184-49F6-929C-B63DCCC43EC0}"/>
              </a:ext>
            </a:extLst>
          </p:cNvPr>
          <p:cNvSpPr/>
          <p:nvPr userDrawn="1"/>
        </p:nvSpPr>
        <p:spPr>
          <a:xfrm>
            <a:off x="-1" y="-2309"/>
            <a:ext cx="12192001" cy="4802909"/>
          </a:xfrm>
          <a:prstGeom prst="rect">
            <a:avLst/>
          </a:prstGeom>
          <a:solidFill>
            <a:schemeClr val="tx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5F99D5-362B-4E9D-827E-12E0AEE28714}"/>
              </a:ext>
            </a:extLst>
          </p:cNvPr>
          <p:cNvSpPr/>
          <p:nvPr userDrawn="1"/>
        </p:nvSpPr>
        <p:spPr>
          <a:xfrm>
            <a:off x="0" y="4419600"/>
            <a:ext cx="12192000" cy="381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968165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  <p:extLst>
      <p:ext uri="{BB962C8B-B14F-4D97-AF65-F5344CB8AC3E}">
        <p14:creationId xmlns:p14="http://schemas.microsoft.com/office/powerpoint/2010/main" val="2565507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  <p:extLst>
      <p:ext uri="{BB962C8B-B14F-4D97-AF65-F5344CB8AC3E}">
        <p14:creationId xmlns:p14="http://schemas.microsoft.com/office/powerpoint/2010/main" val="1681760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  <p:extLst>
      <p:ext uri="{BB962C8B-B14F-4D97-AF65-F5344CB8AC3E}">
        <p14:creationId xmlns:p14="http://schemas.microsoft.com/office/powerpoint/2010/main" val="3891916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  <p:extLst>
      <p:ext uri="{BB962C8B-B14F-4D97-AF65-F5344CB8AC3E}">
        <p14:creationId xmlns:p14="http://schemas.microsoft.com/office/powerpoint/2010/main" val="2676835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  <p:extLst>
      <p:ext uri="{BB962C8B-B14F-4D97-AF65-F5344CB8AC3E}">
        <p14:creationId xmlns:p14="http://schemas.microsoft.com/office/powerpoint/2010/main" val="154806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548633"/>
            <a:ext cx="10972800" cy="4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536633"/>
            <a:ext cx="10972800" cy="4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27799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337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266"/>
            <a:ext cx="12192000" cy="71641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608076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6096000" y="6476999"/>
            <a:ext cx="6096000" cy="381000"/>
          </a:xfrm>
          <a:custGeom>
            <a:avLst/>
            <a:gdLst/>
            <a:ahLst/>
            <a:cxnLst/>
            <a:rect l="l" t="t" r="r" b="b"/>
            <a:pathLst>
              <a:path w="4572000" h="381000">
                <a:moveTo>
                  <a:pt x="4572000" y="0"/>
                </a:moveTo>
                <a:lnTo>
                  <a:pt x="0" y="0"/>
                </a:lnTo>
                <a:lnTo>
                  <a:pt x="0" y="380999"/>
                </a:lnTo>
                <a:lnTo>
                  <a:pt x="4572000" y="380999"/>
                </a:lnTo>
                <a:lnTo>
                  <a:pt x="4572000" y="0"/>
                </a:lnTo>
                <a:close/>
              </a:path>
            </a:pathLst>
          </a:custGeom>
          <a:solidFill>
            <a:srgbClr val="337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764" y="7366"/>
            <a:ext cx="10281073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0757" y="1943083"/>
            <a:ext cx="652864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82043" y="6560769"/>
            <a:ext cx="357293" cy="2080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620"/>
              </a:lnSpc>
            </a:pPr>
            <a:fld id="{81D60167-4931-47E6-BA6A-407CBD079E47}" type="slidenum">
              <a:rPr lang="fr-FR" spc="-25" smtClean="0"/>
              <a:pPr marL="12700">
                <a:lnSpc>
                  <a:spcPts val="1620"/>
                </a:lnSpc>
              </a:pPr>
              <a:t>‹N°›</a:t>
            </a:fld>
            <a:endParaRPr lang="fr-FR" spc="-25" dirty="0"/>
          </a:p>
        </p:txBody>
      </p:sp>
    </p:spTree>
    <p:extLst>
      <p:ext uri="{BB962C8B-B14F-4D97-AF65-F5344CB8AC3E}">
        <p14:creationId xmlns:p14="http://schemas.microsoft.com/office/powerpoint/2010/main" val="373457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jpg"/><Relationship Id="rId5" Type="http://schemas.openxmlformats.org/officeDocument/2006/relationships/image" Target="../media/image33.jpg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17.jp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11" Type="http://schemas.openxmlformats.org/officeDocument/2006/relationships/image" Target="../media/image46.jpg"/><Relationship Id="rId5" Type="http://schemas.openxmlformats.org/officeDocument/2006/relationships/image" Target="../media/image41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jp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jp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9.png"/><Relationship Id="rId5" Type="http://schemas.openxmlformats.org/officeDocument/2006/relationships/image" Target="../media/image3.png"/><Relationship Id="rId10" Type="http://schemas.openxmlformats.org/officeDocument/2006/relationships/image" Target="../media/image63.png"/><Relationship Id="rId4" Type="http://schemas.openxmlformats.org/officeDocument/2006/relationships/image" Target="../media/image58.png"/><Relationship Id="rId9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7.png"/><Relationship Id="rId7" Type="http://schemas.openxmlformats.org/officeDocument/2006/relationships/image" Target="../media/image6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4.png"/><Relationship Id="rId11" Type="http://schemas.openxmlformats.org/officeDocument/2006/relationships/image" Target="../media/image63.png"/><Relationship Id="rId5" Type="http://schemas.openxmlformats.org/officeDocument/2006/relationships/image" Target="../media/image3.png"/><Relationship Id="rId10" Type="http://schemas.openxmlformats.org/officeDocument/2006/relationships/hyperlink" Target="http://schemas.android.com/" TargetMode="External"/><Relationship Id="rId4" Type="http://schemas.openxmlformats.org/officeDocument/2006/relationships/image" Target="../media/image58.png"/><Relationship Id="rId9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7.png"/><Relationship Id="rId7" Type="http://schemas.openxmlformats.org/officeDocument/2006/relationships/image" Target="../media/image46.jpg"/><Relationship Id="rId12" Type="http://schemas.openxmlformats.org/officeDocument/2006/relationships/image" Target="../media/image7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11" Type="http://schemas.openxmlformats.org/officeDocument/2006/relationships/image" Target="../media/image71.png"/><Relationship Id="rId5" Type="http://schemas.openxmlformats.org/officeDocument/2006/relationships/image" Target="../media/image3.png"/><Relationship Id="rId10" Type="http://schemas.openxmlformats.org/officeDocument/2006/relationships/image" Target="../media/image70.png"/><Relationship Id="rId4" Type="http://schemas.openxmlformats.org/officeDocument/2006/relationships/image" Target="../media/image58.png"/><Relationship Id="rId9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57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56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11" Type="http://schemas.openxmlformats.org/officeDocument/2006/relationships/image" Target="../media/image77.png"/><Relationship Id="rId5" Type="http://schemas.openxmlformats.org/officeDocument/2006/relationships/image" Target="../media/image3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58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57.png"/><Relationship Id="rId7" Type="http://schemas.openxmlformats.org/officeDocument/2006/relationships/image" Target="../media/image7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58.png"/><Relationship Id="rId9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57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png"/><Relationship Id="rId11" Type="http://schemas.openxmlformats.org/officeDocument/2006/relationships/image" Target="../media/image54.jpg"/><Relationship Id="rId5" Type="http://schemas.openxmlformats.org/officeDocument/2006/relationships/image" Target="../media/image3.png"/><Relationship Id="rId10" Type="http://schemas.openxmlformats.org/officeDocument/2006/relationships/image" Target="../media/image53.png"/><Relationship Id="rId4" Type="http://schemas.openxmlformats.org/officeDocument/2006/relationships/image" Target="../media/image58.png"/><Relationship Id="rId9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86.png"/><Relationship Id="rId7" Type="http://schemas.openxmlformats.org/officeDocument/2006/relationships/image" Target="../media/image57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6.png"/><Relationship Id="rId5" Type="http://schemas.openxmlformats.org/officeDocument/2006/relationships/image" Target="../media/image88.png"/><Relationship Id="rId10" Type="http://schemas.openxmlformats.org/officeDocument/2006/relationships/image" Target="../media/image89.jpg"/><Relationship Id="rId4" Type="http://schemas.openxmlformats.org/officeDocument/2006/relationships/image" Target="../media/image87.png"/><Relationship Id="rId9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6.png"/><Relationship Id="rId7" Type="http://schemas.openxmlformats.org/officeDocument/2006/relationships/image" Target="../media/image3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89.jpg"/><Relationship Id="rId4" Type="http://schemas.openxmlformats.org/officeDocument/2006/relationships/image" Target="../media/image56.png"/><Relationship Id="rId9" Type="http://schemas.openxmlformats.org/officeDocument/2006/relationships/image" Target="../media/image9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6.png"/><Relationship Id="rId7" Type="http://schemas.openxmlformats.org/officeDocument/2006/relationships/image" Target="../media/image3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89.jpg"/><Relationship Id="rId4" Type="http://schemas.openxmlformats.org/officeDocument/2006/relationships/image" Target="../media/image56.png"/><Relationship Id="rId9" Type="http://schemas.openxmlformats.org/officeDocument/2006/relationships/image" Target="../media/image9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86.png"/><Relationship Id="rId7" Type="http://schemas.openxmlformats.org/officeDocument/2006/relationships/image" Target="../media/image57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6.png"/><Relationship Id="rId11" Type="http://schemas.openxmlformats.org/officeDocument/2006/relationships/image" Target="../media/image93.png"/><Relationship Id="rId5" Type="http://schemas.openxmlformats.org/officeDocument/2006/relationships/image" Target="../media/image92.png"/><Relationship Id="rId10" Type="http://schemas.openxmlformats.org/officeDocument/2006/relationships/image" Target="../media/image89.jpg"/><Relationship Id="rId4" Type="http://schemas.openxmlformats.org/officeDocument/2006/relationships/image" Target="../media/image87.png"/><Relationship Id="rId9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99.png"/><Relationship Id="rId3" Type="http://schemas.openxmlformats.org/officeDocument/2006/relationships/image" Target="../media/image57.png"/><Relationship Id="rId7" Type="http://schemas.openxmlformats.org/officeDocument/2006/relationships/image" Target="../media/image95.png"/><Relationship Id="rId12" Type="http://schemas.openxmlformats.org/officeDocument/2006/relationships/image" Target="../media/image2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4.png"/><Relationship Id="rId11" Type="http://schemas.openxmlformats.org/officeDocument/2006/relationships/image" Target="../media/image98.png"/><Relationship Id="rId5" Type="http://schemas.openxmlformats.org/officeDocument/2006/relationships/image" Target="../media/image3.png"/><Relationship Id="rId10" Type="http://schemas.openxmlformats.org/officeDocument/2006/relationships/image" Target="../media/image26.png"/><Relationship Id="rId4" Type="http://schemas.openxmlformats.org/officeDocument/2006/relationships/image" Target="../media/image58.png"/><Relationship Id="rId9" Type="http://schemas.openxmlformats.org/officeDocument/2006/relationships/image" Target="../media/image97.png"/><Relationship Id="rId1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5" Type="http://schemas.openxmlformats.org/officeDocument/2006/relationships/image" Target="../media/image11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eveloper.android.com/reference/android/widget/AdapterView.html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jpg"/><Relationship Id="rId4" Type="http://schemas.openxmlformats.org/officeDocument/2006/relationships/hyperlink" Target="http://www.journaldev.com/10416/android-listview-with-custom-adapter-example-tutori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92EA3E-A478-45AF-8BCF-AA318BB5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257800"/>
            <a:ext cx="6572250" cy="461692"/>
          </a:xfrm>
        </p:spPr>
        <p:txBody>
          <a:bodyPr>
            <a:noAutofit/>
          </a:bodyPr>
          <a:lstStyle/>
          <a:p>
            <a:pPr algn="l"/>
            <a:r>
              <a:rPr lang="en" sz="3000" b="1" dirty="0">
                <a:solidFill>
                  <a:srgbClr val="002060"/>
                </a:solidFill>
              </a:rPr>
              <a:t>Cours de </a:t>
            </a:r>
            <a:r>
              <a:rPr lang="en-US" sz="3000" b="1" dirty="0" err="1">
                <a:solidFill>
                  <a:srgbClr val="002060"/>
                </a:solidFill>
              </a:rPr>
              <a:t>Développement</a:t>
            </a:r>
            <a:r>
              <a:rPr lang="en-US" sz="3000" b="1" dirty="0">
                <a:solidFill>
                  <a:srgbClr val="002060"/>
                </a:solidFill>
              </a:rPr>
              <a:t> Mobile</a:t>
            </a:r>
            <a:endParaRPr lang="en-IN" sz="1800" b="1" dirty="0">
              <a:solidFill>
                <a:srgbClr val="00206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0F3D5B-21AD-40E2-B2FA-5C660E70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914355" rtl="0">
              <a:buClr>
                <a:srgbClr val="000000"/>
              </a:buClr>
            </a:pPr>
            <a:r>
              <a:rPr lang="en-US" sz="1400" dirty="0">
                <a:solidFill>
                  <a:srgbClr val="000000"/>
                </a:solidFill>
                <a:latin typeface="Arial"/>
                <a:ea typeface="+mn-ea"/>
                <a:cs typeface="Arial"/>
                <a:sym typeface="Arial"/>
              </a:rPr>
              <a:t>AMINA ABOULMIRA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21A536-FAB3-A183-8059-3F83B2F9B295}"/>
              </a:ext>
            </a:extLst>
          </p:cNvPr>
          <p:cNvSpPr txBox="1">
            <a:spLocks/>
          </p:cNvSpPr>
          <p:nvPr/>
        </p:nvSpPr>
        <p:spPr>
          <a:xfrm>
            <a:off x="1589315" y="5711327"/>
            <a:ext cx="4114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35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3429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3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685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3716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17145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57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4003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7432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defTabSz="914355">
              <a:buClr>
                <a:srgbClr val="000000"/>
              </a:buClr>
            </a:pPr>
            <a:r>
              <a:rPr lang="fr-FR" sz="1400" b="1" dirty="0">
                <a:solidFill>
                  <a:srgbClr val="00B050"/>
                </a:solidFill>
              </a:rPr>
              <a:t>Vues à adaptateur en Java</a:t>
            </a:r>
            <a:endParaRPr lang="en" sz="1400" b="1" dirty="0">
              <a:solidFill>
                <a:srgbClr val="00B05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41DCF9-588E-4536-BE09-9F9C6D554AD1}"/>
              </a:ext>
            </a:extLst>
          </p:cNvPr>
          <p:cNvSpPr/>
          <p:nvPr/>
        </p:nvSpPr>
        <p:spPr>
          <a:xfrm>
            <a:off x="8201479" y="3946512"/>
            <a:ext cx="2114550" cy="7445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defTabSz="342900" rtl="0"/>
            <a:endParaRPr lang="ar-MA" sz="1350" kern="1200">
              <a:solidFill>
                <a:prstClr val="white"/>
              </a:solidFill>
              <a:latin typeface="Arial"/>
              <a:cs typeface="Arial" panose="020B0604020202020204" pitchFamily="34" charset="0"/>
            </a:endParaRPr>
          </a:p>
        </p:txBody>
      </p:sp>
      <p:pic>
        <p:nvPicPr>
          <p:cNvPr id="7" name="object 13">
            <a:extLst>
              <a:ext uri="{FF2B5EF4-FFF2-40B4-BE49-F238E27FC236}">
                <a16:creationId xmlns:a16="http://schemas.microsoft.com/office/drawing/2014/main" id="{53F4EF88-02C2-421B-A5A3-19CFFE18F05F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23802" y="4021712"/>
            <a:ext cx="1669904" cy="5941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343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2091183"/>
            <a:ext cx="109728" cy="1249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87068" y="1504431"/>
            <a:ext cx="3813175" cy="11131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spcBef>
                <a:spcPts val="434"/>
              </a:spcBef>
              <a:defRPr/>
            </a:pPr>
            <a:r>
              <a:rPr sz="2400" b="1" spc="-10" dirty="0">
                <a:solidFill>
                  <a:srgbClr val="3A8B39"/>
                </a:solidFill>
                <a:latin typeface="Calibri"/>
                <a:cs typeface="Calibri"/>
              </a:rPr>
              <a:t>Prérequis</a:t>
            </a:r>
            <a:endParaRPr sz="2400">
              <a:latin typeface="Calibri"/>
              <a:cs typeface="Calibri"/>
            </a:endParaRPr>
          </a:p>
          <a:p>
            <a:pPr marL="570230" marR="5080">
              <a:lnSpc>
                <a:spcPct val="111000"/>
              </a:lnSpc>
              <a:spcBef>
                <a:spcPts val="15"/>
              </a:spcBef>
              <a:defRPr/>
            </a:pPr>
            <a:r>
              <a:rPr sz="2000" dirty="0">
                <a:latin typeface="Calibri"/>
                <a:cs typeface="Calibri"/>
              </a:rPr>
              <a:t>Gestion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vues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layouts </a:t>
            </a:r>
            <a:r>
              <a:rPr sz="2000" dirty="0">
                <a:latin typeface="Calibri"/>
                <a:cs typeface="Calibri"/>
              </a:rPr>
              <a:t>Gestion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évènements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2429637"/>
            <a:ext cx="109728" cy="124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4354448"/>
            <a:ext cx="109728" cy="1249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87067" y="3769199"/>
            <a:ext cx="7251700" cy="11118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spcBef>
                <a:spcPts val="425"/>
              </a:spcBef>
              <a:defRPr/>
            </a:pPr>
            <a:r>
              <a:rPr sz="2400" b="1" dirty="0">
                <a:solidFill>
                  <a:srgbClr val="3A8B39"/>
                </a:solidFill>
                <a:latin typeface="Calibri"/>
                <a:cs typeface="Calibri"/>
              </a:rPr>
              <a:t>Objectifs</a:t>
            </a:r>
            <a:r>
              <a:rPr sz="2400" b="1" spc="-5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A8B39"/>
                </a:solidFill>
                <a:latin typeface="Calibri"/>
                <a:cs typeface="Calibri"/>
              </a:rPr>
              <a:t>du</a:t>
            </a:r>
            <a:r>
              <a:rPr sz="2400" b="1" spc="-6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A8B39"/>
                </a:solidFill>
                <a:latin typeface="Calibri"/>
                <a:cs typeface="Calibri"/>
              </a:rPr>
              <a:t>cours</a:t>
            </a:r>
            <a:endParaRPr sz="2400">
              <a:latin typeface="Calibri"/>
              <a:cs typeface="Calibri"/>
            </a:endParaRPr>
          </a:p>
          <a:p>
            <a:pPr marL="547370">
              <a:spcBef>
                <a:spcPts val="280"/>
              </a:spcBef>
              <a:defRPr/>
            </a:pPr>
            <a:r>
              <a:rPr sz="2000" dirty="0">
                <a:latin typeface="Calibri"/>
                <a:cs typeface="Calibri"/>
              </a:rPr>
              <a:t>Créer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manipuler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vues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adaptateur</a:t>
            </a:r>
            <a:r>
              <a:rPr sz="2000" spc="-25" dirty="0">
                <a:latin typeface="Calibri"/>
                <a:cs typeface="Calibri"/>
              </a:rPr>
              <a:t> (ListView,</a:t>
            </a:r>
            <a:r>
              <a:rPr sz="2000" spc="-20" dirty="0">
                <a:latin typeface="Calibri"/>
                <a:cs typeface="Calibri"/>
              </a:rPr>
              <a:t> GridView,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...)</a:t>
            </a:r>
            <a:endParaRPr sz="2000">
              <a:latin typeface="Calibri"/>
              <a:cs typeface="Calibri"/>
            </a:endParaRPr>
          </a:p>
          <a:p>
            <a:pPr marL="547370">
              <a:spcBef>
                <a:spcPts val="265"/>
              </a:spcBef>
              <a:defRPr/>
            </a:pPr>
            <a:r>
              <a:rPr sz="2000" dirty="0">
                <a:latin typeface="Calibri"/>
                <a:cs typeface="Calibri"/>
              </a:rPr>
              <a:t>Créer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vues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adaptateur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personnalisé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947" y="4692650"/>
            <a:ext cx="109728" cy="12496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82572" y="8000"/>
            <a:ext cx="140462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Résumé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4815" y="2097061"/>
            <a:ext cx="336201" cy="54095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2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2205" y="2526234"/>
            <a:ext cx="3303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spc="-25" dirty="0">
                <a:solidFill>
                  <a:srgbClr val="3A8B39"/>
                </a:solidFill>
              </a:rPr>
              <a:t>Vues</a:t>
            </a:r>
            <a:r>
              <a:rPr sz="3600" spc="-130" dirty="0">
                <a:solidFill>
                  <a:srgbClr val="3A8B39"/>
                </a:solidFill>
              </a:rPr>
              <a:t> </a:t>
            </a:r>
            <a:r>
              <a:rPr sz="3600" dirty="0">
                <a:solidFill>
                  <a:srgbClr val="3A8B39"/>
                </a:solidFill>
              </a:rPr>
              <a:t>à</a:t>
            </a:r>
            <a:r>
              <a:rPr sz="3600" spc="-110" dirty="0">
                <a:solidFill>
                  <a:srgbClr val="3A8B39"/>
                </a:solidFill>
              </a:rPr>
              <a:t> </a:t>
            </a:r>
            <a:r>
              <a:rPr sz="3600" spc="-35" dirty="0">
                <a:solidFill>
                  <a:srgbClr val="3A8B39"/>
                </a:solidFill>
              </a:rPr>
              <a:t>adaptateur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9028177" y="3517391"/>
            <a:ext cx="1199515" cy="2082164"/>
            <a:chOff x="7504176" y="3517391"/>
            <a:chExt cx="1199515" cy="208216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3320" y="3526535"/>
              <a:ext cx="1181100" cy="20634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08748" y="3521963"/>
              <a:ext cx="1190625" cy="2072639"/>
            </a:xfrm>
            <a:custGeom>
              <a:avLst/>
              <a:gdLst/>
              <a:ahLst/>
              <a:cxnLst/>
              <a:rect l="l" t="t" r="r" b="b"/>
              <a:pathLst>
                <a:path w="1190625" h="2072639">
                  <a:moveTo>
                    <a:pt x="0" y="2072639"/>
                  </a:moveTo>
                  <a:lnTo>
                    <a:pt x="1190244" y="2072639"/>
                  </a:lnTo>
                  <a:lnTo>
                    <a:pt x="1190244" y="0"/>
                  </a:lnTo>
                  <a:lnTo>
                    <a:pt x="0" y="0"/>
                  </a:lnTo>
                  <a:lnTo>
                    <a:pt x="0" y="2072639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38700" y="3526536"/>
            <a:ext cx="1159764" cy="20695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037587" y="3517391"/>
            <a:ext cx="1181100" cy="2082164"/>
            <a:chOff x="513587" y="3517391"/>
            <a:chExt cx="1181100" cy="2082164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731" y="3526535"/>
              <a:ext cx="1162812" cy="20634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18159" y="3521963"/>
              <a:ext cx="1172210" cy="2072639"/>
            </a:xfrm>
            <a:custGeom>
              <a:avLst/>
              <a:gdLst/>
              <a:ahLst/>
              <a:cxnLst/>
              <a:rect l="l" t="t" r="r" b="b"/>
              <a:pathLst>
                <a:path w="1172210" h="2072639">
                  <a:moveTo>
                    <a:pt x="0" y="2072639"/>
                  </a:moveTo>
                  <a:lnTo>
                    <a:pt x="1171955" y="2072639"/>
                  </a:lnTo>
                  <a:lnTo>
                    <a:pt x="1171955" y="0"/>
                  </a:lnTo>
                  <a:lnTo>
                    <a:pt x="0" y="0"/>
                  </a:lnTo>
                  <a:lnTo>
                    <a:pt x="0" y="2072639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41192" y="3526535"/>
            <a:ext cx="1164336" cy="206502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27621" y="3526535"/>
            <a:ext cx="1176527" cy="206502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33159" y="3526535"/>
            <a:ext cx="1161288" cy="20650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3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391" y="1242442"/>
            <a:ext cx="109537" cy="1249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4199" y="2370202"/>
            <a:ext cx="109728" cy="124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4199" y="2946274"/>
            <a:ext cx="109728" cy="124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058" y="3298190"/>
            <a:ext cx="84708" cy="990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058" y="3606038"/>
            <a:ext cx="84708" cy="990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058" y="3915409"/>
            <a:ext cx="84708" cy="990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9376" y="4223258"/>
            <a:ext cx="88391" cy="990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058" y="4531105"/>
            <a:ext cx="84708" cy="990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9376" y="4840604"/>
            <a:ext cx="88391" cy="9906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429968" y="1098931"/>
            <a:ext cx="7393305" cy="446786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  <a:defRPr/>
            </a:pPr>
            <a:r>
              <a:rPr sz="2000" dirty="0">
                <a:latin typeface="Calibri"/>
                <a:cs typeface="Calibri"/>
              </a:rPr>
              <a:t>Une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vue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adaptateur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AdapterView</a:t>
            </a:r>
            <a:r>
              <a:rPr sz="2000" dirty="0">
                <a:latin typeface="Calibri"/>
                <a:cs typeface="Calibri"/>
              </a:rPr>
              <a:t>) est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sous-</a:t>
            </a:r>
            <a:r>
              <a:rPr sz="2000" dirty="0">
                <a:latin typeface="Calibri"/>
                <a:cs typeface="Calibri"/>
              </a:rPr>
              <a:t>classe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ViewGroup </a:t>
            </a:r>
            <a:r>
              <a:rPr sz="2000" dirty="0">
                <a:latin typeface="Calibri"/>
                <a:cs typeface="Calibri"/>
              </a:rPr>
              <a:t>où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vues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filles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sont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déterminées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Adapter</a:t>
            </a:r>
            <a:r>
              <a:rPr b="1" spc="-5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alibri"/>
                <a:cs typeface="Calibri"/>
              </a:rPr>
              <a:t>qui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relie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l'objet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AdapterView</a:t>
            </a:r>
            <a:r>
              <a:rPr b="1" spc="-50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alibri"/>
                <a:cs typeface="Calibri"/>
              </a:rPr>
              <a:t>aux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données.</a:t>
            </a:r>
            <a:endParaRPr sz="2000" dirty="0">
              <a:latin typeface="Calibri"/>
              <a:cs typeface="Calibri"/>
            </a:endParaRPr>
          </a:p>
          <a:p>
            <a:pPr marL="12700">
              <a:spcBef>
                <a:spcPts val="2130"/>
              </a:spcBef>
              <a:defRPr/>
            </a:pPr>
            <a:r>
              <a:rPr sz="2000" dirty="0">
                <a:latin typeface="Calibri"/>
                <a:cs typeface="Calibri"/>
              </a:rPr>
              <a:t>Pour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afficher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collections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List</a:t>
            </a:r>
            <a:r>
              <a:rPr sz="2000" b="1" dirty="0">
                <a:latin typeface="Calibri"/>
                <a:cs typeface="Calibri"/>
              </a:rPr>
              <a:t>,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Set</a:t>
            </a:r>
            <a:r>
              <a:rPr sz="2000" b="1" dirty="0">
                <a:latin typeface="Calibri"/>
                <a:cs typeface="Calibri"/>
              </a:rPr>
              <a:t>,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6FC0"/>
                </a:solidFill>
                <a:latin typeface="Consolas"/>
                <a:cs typeface="Consolas"/>
              </a:rPr>
              <a:t>Map</a:t>
            </a:r>
            <a:r>
              <a:rPr sz="2000" b="1" dirty="0">
                <a:latin typeface="Calibri"/>
                <a:cs typeface="Calibri"/>
              </a:rPr>
              <a:t>,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...</a:t>
            </a:r>
            <a:r>
              <a:rPr sz="2000" spc="-20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12700">
              <a:spcBef>
                <a:spcPts val="2135"/>
              </a:spcBef>
              <a:defRPr/>
            </a:pPr>
            <a:r>
              <a:rPr sz="2000" dirty="0">
                <a:latin typeface="Calibri"/>
                <a:cs typeface="Calibri"/>
              </a:rPr>
              <a:t>Héritent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AdapterView</a:t>
            </a:r>
            <a:r>
              <a:rPr b="1" spc="-50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227329" marR="6267450">
              <a:lnSpc>
                <a:spcPct val="126600"/>
              </a:lnSpc>
              <a:spcBef>
                <a:spcPts val="60"/>
              </a:spcBef>
              <a:defRPr/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ListView Spinner GridView</a:t>
            </a:r>
            <a:endParaRPr sz="1600" dirty="0">
              <a:latin typeface="Consolas"/>
              <a:cs typeface="Consolas"/>
            </a:endParaRPr>
          </a:p>
          <a:p>
            <a:pPr marL="227329">
              <a:spcBef>
                <a:spcPts val="505"/>
              </a:spcBef>
              <a:defRPr/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AutoCompleteTextView</a:t>
            </a:r>
            <a:endParaRPr sz="1600" dirty="0">
              <a:latin typeface="Consolas"/>
              <a:cs typeface="Consolas"/>
            </a:endParaRPr>
          </a:p>
          <a:p>
            <a:pPr marL="227329">
              <a:spcBef>
                <a:spcPts val="505"/>
              </a:spcBef>
              <a:defRPr/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Gallery</a:t>
            </a:r>
            <a:endParaRPr sz="1600" dirty="0">
              <a:latin typeface="Consolas"/>
              <a:cs typeface="Consolas"/>
            </a:endParaRPr>
          </a:p>
          <a:p>
            <a:pPr marL="227329">
              <a:spcBef>
                <a:spcPts val="515"/>
              </a:spcBef>
              <a:defRPr/>
            </a:pPr>
            <a:r>
              <a:rPr sz="1600" b="1" spc="-25" dirty="0">
                <a:solidFill>
                  <a:srgbClr val="006FC0"/>
                </a:solidFill>
                <a:latin typeface="Consolas"/>
                <a:cs typeface="Consolas"/>
              </a:rPr>
              <a:t>...</a:t>
            </a:r>
            <a:endParaRPr sz="1600" dirty="0">
              <a:latin typeface="Consolas"/>
              <a:cs typeface="Consolas"/>
            </a:endParaRPr>
          </a:p>
          <a:p>
            <a:pPr>
              <a:spcBef>
                <a:spcPts val="245"/>
              </a:spcBef>
              <a:defRPr/>
            </a:pPr>
            <a:endParaRPr sz="1600" dirty="0">
              <a:latin typeface="Consolas"/>
              <a:cs typeface="Consolas"/>
            </a:endParaRPr>
          </a:p>
          <a:p>
            <a:pPr marL="12700">
              <a:spcBef>
                <a:spcPts val="5"/>
              </a:spcBef>
              <a:defRPr/>
            </a:pPr>
            <a:r>
              <a:rPr sz="2000" dirty="0">
                <a:latin typeface="Calibri"/>
                <a:cs typeface="Calibri"/>
              </a:rPr>
              <a:t>Ces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vues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gèrent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leurs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données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adaptateurs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391" y="5378577"/>
            <a:ext cx="109537" cy="124968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782572" y="7366"/>
            <a:ext cx="332232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75" dirty="0"/>
              <a:t> </a:t>
            </a:r>
            <a:r>
              <a:rPr dirty="0"/>
              <a:t>à</a:t>
            </a:r>
            <a:r>
              <a:rPr spc="-55" dirty="0"/>
              <a:t> </a:t>
            </a:r>
            <a:r>
              <a:rPr spc="-10" dirty="0"/>
              <a:t>adaptateurs</a:t>
            </a: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66232" y="2871217"/>
            <a:ext cx="4821936" cy="20573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4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Design</a:t>
            </a:r>
            <a:r>
              <a:rPr spc="-85" dirty="0"/>
              <a:t> </a:t>
            </a:r>
            <a:r>
              <a:rPr dirty="0"/>
              <a:t>pattern</a:t>
            </a:r>
            <a:r>
              <a:rPr spc="-80" dirty="0"/>
              <a:t> </a:t>
            </a:r>
            <a:r>
              <a:rPr dirty="0"/>
              <a:t>:</a:t>
            </a:r>
            <a:r>
              <a:rPr spc="-105" dirty="0"/>
              <a:t> </a:t>
            </a:r>
            <a:r>
              <a:rPr dirty="0"/>
              <a:t>Adapter</a:t>
            </a:r>
            <a:r>
              <a:rPr spc="-90" dirty="0"/>
              <a:t> </a:t>
            </a:r>
            <a:r>
              <a:rPr spc="-10" dirty="0"/>
              <a:t>(1/2)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4549" y="1754123"/>
            <a:ext cx="6840347" cy="3162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5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Design</a:t>
            </a:r>
            <a:r>
              <a:rPr spc="-85" dirty="0"/>
              <a:t> </a:t>
            </a:r>
            <a:r>
              <a:rPr dirty="0"/>
              <a:t>pattern</a:t>
            </a:r>
            <a:r>
              <a:rPr spc="-80" dirty="0"/>
              <a:t> </a:t>
            </a:r>
            <a:r>
              <a:rPr dirty="0"/>
              <a:t>:</a:t>
            </a:r>
            <a:r>
              <a:rPr spc="-105" dirty="0"/>
              <a:t> </a:t>
            </a:r>
            <a:r>
              <a:rPr dirty="0"/>
              <a:t>Adapter</a:t>
            </a:r>
            <a:r>
              <a:rPr spc="-90" dirty="0"/>
              <a:t> </a:t>
            </a:r>
            <a:r>
              <a:rPr spc="-10" dirty="0"/>
              <a:t>(2/2)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34962" y="1738630"/>
            <a:ext cx="8905240" cy="3380740"/>
            <a:chOff x="109728" y="1754123"/>
            <a:chExt cx="8905240" cy="33807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0548" y="1754123"/>
              <a:ext cx="6840347" cy="3162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4571" y="2955035"/>
              <a:ext cx="1380744" cy="21701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19999" y="2950463"/>
              <a:ext cx="1390015" cy="2179320"/>
            </a:xfrm>
            <a:custGeom>
              <a:avLst/>
              <a:gdLst/>
              <a:ahLst/>
              <a:cxnLst/>
              <a:rect l="l" t="t" r="r" b="b"/>
              <a:pathLst>
                <a:path w="1390015" h="2179320">
                  <a:moveTo>
                    <a:pt x="0" y="2179320"/>
                  </a:moveTo>
                  <a:lnTo>
                    <a:pt x="1389888" y="2179320"/>
                  </a:lnTo>
                  <a:lnTo>
                    <a:pt x="1389888" y="0"/>
                  </a:lnTo>
                  <a:lnTo>
                    <a:pt x="0" y="0"/>
                  </a:lnTo>
                  <a:lnTo>
                    <a:pt x="0" y="2179320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728" y="2910865"/>
              <a:ext cx="1602486" cy="46098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636" y="2883458"/>
              <a:ext cx="1373886" cy="54947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8684" y="2939795"/>
              <a:ext cx="1426845" cy="285115"/>
            </a:xfrm>
            <a:custGeom>
              <a:avLst/>
              <a:gdLst/>
              <a:ahLst/>
              <a:cxnLst/>
              <a:rect l="l" t="t" r="r" b="b"/>
              <a:pathLst>
                <a:path w="1426845" h="285114">
                  <a:moveTo>
                    <a:pt x="1283970" y="0"/>
                  </a:moveTo>
                  <a:lnTo>
                    <a:pt x="142494" y="0"/>
                  </a:lnTo>
                  <a:lnTo>
                    <a:pt x="97453" y="7260"/>
                  </a:lnTo>
                  <a:lnTo>
                    <a:pt x="58336" y="27480"/>
                  </a:lnTo>
                  <a:lnTo>
                    <a:pt x="27491" y="58320"/>
                  </a:lnTo>
                  <a:lnTo>
                    <a:pt x="7263" y="97438"/>
                  </a:lnTo>
                  <a:lnTo>
                    <a:pt x="0" y="142493"/>
                  </a:lnTo>
                  <a:lnTo>
                    <a:pt x="0" y="284988"/>
                  </a:lnTo>
                  <a:lnTo>
                    <a:pt x="1426464" y="284988"/>
                  </a:lnTo>
                  <a:lnTo>
                    <a:pt x="1426464" y="142493"/>
                  </a:lnTo>
                  <a:lnTo>
                    <a:pt x="1419203" y="97438"/>
                  </a:lnTo>
                  <a:lnTo>
                    <a:pt x="1398983" y="58320"/>
                  </a:lnTo>
                  <a:lnTo>
                    <a:pt x="1368143" y="27480"/>
                  </a:lnTo>
                  <a:lnTo>
                    <a:pt x="1329025" y="7260"/>
                  </a:lnTo>
                  <a:lnTo>
                    <a:pt x="1283970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94180" y="2942032"/>
            <a:ext cx="1395350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lang="fr-FR" sz="1200" b="1" spc="-10" dirty="0">
                <a:solidFill>
                  <a:srgbClr val="FFFFFF"/>
                </a:solidFill>
                <a:latin typeface="Consolas"/>
                <a:cs typeface="Consolas"/>
              </a:rPr>
              <a:t>LISTE DE DONNÉES</a:t>
            </a:r>
            <a:endParaRPr sz="1200" dirty="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18488" y="3188208"/>
            <a:ext cx="1617980" cy="2055495"/>
            <a:chOff x="94488" y="3188207"/>
            <a:chExt cx="1617980" cy="205549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728" y="3195827"/>
              <a:ext cx="1602486" cy="204749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488" y="3188207"/>
              <a:ext cx="1078217" cy="204292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662685" y="3224783"/>
            <a:ext cx="1426845" cy="1759456"/>
          </a:xfrm>
          <a:prstGeom prst="rect">
            <a:avLst/>
          </a:prstGeom>
          <a:solidFill>
            <a:srgbClr val="E9EEE7"/>
          </a:solidFill>
        </p:spPr>
        <p:txBody>
          <a:bodyPr vert="horz" wrap="square" lIns="0" tIns="35560" rIns="0" bIns="0" rtlCol="0">
            <a:spAutoFit/>
          </a:bodyPr>
          <a:lstStyle/>
          <a:p>
            <a:pPr marL="90805" marR="640715">
              <a:spcBef>
                <a:spcPts val="280"/>
              </a:spcBef>
              <a:defRPr/>
            </a:pPr>
            <a:r>
              <a:rPr sz="1400" b="1" spc="-10" dirty="0">
                <a:latin typeface="Consolas"/>
                <a:cs typeface="Consolas"/>
              </a:rPr>
              <a:t>Mercury Venus Earth </a:t>
            </a:r>
            <a:r>
              <a:rPr sz="1400" b="1" spc="-20" dirty="0">
                <a:latin typeface="Consolas"/>
                <a:cs typeface="Consolas"/>
              </a:rPr>
              <a:t>Mars </a:t>
            </a:r>
            <a:r>
              <a:rPr sz="1400" b="1" spc="-10" dirty="0">
                <a:latin typeface="Consolas"/>
                <a:cs typeface="Consolas"/>
              </a:rPr>
              <a:t>Jupiter Saturn Uranus Neptune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6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765258-F354-4DB2-8B9B-B9EF74EB3A07}"/>
              </a:ext>
            </a:extLst>
          </p:cNvPr>
          <p:cNvSpPr/>
          <p:nvPr/>
        </p:nvSpPr>
        <p:spPr>
          <a:xfrm>
            <a:off x="1600346" y="5151245"/>
            <a:ext cx="1733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dirty="0"/>
              <a:t>(</a:t>
            </a:r>
            <a:r>
              <a:rPr lang="fr-FR" sz="1400" b="1" spc="-10" dirty="0">
                <a:latin typeface="Consolas"/>
              </a:rPr>
              <a:t>List, </a:t>
            </a:r>
            <a:r>
              <a:rPr lang="fr-FR" sz="1400" b="1" spc="-10" dirty="0" err="1">
                <a:latin typeface="Consolas"/>
              </a:rPr>
              <a:t>Array</a:t>
            </a:r>
            <a:r>
              <a:rPr lang="fr-FR" sz="1400" b="1" spc="-10" dirty="0">
                <a:latin typeface="Consolas"/>
              </a:rPr>
              <a:t>, …)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25" dirty="0">
                <a:latin typeface="Consolas"/>
                <a:cs typeface="Consolas"/>
              </a:rPr>
              <a:t>Spinner</a:t>
            </a:r>
            <a:r>
              <a:rPr sz="2800" b="1" spc="-785" dirty="0">
                <a:latin typeface="Consolas"/>
                <a:cs typeface="Consolas"/>
              </a:rPr>
              <a:t> </a:t>
            </a:r>
            <a:r>
              <a:rPr dirty="0"/>
              <a:t>et</a:t>
            </a:r>
            <a:r>
              <a:rPr spc="-40" dirty="0"/>
              <a:t> </a:t>
            </a:r>
            <a:r>
              <a:rPr sz="2800" b="1" spc="-10" dirty="0">
                <a:latin typeface="Consolas"/>
                <a:cs typeface="Consolas"/>
              </a:rPr>
              <a:t>ArrayAdapter</a:t>
            </a:r>
            <a:endParaRPr sz="2800">
              <a:latin typeface="Consolas"/>
              <a:cs typeface="Consola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69948" y="3112059"/>
            <a:ext cx="8570595" cy="2992755"/>
            <a:chOff x="345947" y="3112058"/>
            <a:chExt cx="8570595" cy="29927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19" y="3142248"/>
              <a:ext cx="3513670" cy="4995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091" y="3112058"/>
              <a:ext cx="3173730" cy="6285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4903" y="3157728"/>
              <a:ext cx="3365500" cy="350520"/>
            </a:xfrm>
            <a:custGeom>
              <a:avLst/>
              <a:gdLst/>
              <a:ahLst/>
              <a:cxnLst/>
              <a:rect l="l" t="t" r="r" b="b"/>
              <a:pathLst>
                <a:path w="3365500" h="350520">
                  <a:moveTo>
                    <a:pt x="3203574" y="0"/>
                  </a:moveTo>
                  <a:lnTo>
                    <a:pt x="161416" y="0"/>
                  </a:lnTo>
                  <a:lnTo>
                    <a:pt x="118508" y="5765"/>
                  </a:lnTo>
                  <a:lnTo>
                    <a:pt x="79949" y="22036"/>
                  </a:lnTo>
                  <a:lnTo>
                    <a:pt x="47280" y="47275"/>
                  </a:lnTo>
                  <a:lnTo>
                    <a:pt x="22039" y="79944"/>
                  </a:lnTo>
                  <a:lnTo>
                    <a:pt x="5766" y="118503"/>
                  </a:lnTo>
                  <a:lnTo>
                    <a:pt x="0" y="161417"/>
                  </a:lnTo>
                  <a:lnTo>
                    <a:pt x="0" y="350520"/>
                  </a:lnTo>
                  <a:lnTo>
                    <a:pt x="3364992" y="350520"/>
                  </a:lnTo>
                  <a:lnTo>
                    <a:pt x="3364992" y="161417"/>
                  </a:lnTo>
                  <a:lnTo>
                    <a:pt x="3359226" y="118503"/>
                  </a:lnTo>
                  <a:lnTo>
                    <a:pt x="3342955" y="79944"/>
                  </a:lnTo>
                  <a:lnTo>
                    <a:pt x="3317716" y="47275"/>
                  </a:lnTo>
                  <a:lnTo>
                    <a:pt x="3285047" y="22036"/>
                  </a:lnTo>
                  <a:lnTo>
                    <a:pt x="3246488" y="5765"/>
                  </a:lnTo>
                  <a:lnTo>
                    <a:pt x="3203574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947" y="3479292"/>
              <a:ext cx="8570214" cy="26250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7951" y="3528072"/>
              <a:ext cx="7866126" cy="25534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4903" y="3508248"/>
              <a:ext cx="8394700" cy="2449195"/>
            </a:xfrm>
            <a:custGeom>
              <a:avLst/>
              <a:gdLst/>
              <a:ahLst/>
              <a:cxnLst/>
              <a:rect l="l" t="t" r="r" b="b"/>
              <a:pathLst>
                <a:path w="8394700" h="2449195">
                  <a:moveTo>
                    <a:pt x="8179435" y="0"/>
                  </a:moveTo>
                  <a:lnTo>
                    <a:pt x="0" y="0"/>
                  </a:lnTo>
                  <a:lnTo>
                    <a:pt x="0" y="2234311"/>
                  </a:lnTo>
                  <a:lnTo>
                    <a:pt x="5671" y="2283552"/>
                  </a:lnTo>
                  <a:lnTo>
                    <a:pt x="21828" y="2328754"/>
                  </a:lnTo>
                  <a:lnTo>
                    <a:pt x="47180" y="2368629"/>
                  </a:lnTo>
                  <a:lnTo>
                    <a:pt x="80438" y="2401887"/>
                  </a:lnTo>
                  <a:lnTo>
                    <a:pt x="120313" y="2427239"/>
                  </a:lnTo>
                  <a:lnTo>
                    <a:pt x="165515" y="2443396"/>
                  </a:lnTo>
                  <a:lnTo>
                    <a:pt x="214757" y="2449067"/>
                  </a:lnTo>
                  <a:lnTo>
                    <a:pt x="8394192" y="2449067"/>
                  </a:lnTo>
                  <a:lnTo>
                    <a:pt x="8394192" y="214756"/>
                  </a:lnTo>
                  <a:lnTo>
                    <a:pt x="8388520" y="165511"/>
                  </a:lnTo>
                  <a:lnTo>
                    <a:pt x="8372365" y="120307"/>
                  </a:lnTo>
                  <a:lnTo>
                    <a:pt x="8347015" y="80432"/>
                  </a:lnTo>
                  <a:lnTo>
                    <a:pt x="8313759" y="47176"/>
                  </a:lnTo>
                  <a:lnTo>
                    <a:pt x="8273884" y="21826"/>
                  </a:lnTo>
                  <a:lnTo>
                    <a:pt x="8228680" y="5671"/>
                  </a:lnTo>
                  <a:lnTo>
                    <a:pt x="8179435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24888" y="3179445"/>
            <a:ext cx="7490459" cy="263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/java/MainActivity.java</a:t>
            </a:r>
            <a:endParaRPr sz="1700">
              <a:latin typeface="Consolas"/>
              <a:cs typeface="Consolas"/>
            </a:endParaRPr>
          </a:p>
          <a:p>
            <a:pPr marL="27940">
              <a:spcBef>
                <a:spcPts val="1220"/>
              </a:spcBef>
              <a:defRPr/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Spinner</a:t>
            </a:r>
            <a:r>
              <a:rPr sz="16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spinner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Spinner</a:t>
            </a:r>
            <a:r>
              <a:rPr sz="1600" dirty="0">
                <a:latin typeface="Consolas"/>
                <a:cs typeface="Consolas"/>
              </a:rPr>
              <a:t>)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findViewById(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R</a:t>
            </a:r>
            <a:r>
              <a:rPr sz="1600" spc="-10" dirty="0">
                <a:latin typeface="Consolas"/>
                <a:cs typeface="Consolas"/>
              </a:rPr>
              <a:t>.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id</a:t>
            </a:r>
            <a:r>
              <a:rPr sz="1600" spc="-10" dirty="0">
                <a:latin typeface="Consolas"/>
                <a:cs typeface="Consolas"/>
              </a:rPr>
              <a:t>.spinner);</a:t>
            </a:r>
            <a:endParaRPr sz="1600">
              <a:latin typeface="Consolas"/>
              <a:cs typeface="Consolas"/>
            </a:endParaRPr>
          </a:p>
          <a:p>
            <a:pPr marL="27940">
              <a:defRPr/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27940" marR="1561465">
              <a:defRPr/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String</a:t>
            </a:r>
            <a:r>
              <a:rPr sz="1600" dirty="0">
                <a:latin typeface="Consolas"/>
                <a:cs typeface="Consolas"/>
              </a:rPr>
              <a:t>[]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items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{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"Mercury"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"Venus"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"Earth"</a:t>
            </a:r>
            <a:r>
              <a:rPr sz="1600" dirty="0">
                <a:latin typeface="Consolas"/>
                <a:cs typeface="Consolas"/>
              </a:rPr>
              <a:t>,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...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};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ArrayAdapter</a:t>
            </a:r>
            <a:r>
              <a:rPr sz="1600" dirty="0"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String</a:t>
            </a:r>
            <a:r>
              <a:rPr sz="1600" dirty="0">
                <a:latin typeface="Consolas"/>
                <a:cs typeface="Consolas"/>
              </a:rPr>
              <a:t>&gt;</a:t>
            </a:r>
            <a:r>
              <a:rPr sz="1600" spc="-8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adapter</a:t>
            </a:r>
            <a:r>
              <a:rPr sz="1600" spc="-7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=</a:t>
            </a:r>
            <a:endParaRPr sz="1600">
              <a:latin typeface="Consolas"/>
              <a:cs typeface="Consolas"/>
            </a:endParaRPr>
          </a:p>
          <a:p>
            <a:pPr marL="1363345">
              <a:defRPr/>
            </a:pPr>
            <a:r>
              <a:rPr sz="1600" u="sng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new</a:t>
            </a:r>
            <a:r>
              <a:rPr sz="1600" u="sng" spc="-4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ArrayAdapter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&lt;&gt;(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this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,</a:t>
            </a:r>
            <a:endParaRPr sz="1600">
              <a:latin typeface="Consolas"/>
              <a:cs typeface="Consolas"/>
            </a:endParaRPr>
          </a:p>
          <a:p>
            <a:pPr marL="3474085" marR="5080">
              <a:defRPr/>
            </a:pP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android.</a:t>
            </a:r>
            <a:r>
              <a:rPr sz="160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R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</a:t>
            </a:r>
            <a:r>
              <a:rPr sz="160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layout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.simpl</a:t>
            </a:r>
            <a:r>
              <a:rPr sz="1600" spc="-10" dirty="0">
                <a:latin typeface="Consolas"/>
                <a:cs typeface="Consolas"/>
              </a:rPr>
              <a:t>e_list_item_1, 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items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27940">
              <a:defRPr/>
            </a:pPr>
            <a:r>
              <a:rPr sz="1600" spc="-10" dirty="0">
                <a:latin typeface="Consolas"/>
                <a:cs typeface="Consolas"/>
              </a:rPr>
              <a:t>spinner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.setAdapter(adapter)</a:t>
            </a:r>
            <a:r>
              <a:rPr sz="1600" spc="-10" dirty="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27940">
              <a:defRPr/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79091" y="1214565"/>
            <a:ext cx="4116070" cy="630555"/>
            <a:chOff x="355091" y="1214564"/>
            <a:chExt cx="4116070" cy="63055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651" y="1244868"/>
              <a:ext cx="4111015" cy="4995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091" y="1214564"/>
              <a:ext cx="3888486" cy="63011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4903" y="1260348"/>
              <a:ext cx="3962400" cy="350520"/>
            </a:xfrm>
            <a:custGeom>
              <a:avLst/>
              <a:gdLst/>
              <a:ahLst/>
              <a:cxnLst/>
              <a:rect l="l" t="t" r="r" b="b"/>
              <a:pathLst>
                <a:path w="3962400" h="350519">
                  <a:moveTo>
                    <a:pt x="3800983" y="0"/>
                  </a:moveTo>
                  <a:lnTo>
                    <a:pt x="161416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962400" y="350519"/>
                  </a:lnTo>
                  <a:lnTo>
                    <a:pt x="3962400" y="161416"/>
                  </a:lnTo>
                  <a:lnTo>
                    <a:pt x="3956634" y="118503"/>
                  </a:lnTo>
                  <a:lnTo>
                    <a:pt x="3940363" y="79944"/>
                  </a:lnTo>
                  <a:lnTo>
                    <a:pt x="3915124" y="47275"/>
                  </a:lnTo>
                  <a:lnTo>
                    <a:pt x="3882455" y="22036"/>
                  </a:lnTo>
                  <a:lnTo>
                    <a:pt x="3843896" y="5765"/>
                  </a:lnTo>
                  <a:lnTo>
                    <a:pt x="3800983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24888" y="1282065"/>
            <a:ext cx="347789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/res/layout/activity_main.xml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69948" y="1581912"/>
            <a:ext cx="8570595" cy="1386205"/>
            <a:chOff x="345947" y="1581911"/>
            <a:chExt cx="8570595" cy="138620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947" y="1581911"/>
              <a:ext cx="8570214" cy="13525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2523" y="1633727"/>
              <a:ext cx="4865370" cy="133426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74903" y="1610867"/>
              <a:ext cx="8394700" cy="1176655"/>
            </a:xfrm>
            <a:custGeom>
              <a:avLst/>
              <a:gdLst/>
              <a:ahLst/>
              <a:cxnLst/>
              <a:rect l="l" t="t" r="r" b="b"/>
              <a:pathLst>
                <a:path w="8394700" h="1176655">
                  <a:moveTo>
                    <a:pt x="8167370" y="0"/>
                  </a:moveTo>
                  <a:lnTo>
                    <a:pt x="0" y="0"/>
                  </a:lnTo>
                  <a:lnTo>
                    <a:pt x="0" y="949706"/>
                  </a:lnTo>
                  <a:lnTo>
                    <a:pt x="4607" y="995404"/>
                  </a:lnTo>
                  <a:lnTo>
                    <a:pt x="17822" y="1037974"/>
                  </a:lnTo>
                  <a:lnTo>
                    <a:pt x="38732" y="1076503"/>
                  </a:lnTo>
                  <a:lnTo>
                    <a:pt x="66425" y="1110075"/>
                  </a:lnTo>
                  <a:lnTo>
                    <a:pt x="99990" y="1137777"/>
                  </a:lnTo>
                  <a:lnTo>
                    <a:pt x="138515" y="1158696"/>
                  </a:lnTo>
                  <a:lnTo>
                    <a:pt x="181088" y="1171917"/>
                  </a:lnTo>
                  <a:lnTo>
                    <a:pt x="226796" y="1176528"/>
                  </a:lnTo>
                  <a:lnTo>
                    <a:pt x="8394192" y="1176528"/>
                  </a:lnTo>
                  <a:lnTo>
                    <a:pt x="8394192" y="226822"/>
                  </a:lnTo>
                  <a:lnTo>
                    <a:pt x="8389581" y="181123"/>
                  </a:lnTo>
                  <a:lnTo>
                    <a:pt x="8376360" y="138553"/>
                  </a:lnTo>
                  <a:lnTo>
                    <a:pt x="8355441" y="100024"/>
                  </a:lnTo>
                  <a:lnTo>
                    <a:pt x="8327739" y="66452"/>
                  </a:lnTo>
                  <a:lnTo>
                    <a:pt x="8294167" y="38750"/>
                  </a:lnTo>
                  <a:lnTo>
                    <a:pt x="8255638" y="17831"/>
                  </a:lnTo>
                  <a:lnTo>
                    <a:pt x="8213068" y="4610"/>
                  </a:lnTo>
                  <a:lnTo>
                    <a:pt x="8167370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43786" y="1700529"/>
            <a:ext cx="447357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Spinner</a:t>
            </a:r>
            <a:endParaRPr sz="1600">
              <a:latin typeface="Consolas"/>
              <a:cs typeface="Consolas"/>
            </a:endParaRPr>
          </a:p>
          <a:p>
            <a:pPr marL="457834" marR="5080">
              <a:defRPr/>
            </a:pPr>
            <a:r>
              <a:rPr sz="1600" spc="-10" dirty="0">
                <a:latin typeface="Consolas"/>
                <a:cs typeface="Consolas"/>
              </a:rPr>
              <a:t>android:layout_width=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"match_parent" </a:t>
            </a:r>
            <a:r>
              <a:rPr sz="1600" spc="-10" dirty="0">
                <a:latin typeface="Consolas"/>
                <a:cs typeface="Consolas"/>
              </a:rPr>
              <a:t>android:layout_height=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"wrap_content" </a:t>
            </a:r>
            <a:r>
              <a:rPr sz="1600" spc="-10" dirty="0">
                <a:latin typeface="Consolas"/>
                <a:cs typeface="Consolas"/>
              </a:rPr>
              <a:t>android:id=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"@+id/spinner"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738425" y="1066610"/>
            <a:ext cx="1695450" cy="2652395"/>
            <a:chOff x="7214425" y="1066609"/>
            <a:chExt cx="1695450" cy="265239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23760" y="1075944"/>
              <a:ext cx="1676400" cy="263347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219188" y="1071372"/>
              <a:ext cx="1685925" cy="2642870"/>
            </a:xfrm>
            <a:custGeom>
              <a:avLst/>
              <a:gdLst/>
              <a:ahLst/>
              <a:cxnLst/>
              <a:rect l="l" t="t" r="r" b="b"/>
              <a:pathLst>
                <a:path w="1685925" h="2642870">
                  <a:moveTo>
                    <a:pt x="0" y="2642616"/>
                  </a:moveTo>
                  <a:lnTo>
                    <a:pt x="1685544" y="2642616"/>
                  </a:lnTo>
                  <a:lnTo>
                    <a:pt x="1685544" y="0"/>
                  </a:lnTo>
                  <a:lnTo>
                    <a:pt x="0" y="0"/>
                  </a:lnTo>
                  <a:lnTo>
                    <a:pt x="0" y="2642616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812530" y="2247138"/>
            <a:ext cx="1468120" cy="210892"/>
          </a:xfrm>
          <a:prstGeom prst="rect">
            <a:avLst/>
          </a:prstGeom>
          <a:solidFill>
            <a:srgbClr val="50D21B"/>
          </a:solidFill>
          <a:ln w="381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715" algn="ctr">
              <a:lnSpc>
                <a:spcPts val="1660"/>
              </a:lnSpc>
              <a:defRPr/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TV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076944" y="2537968"/>
            <a:ext cx="882015" cy="2323465"/>
          </a:xfrm>
          <a:custGeom>
            <a:avLst/>
            <a:gdLst/>
            <a:ahLst/>
            <a:cxnLst/>
            <a:rect l="l" t="t" r="r" b="b"/>
            <a:pathLst>
              <a:path w="882015" h="2323465">
                <a:moveTo>
                  <a:pt x="785570" y="74655"/>
                </a:moveTo>
                <a:lnTo>
                  <a:pt x="771180" y="111063"/>
                </a:lnTo>
                <a:lnTo>
                  <a:pt x="779473" y="177879"/>
                </a:lnTo>
                <a:lnTo>
                  <a:pt x="779572" y="178684"/>
                </a:lnTo>
                <a:lnTo>
                  <a:pt x="779622" y="179476"/>
                </a:lnTo>
                <a:lnTo>
                  <a:pt x="779723" y="180300"/>
                </a:lnTo>
                <a:lnTo>
                  <a:pt x="787639" y="265307"/>
                </a:lnTo>
                <a:lnTo>
                  <a:pt x="793000" y="348908"/>
                </a:lnTo>
                <a:lnTo>
                  <a:pt x="793112" y="350647"/>
                </a:lnTo>
                <a:lnTo>
                  <a:pt x="793132" y="352682"/>
                </a:lnTo>
                <a:lnTo>
                  <a:pt x="796127" y="438277"/>
                </a:lnTo>
                <a:lnTo>
                  <a:pt x="796165" y="439351"/>
                </a:lnTo>
                <a:lnTo>
                  <a:pt x="796415" y="524563"/>
                </a:lnTo>
                <a:lnTo>
                  <a:pt x="794281" y="609428"/>
                </a:lnTo>
                <a:lnTo>
                  <a:pt x="789656" y="693295"/>
                </a:lnTo>
                <a:lnTo>
                  <a:pt x="789612" y="694096"/>
                </a:lnTo>
                <a:lnTo>
                  <a:pt x="789505" y="695066"/>
                </a:lnTo>
                <a:lnTo>
                  <a:pt x="782368" y="778356"/>
                </a:lnTo>
                <a:lnTo>
                  <a:pt x="782130" y="780969"/>
                </a:lnTo>
                <a:lnTo>
                  <a:pt x="772726" y="861301"/>
                </a:lnTo>
                <a:lnTo>
                  <a:pt x="772709" y="861702"/>
                </a:lnTo>
                <a:lnTo>
                  <a:pt x="760841" y="942976"/>
                </a:lnTo>
                <a:lnTo>
                  <a:pt x="760731" y="943115"/>
                </a:lnTo>
                <a:lnTo>
                  <a:pt x="746853" y="1021246"/>
                </a:lnTo>
                <a:lnTo>
                  <a:pt x="729652" y="1103731"/>
                </a:lnTo>
                <a:lnTo>
                  <a:pt x="710413" y="1182584"/>
                </a:lnTo>
                <a:lnTo>
                  <a:pt x="688858" y="1259923"/>
                </a:lnTo>
                <a:lnTo>
                  <a:pt x="688713" y="1260375"/>
                </a:lnTo>
                <a:lnTo>
                  <a:pt x="687911" y="1263251"/>
                </a:lnTo>
                <a:lnTo>
                  <a:pt x="665352" y="1335660"/>
                </a:lnTo>
                <a:lnTo>
                  <a:pt x="639461" y="1409935"/>
                </a:lnTo>
                <a:lnTo>
                  <a:pt x="639318" y="1410078"/>
                </a:lnTo>
                <a:lnTo>
                  <a:pt x="611124" y="1482979"/>
                </a:lnTo>
                <a:lnTo>
                  <a:pt x="580328" y="1555177"/>
                </a:lnTo>
                <a:lnTo>
                  <a:pt x="548384" y="1623824"/>
                </a:lnTo>
                <a:lnTo>
                  <a:pt x="513714" y="1691387"/>
                </a:lnTo>
                <a:lnTo>
                  <a:pt x="477250" y="1756696"/>
                </a:lnTo>
                <a:lnTo>
                  <a:pt x="438154" y="1821053"/>
                </a:lnTo>
                <a:lnTo>
                  <a:pt x="397381" y="1882777"/>
                </a:lnTo>
                <a:lnTo>
                  <a:pt x="354738" y="1942051"/>
                </a:lnTo>
                <a:lnTo>
                  <a:pt x="354458" y="1942336"/>
                </a:lnTo>
                <a:lnTo>
                  <a:pt x="309625" y="1999742"/>
                </a:lnTo>
                <a:lnTo>
                  <a:pt x="262761" y="2054861"/>
                </a:lnTo>
                <a:lnTo>
                  <a:pt x="214549" y="2107059"/>
                </a:lnTo>
                <a:lnTo>
                  <a:pt x="214123" y="2107436"/>
                </a:lnTo>
                <a:lnTo>
                  <a:pt x="213620" y="2108064"/>
                </a:lnTo>
                <a:lnTo>
                  <a:pt x="213490" y="2108064"/>
                </a:lnTo>
                <a:lnTo>
                  <a:pt x="163573" y="2157605"/>
                </a:lnTo>
                <a:lnTo>
                  <a:pt x="111123" y="2205229"/>
                </a:lnTo>
                <a:lnTo>
                  <a:pt x="56892" y="2250061"/>
                </a:lnTo>
                <a:lnTo>
                  <a:pt x="56139" y="2250608"/>
                </a:lnTo>
                <a:lnTo>
                  <a:pt x="55231" y="2251311"/>
                </a:lnTo>
                <a:lnTo>
                  <a:pt x="0" y="2292858"/>
                </a:lnTo>
                <a:lnTo>
                  <a:pt x="22986" y="2323338"/>
                </a:lnTo>
                <a:lnTo>
                  <a:pt x="80136" y="2280285"/>
                </a:lnTo>
                <a:lnTo>
                  <a:pt x="135762" y="2234311"/>
                </a:lnTo>
                <a:lnTo>
                  <a:pt x="189483" y="2185543"/>
                </a:lnTo>
                <a:lnTo>
                  <a:pt x="241300" y="2134235"/>
                </a:lnTo>
                <a:lnTo>
                  <a:pt x="265495" y="2108064"/>
                </a:lnTo>
                <a:lnTo>
                  <a:pt x="213620" y="2108064"/>
                </a:lnTo>
                <a:lnTo>
                  <a:pt x="214201" y="2107436"/>
                </a:lnTo>
                <a:lnTo>
                  <a:pt x="266076" y="2107436"/>
                </a:lnTo>
                <a:lnTo>
                  <a:pt x="291083" y="2080387"/>
                </a:lnTo>
                <a:lnTo>
                  <a:pt x="338962" y="2024126"/>
                </a:lnTo>
                <a:lnTo>
                  <a:pt x="384682" y="1965579"/>
                </a:lnTo>
                <a:lnTo>
                  <a:pt x="428498" y="1904746"/>
                </a:lnTo>
                <a:lnTo>
                  <a:pt x="470153" y="1841754"/>
                </a:lnTo>
                <a:lnTo>
                  <a:pt x="509650" y="1776730"/>
                </a:lnTo>
                <a:lnTo>
                  <a:pt x="547115" y="1709801"/>
                </a:lnTo>
                <a:lnTo>
                  <a:pt x="582422" y="1640840"/>
                </a:lnTo>
                <a:lnTo>
                  <a:pt x="615441" y="1569974"/>
                </a:lnTo>
                <a:lnTo>
                  <a:pt x="646302" y="1497584"/>
                </a:lnTo>
                <a:lnTo>
                  <a:pt x="675004" y="1423543"/>
                </a:lnTo>
                <a:lnTo>
                  <a:pt x="701421" y="1347978"/>
                </a:lnTo>
                <a:lnTo>
                  <a:pt x="725424" y="1270889"/>
                </a:lnTo>
                <a:lnTo>
                  <a:pt x="747140" y="1192403"/>
                </a:lnTo>
                <a:lnTo>
                  <a:pt x="766699" y="1112647"/>
                </a:lnTo>
                <a:lnTo>
                  <a:pt x="783716" y="1031621"/>
                </a:lnTo>
                <a:lnTo>
                  <a:pt x="798322" y="949579"/>
                </a:lnTo>
                <a:lnTo>
                  <a:pt x="810513" y="866394"/>
                </a:lnTo>
                <a:lnTo>
                  <a:pt x="820292" y="782320"/>
                </a:lnTo>
                <a:lnTo>
                  <a:pt x="827531" y="697357"/>
                </a:lnTo>
                <a:lnTo>
                  <a:pt x="832230" y="611632"/>
                </a:lnTo>
                <a:lnTo>
                  <a:pt x="834516" y="525145"/>
                </a:lnTo>
                <a:lnTo>
                  <a:pt x="834140" y="439351"/>
                </a:lnTo>
                <a:lnTo>
                  <a:pt x="834135" y="438277"/>
                </a:lnTo>
                <a:lnTo>
                  <a:pt x="831282" y="352682"/>
                </a:lnTo>
                <a:lnTo>
                  <a:pt x="831214" y="350647"/>
                </a:lnTo>
                <a:lnTo>
                  <a:pt x="825626" y="262636"/>
                </a:lnTo>
                <a:lnTo>
                  <a:pt x="817372" y="174371"/>
                </a:lnTo>
                <a:lnTo>
                  <a:pt x="808608" y="103145"/>
                </a:lnTo>
                <a:lnTo>
                  <a:pt x="785570" y="74655"/>
                </a:lnTo>
                <a:close/>
              </a:path>
              <a:path w="882015" h="2323465">
                <a:moveTo>
                  <a:pt x="774064" y="0"/>
                </a:moveTo>
                <a:lnTo>
                  <a:pt x="713485" y="153416"/>
                </a:lnTo>
                <a:lnTo>
                  <a:pt x="712190" y="160857"/>
                </a:lnTo>
                <a:lnTo>
                  <a:pt x="713787" y="167989"/>
                </a:lnTo>
                <a:lnTo>
                  <a:pt x="717932" y="174025"/>
                </a:lnTo>
                <a:lnTo>
                  <a:pt x="724470" y="178304"/>
                </a:lnTo>
                <a:lnTo>
                  <a:pt x="724992" y="178304"/>
                </a:lnTo>
                <a:lnTo>
                  <a:pt x="731720" y="179476"/>
                </a:lnTo>
                <a:lnTo>
                  <a:pt x="738838" y="177879"/>
                </a:lnTo>
                <a:lnTo>
                  <a:pt x="744837" y="173734"/>
                </a:lnTo>
                <a:lnTo>
                  <a:pt x="748919" y="167386"/>
                </a:lnTo>
                <a:lnTo>
                  <a:pt x="771180" y="111063"/>
                </a:lnTo>
                <a:lnTo>
                  <a:pt x="768807" y="91176"/>
                </a:lnTo>
                <a:lnTo>
                  <a:pt x="760983" y="40259"/>
                </a:lnTo>
                <a:lnTo>
                  <a:pt x="798702" y="34417"/>
                </a:lnTo>
                <a:lnTo>
                  <a:pt x="801905" y="34417"/>
                </a:lnTo>
                <a:lnTo>
                  <a:pt x="774064" y="0"/>
                </a:lnTo>
                <a:close/>
              </a:path>
              <a:path w="882015" h="2323465">
                <a:moveTo>
                  <a:pt x="801905" y="34417"/>
                </a:moveTo>
                <a:lnTo>
                  <a:pt x="798702" y="34417"/>
                </a:lnTo>
                <a:lnTo>
                  <a:pt x="806450" y="85598"/>
                </a:lnTo>
                <a:lnTo>
                  <a:pt x="808608" y="103145"/>
                </a:lnTo>
                <a:lnTo>
                  <a:pt x="848232" y="152146"/>
                </a:lnTo>
                <a:lnTo>
                  <a:pt x="854063" y="157013"/>
                </a:lnTo>
                <a:lnTo>
                  <a:pt x="861060" y="159178"/>
                </a:lnTo>
                <a:lnTo>
                  <a:pt x="868342" y="158557"/>
                </a:lnTo>
                <a:lnTo>
                  <a:pt x="875029" y="155067"/>
                </a:lnTo>
                <a:lnTo>
                  <a:pt x="879824" y="149236"/>
                </a:lnTo>
                <a:lnTo>
                  <a:pt x="881951" y="142240"/>
                </a:lnTo>
                <a:lnTo>
                  <a:pt x="881316" y="134957"/>
                </a:lnTo>
                <a:lnTo>
                  <a:pt x="877824" y="128270"/>
                </a:lnTo>
                <a:lnTo>
                  <a:pt x="801905" y="34417"/>
                </a:lnTo>
                <a:close/>
              </a:path>
              <a:path w="882015" h="2323465">
                <a:moveTo>
                  <a:pt x="798702" y="34417"/>
                </a:moveTo>
                <a:lnTo>
                  <a:pt x="760983" y="40259"/>
                </a:lnTo>
                <a:lnTo>
                  <a:pt x="767950" y="85598"/>
                </a:lnTo>
                <a:lnTo>
                  <a:pt x="768746" y="90677"/>
                </a:lnTo>
                <a:lnTo>
                  <a:pt x="771180" y="111063"/>
                </a:lnTo>
                <a:lnTo>
                  <a:pt x="785570" y="74655"/>
                </a:lnTo>
                <a:lnTo>
                  <a:pt x="765048" y="49276"/>
                </a:lnTo>
                <a:lnTo>
                  <a:pt x="797559" y="44323"/>
                </a:lnTo>
                <a:lnTo>
                  <a:pt x="800202" y="44323"/>
                </a:lnTo>
                <a:lnTo>
                  <a:pt x="798702" y="34417"/>
                </a:lnTo>
                <a:close/>
              </a:path>
              <a:path w="882015" h="2323465">
                <a:moveTo>
                  <a:pt x="800202" y="44323"/>
                </a:moveTo>
                <a:lnTo>
                  <a:pt x="797559" y="44323"/>
                </a:lnTo>
                <a:lnTo>
                  <a:pt x="785570" y="74655"/>
                </a:lnTo>
                <a:lnTo>
                  <a:pt x="808608" y="103145"/>
                </a:lnTo>
                <a:lnTo>
                  <a:pt x="806450" y="85598"/>
                </a:lnTo>
                <a:lnTo>
                  <a:pt x="800202" y="44323"/>
                </a:lnTo>
                <a:close/>
              </a:path>
              <a:path w="882015" h="2323465">
                <a:moveTo>
                  <a:pt x="797559" y="44323"/>
                </a:moveTo>
                <a:lnTo>
                  <a:pt x="765048" y="49276"/>
                </a:lnTo>
                <a:lnTo>
                  <a:pt x="785570" y="74655"/>
                </a:lnTo>
                <a:lnTo>
                  <a:pt x="797559" y="443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7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882" y="2595753"/>
            <a:ext cx="97853" cy="1127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882" y="3069718"/>
            <a:ext cx="97853" cy="112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3791966"/>
            <a:ext cx="98023" cy="1127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274758" y="1943084"/>
            <a:ext cx="6528647" cy="2357697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spcBef>
                <a:spcPts val="1005"/>
              </a:spcBef>
            </a:pPr>
            <a:r>
              <a:rPr dirty="0"/>
              <a:t>Modification</a:t>
            </a:r>
            <a:r>
              <a:rPr spc="-7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dirty="0"/>
              <a:t>l'activité</a:t>
            </a:r>
            <a:r>
              <a:rPr spc="-75" dirty="0"/>
              <a:t>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ModulesActivity</a:t>
            </a:r>
            <a:endParaRPr sz="1800">
              <a:latin typeface="Consolas"/>
              <a:cs typeface="Consolas"/>
            </a:endParaRPr>
          </a:p>
          <a:p>
            <a:pPr marL="355600">
              <a:spcBef>
                <a:spcPts val="815"/>
              </a:spcBef>
            </a:pPr>
            <a:r>
              <a:rPr sz="1800" b="0" dirty="0"/>
              <a:t>Un</a:t>
            </a:r>
            <a:r>
              <a:rPr sz="1800" b="0" spc="-50" dirty="0"/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GridView</a:t>
            </a:r>
            <a:r>
              <a:rPr sz="1600" spc="-47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b="0" dirty="0"/>
              <a:t>pour</a:t>
            </a:r>
            <a:r>
              <a:rPr sz="1800" b="0" spc="-15" dirty="0"/>
              <a:t> </a:t>
            </a:r>
            <a:r>
              <a:rPr sz="1800" b="0" dirty="0"/>
              <a:t>afficher</a:t>
            </a:r>
            <a:r>
              <a:rPr sz="1800" b="0" spc="-20" dirty="0"/>
              <a:t> </a:t>
            </a:r>
            <a:r>
              <a:rPr sz="1800" b="0" dirty="0"/>
              <a:t>la</a:t>
            </a:r>
            <a:r>
              <a:rPr sz="1800" b="0" spc="-30" dirty="0"/>
              <a:t> </a:t>
            </a:r>
            <a:r>
              <a:rPr sz="1800" b="0" dirty="0"/>
              <a:t>liste des</a:t>
            </a:r>
            <a:r>
              <a:rPr sz="1800" b="0" spc="-35" dirty="0"/>
              <a:t> </a:t>
            </a:r>
            <a:r>
              <a:rPr sz="1800" b="0" spc="-10" dirty="0"/>
              <a:t>modules</a:t>
            </a:r>
            <a:endParaRPr sz="1800"/>
          </a:p>
          <a:p>
            <a:pPr marL="355600">
              <a:lnSpc>
                <a:spcPts val="2055"/>
              </a:lnSpc>
              <a:spcBef>
                <a:spcPts val="1570"/>
              </a:spcBef>
            </a:pPr>
            <a:r>
              <a:rPr sz="1800" b="0" dirty="0"/>
              <a:t>Un</a:t>
            </a:r>
            <a:r>
              <a:rPr sz="1800" b="0" spc="-5" dirty="0"/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FloatingActionButton</a:t>
            </a:r>
            <a:r>
              <a:rPr sz="1600" spc="-484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b="0" dirty="0"/>
              <a:t>pour</a:t>
            </a:r>
            <a:r>
              <a:rPr sz="1800" b="0" spc="5" dirty="0"/>
              <a:t> </a:t>
            </a:r>
            <a:r>
              <a:rPr sz="1800" b="0" spc="-10" dirty="0"/>
              <a:t>mettre</a:t>
            </a:r>
            <a:r>
              <a:rPr sz="1800" b="0" spc="5" dirty="0"/>
              <a:t> </a:t>
            </a:r>
            <a:r>
              <a:rPr sz="1800" b="0" dirty="0"/>
              <a:t>à</a:t>
            </a:r>
            <a:r>
              <a:rPr sz="1800" b="0" spc="10" dirty="0"/>
              <a:t> </a:t>
            </a:r>
            <a:r>
              <a:rPr sz="1800" b="0" dirty="0"/>
              <a:t>jour </a:t>
            </a:r>
            <a:r>
              <a:rPr sz="1800" b="0" spc="-25" dirty="0"/>
              <a:t>la</a:t>
            </a:r>
            <a:endParaRPr sz="1800"/>
          </a:p>
          <a:p>
            <a:pPr marL="355600">
              <a:lnSpc>
                <a:spcPts val="2055"/>
              </a:lnSpc>
            </a:pPr>
            <a:r>
              <a:rPr sz="1800" b="0" dirty="0"/>
              <a:t>liste</a:t>
            </a:r>
            <a:r>
              <a:rPr sz="1800" b="0" spc="-30" dirty="0"/>
              <a:t> </a:t>
            </a:r>
            <a:r>
              <a:rPr sz="1800" b="0" dirty="0"/>
              <a:t>des</a:t>
            </a:r>
            <a:r>
              <a:rPr sz="1800" b="0" spc="-40" dirty="0"/>
              <a:t> </a:t>
            </a:r>
            <a:r>
              <a:rPr sz="1800" b="0" spc="-10" dirty="0"/>
              <a:t>modules</a:t>
            </a:r>
            <a:endParaRPr sz="1800"/>
          </a:p>
          <a:p>
            <a:pPr marL="355600">
              <a:spcBef>
                <a:spcPts val="1585"/>
              </a:spcBef>
            </a:pPr>
            <a:r>
              <a:rPr sz="1800" b="0" dirty="0"/>
              <a:t>En</a:t>
            </a:r>
            <a:r>
              <a:rPr sz="1800" b="0" spc="-45" dirty="0"/>
              <a:t> </a:t>
            </a:r>
            <a:r>
              <a:rPr sz="1800" b="0" dirty="0"/>
              <a:t>cliquant</a:t>
            </a:r>
            <a:r>
              <a:rPr sz="1800" b="0" spc="-30" dirty="0"/>
              <a:t> </a:t>
            </a:r>
            <a:r>
              <a:rPr sz="1800" b="0" dirty="0"/>
              <a:t>sur</a:t>
            </a:r>
            <a:r>
              <a:rPr sz="1800" b="0" spc="-35" dirty="0"/>
              <a:t> </a:t>
            </a:r>
            <a:r>
              <a:rPr sz="1800" b="0" dirty="0"/>
              <a:t>chaque</a:t>
            </a:r>
            <a:r>
              <a:rPr sz="1800" b="0" spc="-30" dirty="0"/>
              <a:t> </a:t>
            </a:r>
            <a:r>
              <a:rPr sz="1800" b="0" dirty="0"/>
              <a:t>élément</a:t>
            </a:r>
            <a:r>
              <a:rPr sz="1800" b="0" spc="-35" dirty="0"/>
              <a:t> </a:t>
            </a:r>
            <a:r>
              <a:rPr sz="1800" b="0" dirty="0"/>
              <a:t>de</a:t>
            </a:r>
            <a:r>
              <a:rPr sz="1800" b="0" spc="-35" dirty="0"/>
              <a:t> </a:t>
            </a:r>
            <a:r>
              <a:rPr sz="1800" b="0" dirty="0"/>
              <a:t>la</a:t>
            </a:r>
            <a:r>
              <a:rPr sz="1800" b="0" spc="-35" dirty="0"/>
              <a:t> </a:t>
            </a:r>
            <a:r>
              <a:rPr sz="1800" b="0" spc="-10" dirty="0"/>
              <a:t>liste</a:t>
            </a:r>
            <a:endParaRPr sz="1800"/>
          </a:p>
          <a:p>
            <a:pPr marL="373380">
              <a:spcBef>
                <a:spcPts val="285"/>
              </a:spcBef>
              <a:tabLst>
                <a:tab pos="716280" algn="l"/>
              </a:tabLst>
            </a:pPr>
            <a:r>
              <a:rPr sz="1250" b="0" spc="-50" dirty="0">
                <a:latin typeface="Wingdings"/>
                <a:cs typeface="Wingdings"/>
              </a:rPr>
              <a:t></a:t>
            </a:r>
            <a:r>
              <a:rPr sz="1250" b="0" dirty="0">
                <a:latin typeface="Times New Roman"/>
                <a:cs typeface="Times New Roman"/>
              </a:rPr>
              <a:t>	</a:t>
            </a:r>
            <a:r>
              <a:rPr sz="1800" b="0" dirty="0"/>
              <a:t>Afficher</a:t>
            </a:r>
            <a:r>
              <a:rPr sz="1800" b="0" spc="-40" dirty="0"/>
              <a:t> </a:t>
            </a:r>
            <a:r>
              <a:rPr sz="1800" b="0" dirty="0"/>
              <a:t>le</a:t>
            </a:r>
            <a:r>
              <a:rPr sz="1800" b="0" spc="-20" dirty="0"/>
              <a:t> </a:t>
            </a:r>
            <a:r>
              <a:rPr sz="1800" b="0" dirty="0"/>
              <a:t>nom</a:t>
            </a:r>
            <a:r>
              <a:rPr sz="1800" b="0" spc="-35" dirty="0"/>
              <a:t> </a:t>
            </a:r>
            <a:r>
              <a:rPr sz="1800" b="0" dirty="0"/>
              <a:t>du</a:t>
            </a:r>
            <a:r>
              <a:rPr sz="1800" b="0" spc="-25" dirty="0"/>
              <a:t> </a:t>
            </a:r>
            <a:r>
              <a:rPr sz="1800" b="0" dirty="0"/>
              <a:t>module</a:t>
            </a:r>
            <a:r>
              <a:rPr sz="1800" b="0" spc="-25" dirty="0"/>
              <a:t> </a:t>
            </a:r>
            <a:r>
              <a:rPr sz="1800" b="0" dirty="0"/>
              <a:t>dans</a:t>
            </a:r>
            <a:r>
              <a:rPr sz="1800" b="0" spc="-35" dirty="0"/>
              <a:t> </a:t>
            </a:r>
            <a:r>
              <a:rPr sz="1800" b="0" dirty="0"/>
              <a:t>un</a:t>
            </a:r>
            <a:r>
              <a:rPr sz="1800" b="0" spc="-5" dirty="0"/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Toast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TP3a</a:t>
            </a:r>
            <a:r>
              <a:rPr spc="-60" dirty="0"/>
              <a:t> </a:t>
            </a:r>
            <a:r>
              <a:rPr dirty="0"/>
              <a:t>:</a:t>
            </a:r>
            <a:r>
              <a:rPr spc="-80" dirty="0"/>
              <a:t> </a:t>
            </a:r>
            <a:r>
              <a:rPr dirty="0"/>
              <a:t>Création</a:t>
            </a:r>
            <a:r>
              <a:rPr spc="-55" dirty="0"/>
              <a:t> </a:t>
            </a:r>
            <a:r>
              <a:rPr dirty="0"/>
              <a:t>d’une</a:t>
            </a:r>
            <a:r>
              <a:rPr spc="-60" dirty="0"/>
              <a:t> </a:t>
            </a:r>
            <a:r>
              <a:rPr dirty="0"/>
              <a:t>vue</a:t>
            </a:r>
            <a:r>
              <a:rPr spc="-60" dirty="0"/>
              <a:t> </a:t>
            </a:r>
            <a:r>
              <a:rPr dirty="0"/>
              <a:t>des</a:t>
            </a:r>
            <a:r>
              <a:rPr spc="-80" dirty="0"/>
              <a:t> </a:t>
            </a:r>
            <a:r>
              <a:rPr spc="-10" dirty="0"/>
              <a:t>modules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7388353" y="1327404"/>
            <a:ext cx="2371725" cy="4201795"/>
            <a:chOff x="5864352" y="1327403"/>
            <a:chExt cx="2371725" cy="420179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3496" y="1336547"/>
              <a:ext cx="2353055" cy="41833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868924" y="1331975"/>
              <a:ext cx="2362200" cy="4192904"/>
            </a:xfrm>
            <a:custGeom>
              <a:avLst/>
              <a:gdLst/>
              <a:ahLst/>
              <a:cxnLst/>
              <a:rect l="l" t="t" r="r" b="b"/>
              <a:pathLst>
                <a:path w="2362200" h="4192904">
                  <a:moveTo>
                    <a:pt x="0" y="4192524"/>
                  </a:moveTo>
                  <a:lnTo>
                    <a:pt x="2362200" y="4192524"/>
                  </a:lnTo>
                  <a:lnTo>
                    <a:pt x="2362200" y="0"/>
                  </a:lnTo>
                  <a:lnTo>
                    <a:pt x="0" y="0"/>
                  </a:lnTo>
                  <a:lnTo>
                    <a:pt x="0" y="4192524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8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88353" y="1327404"/>
            <a:ext cx="2845435" cy="4719955"/>
            <a:chOff x="5864352" y="1327403"/>
            <a:chExt cx="2845435" cy="47199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73496" y="1336547"/>
              <a:ext cx="2353055" cy="41833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68924" y="1331975"/>
              <a:ext cx="2362200" cy="4192904"/>
            </a:xfrm>
            <a:custGeom>
              <a:avLst/>
              <a:gdLst/>
              <a:ahLst/>
              <a:cxnLst/>
              <a:rect l="l" t="t" r="r" b="b"/>
              <a:pathLst>
                <a:path w="2362200" h="4192904">
                  <a:moveTo>
                    <a:pt x="0" y="4192524"/>
                  </a:moveTo>
                  <a:lnTo>
                    <a:pt x="2362200" y="4192524"/>
                  </a:lnTo>
                  <a:lnTo>
                    <a:pt x="2362200" y="0"/>
                  </a:lnTo>
                  <a:lnTo>
                    <a:pt x="0" y="0"/>
                  </a:lnTo>
                  <a:lnTo>
                    <a:pt x="0" y="4192524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0884" y="1783079"/>
              <a:ext cx="2398775" cy="426415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TP3a</a:t>
            </a:r>
            <a:r>
              <a:rPr spc="-70" dirty="0"/>
              <a:t> </a:t>
            </a:r>
            <a:r>
              <a:rPr dirty="0"/>
              <a:t>:</a:t>
            </a:r>
            <a:r>
              <a:rPr spc="-85" dirty="0"/>
              <a:t> </a:t>
            </a:r>
            <a:r>
              <a:rPr dirty="0"/>
              <a:t>Création</a:t>
            </a:r>
            <a:r>
              <a:rPr spc="-60" dirty="0"/>
              <a:t> </a:t>
            </a:r>
            <a:r>
              <a:rPr dirty="0"/>
              <a:t>d’une</a:t>
            </a:r>
            <a:r>
              <a:rPr spc="-70" dirty="0"/>
              <a:t> </a:t>
            </a:r>
            <a:r>
              <a:rPr dirty="0"/>
              <a:t>vue</a:t>
            </a:r>
            <a:r>
              <a:rPr spc="-65" dirty="0"/>
              <a:t> </a:t>
            </a:r>
            <a:r>
              <a:rPr dirty="0"/>
              <a:t>des</a:t>
            </a:r>
            <a:r>
              <a:rPr spc="-85" dirty="0"/>
              <a:t> </a:t>
            </a:r>
            <a:r>
              <a:rPr spc="-10" dirty="0"/>
              <a:t>modules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03882" y="2595753"/>
            <a:ext cx="97853" cy="112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04268" y="3069718"/>
            <a:ext cx="97466" cy="112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3712" y="3791966"/>
            <a:ext cx="98023" cy="11277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2274758" y="1943084"/>
            <a:ext cx="6528647" cy="2357697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spcBef>
                <a:spcPts val="1005"/>
              </a:spcBef>
            </a:pPr>
            <a:r>
              <a:rPr dirty="0"/>
              <a:t>Modification</a:t>
            </a:r>
            <a:r>
              <a:rPr spc="-7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dirty="0"/>
              <a:t>l'activité</a:t>
            </a:r>
            <a:r>
              <a:rPr spc="-75" dirty="0"/>
              <a:t>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ModulesActivity</a:t>
            </a:r>
            <a:endParaRPr sz="1800">
              <a:latin typeface="Consolas"/>
              <a:cs typeface="Consolas"/>
            </a:endParaRPr>
          </a:p>
          <a:p>
            <a:pPr marL="355600">
              <a:spcBef>
                <a:spcPts val="815"/>
              </a:spcBef>
            </a:pPr>
            <a:r>
              <a:rPr sz="1800" b="0" dirty="0"/>
              <a:t>Un</a:t>
            </a:r>
            <a:r>
              <a:rPr sz="1800" b="0" spc="-50" dirty="0"/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GridView</a:t>
            </a:r>
            <a:r>
              <a:rPr sz="1600" spc="-47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b="0" dirty="0"/>
              <a:t>pour</a:t>
            </a:r>
            <a:r>
              <a:rPr sz="1800" b="0" spc="-15" dirty="0"/>
              <a:t> </a:t>
            </a:r>
            <a:r>
              <a:rPr sz="1800" b="0" dirty="0"/>
              <a:t>afficher</a:t>
            </a:r>
            <a:r>
              <a:rPr sz="1800" b="0" spc="-20" dirty="0"/>
              <a:t> </a:t>
            </a:r>
            <a:r>
              <a:rPr sz="1800" b="0" dirty="0"/>
              <a:t>la</a:t>
            </a:r>
            <a:r>
              <a:rPr sz="1800" b="0" spc="-30" dirty="0"/>
              <a:t> </a:t>
            </a:r>
            <a:r>
              <a:rPr sz="1800" b="0" dirty="0"/>
              <a:t>liste des</a:t>
            </a:r>
            <a:r>
              <a:rPr sz="1800" b="0" spc="-35" dirty="0"/>
              <a:t> </a:t>
            </a:r>
            <a:r>
              <a:rPr sz="1800" b="0" spc="-10" dirty="0"/>
              <a:t>modules</a:t>
            </a:r>
            <a:endParaRPr sz="1800"/>
          </a:p>
          <a:p>
            <a:pPr marL="355600">
              <a:lnSpc>
                <a:spcPts val="2055"/>
              </a:lnSpc>
              <a:spcBef>
                <a:spcPts val="1570"/>
              </a:spcBef>
            </a:pPr>
            <a:r>
              <a:rPr sz="1800" b="0" dirty="0"/>
              <a:t>Un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FloatingActionButton</a:t>
            </a:r>
            <a:r>
              <a:rPr sz="1600" spc="-484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b="0" dirty="0"/>
              <a:t>pour</a:t>
            </a:r>
            <a:r>
              <a:rPr sz="1800" b="0" spc="5" dirty="0"/>
              <a:t> </a:t>
            </a:r>
            <a:r>
              <a:rPr sz="1800" b="0" spc="-10" dirty="0"/>
              <a:t>mettre</a:t>
            </a:r>
            <a:r>
              <a:rPr sz="1800" b="0" dirty="0"/>
              <a:t> à</a:t>
            </a:r>
            <a:r>
              <a:rPr sz="1800" b="0" spc="10" dirty="0"/>
              <a:t> </a:t>
            </a:r>
            <a:r>
              <a:rPr sz="1800" b="0" dirty="0"/>
              <a:t>jour </a:t>
            </a:r>
            <a:r>
              <a:rPr sz="1800" b="0" spc="-25" dirty="0"/>
              <a:t>la</a:t>
            </a:r>
            <a:endParaRPr sz="1800"/>
          </a:p>
          <a:p>
            <a:pPr marL="355600">
              <a:lnSpc>
                <a:spcPts val="2055"/>
              </a:lnSpc>
            </a:pPr>
            <a:r>
              <a:rPr sz="1800" b="0" dirty="0"/>
              <a:t>liste</a:t>
            </a:r>
            <a:r>
              <a:rPr sz="1800" b="0" spc="-30" dirty="0"/>
              <a:t> </a:t>
            </a:r>
            <a:r>
              <a:rPr sz="1800" b="0" dirty="0"/>
              <a:t>des</a:t>
            </a:r>
            <a:r>
              <a:rPr sz="1800" b="0" spc="-40" dirty="0"/>
              <a:t> </a:t>
            </a:r>
            <a:r>
              <a:rPr sz="1800" b="0" spc="-10" dirty="0"/>
              <a:t>modules</a:t>
            </a:r>
            <a:endParaRPr sz="1800"/>
          </a:p>
          <a:p>
            <a:pPr marL="355600">
              <a:spcBef>
                <a:spcPts val="1585"/>
              </a:spcBef>
            </a:pPr>
            <a:r>
              <a:rPr sz="1800" b="0" dirty="0"/>
              <a:t>En</a:t>
            </a:r>
            <a:r>
              <a:rPr sz="1800" b="0" spc="-45" dirty="0"/>
              <a:t> </a:t>
            </a:r>
            <a:r>
              <a:rPr sz="1800" b="0" dirty="0"/>
              <a:t>cliquant</a:t>
            </a:r>
            <a:r>
              <a:rPr sz="1800" b="0" spc="-30" dirty="0"/>
              <a:t> </a:t>
            </a:r>
            <a:r>
              <a:rPr sz="1800" b="0" dirty="0"/>
              <a:t>sur</a:t>
            </a:r>
            <a:r>
              <a:rPr sz="1800" b="0" spc="-35" dirty="0"/>
              <a:t> </a:t>
            </a:r>
            <a:r>
              <a:rPr sz="1800" b="0" dirty="0"/>
              <a:t>chaque</a:t>
            </a:r>
            <a:r>
              <a:rPr sz="1800" b="0" spc="-30" dirty="0"/>
              <a:t> </a:t>
            </a:r>
            <a:r>
              <a:rPr sz="1800" b="0" dirty="0"/>
              <a:t>élément</a:t>
            </a:r>
            <a:r>
              <a:rPr sz="1800" b="0" spc="-35" dirty="0"/>
              <a:t> </a:t>
            </a:r>
            <a:r>
              <a:rPr sz="1800" b="0" dirty="0"/>
              <a:t>de</a:t>
            </a:r>
            <a:r>
              <a:rPr sz="1800" b="0" spc="-35" dirty="0"/>
              <a:t> </a:t>
            </a:r>
            <a:r>
              <a:rPr sz="1800" b="0" dirty="0"/>
              <a:t>la</a:t>
            </a:r>
            <a:r>
              <a:rPr sz="1800" b="0" spc="-35" dirty="0"/>
              <a:t> </a:t>
            </a:r>
            <a:r>
              <a:rPr sz="1800" b="0" spc="-10" dirty="0"/>
              <a:t>liste</a:t>
            </a:r>
            <a:endParaRPr sz="1800"/>
          </a:p>
          <a:p>
            <a:pPr marL="373380">
              <a:spcBef>
                <a:spcPts val="285"/>
              </a:spcBef>
              <a:tabLst>
                <a:tab pos="716280" algn="l"/>
              </a:tabLst>
            </a:pPr>
            <a:r>
              <a:rPr sz="1250" b="0" spc="-50" dirty="0">
                <a:latin typeface="Wingdings"/>
                <a:cs typeface="Wingdings"/>
              </a:rPr>
              <a:t></a:t>
            </a:r>
            <a:r>
              <a:rPr sz="1250" b="0" dirty="0">
                <a:latin typeface="Times New Roman"/>
                <a:cs typeface="Times New Roman"/>
              </a:rPr>
              <a:t>	</a:t>
            </a:r>
            <a:r>
              <a:rPr sz="1800" b="0" dirty="0"/>
              <a:t>Afficher</a:t>
            </a:r>
            <a:r>
              <a:rPr sz="1800" b="0" spc="-40" dirty="0"/>
              <a:t> </a:t>
            </a:r>
            <a:r>
              <a:rPr sz="1800" b="0" dirty="0"/>
              <a:t>le</a:t>
            </a:r>
            <a:r>
              <a:rPr sz="1800" b="0" spc="-20" dirty="0"/>
              <a:t> </a:t>
            </a:r>
            <a:r>
              <a:rPr sz="1800" b="0" dirty="0"/>
              <a:t>nom</a:t>
            </a:r>
            <a:r>
              <a:rPr sz="1800" b="0" spc="-35" dirty="0"/>
              <a:t> </a:t>
            </a:r>
            <a:r>
              <a:rPr sz="1800" b="0" dirty="0"/>
              <a:t>du</a:t>
            </a:r>
            <a:r>
              <a:rPr sz="1800" b="0" spc="-25" dirty="0"/>
              <a:t> </a:t>
            </a:r>
            <a:r>
              <a:rPr sz="1800" b="0" dirty="0"/>
              <a:t>module</a:t>
            </a:r>
            <a:r>
              <a:rPr sz="1800" b="0" spc="-25" dirty="0"/>
              <a:t> </a:t>
            </a:r>
            <a:r>
              <a:rPr sz="1800" b="0" dirty="0"/>
              <a:t>dans</a:t>
            </a:r>
            <a:r>
              <a:rPr sz="1800" b="0" spc="-35" dirty="0"/>
              <a:t> </a:t>
            </a:r>
            <a:r>
              <a:rPr sz="1800" b="0" dirty="0"/>
              <a:t>un</a:t>
            </a:r>
            <a:r>
              <a:rPr sz="1800" b="0" spc="-5" dirty="0"/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Toast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9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7068" y="1604010"/>
            <a:ext cx="6042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2200" spc="-10" dirty="0">
                <a:latin typeface="Calibri"/>
                <a:cs typeface="Calibri"/>
              </a:rPr>
              <a:t>Interagir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avec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AdapterView</a:t>
            </a:r>
            <a:r>
              <a:rPr b="1" spc="-4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travers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Listeners</a:t>
            </a:r>
            <a:endParaRPr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56816" y="2695448"/>
            <a:ext cx="7748905" cy="2487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spcBef>
                <a:spcPts val="100"/>
              </a:spcBef>
              <a:defRPr/>
            </a:pP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OnItemClickListener</a:t>
            </a:r>
            <a:endParaRPr>
              <a:latin typeface="Consolas"/>
              <a:cs typeface="Consolas"/>
            </a:endParaRPr>
          </a:p>
          <a:p>
            <a:pPr marL="300355" indent="-287655">
              <a:spcBef>
                <a:spcPts val="20"/>
              </a:spcBef>
              <a:buSzPct val="68750"/>
              <a:buFont typeface="Wingdings"/>
              <a:buChar char=""/>
              <a:tabLst>
                <a:tab pos="300355" algn="l"/>
              </a:tabLst>
              <a:defRPr/>
            </a:pPr>
            <a:r>
              <a:rPr sz="1600" spc="-55" dirty="0">
                <a:latin typeface="Consolas"/>
                <a:cs typeface="Consolas"/>
              </a:rPr>
              <a:t>onItemClick(</a:t>
            </a:r>
            <a:r>
              <a:rPr sz="1600" spc="-55" dirty="0">
                <a:solidFill>
                  <a:srgbClr val="006FC0"/>
                </a:solidFill>
                <a:latin typeface="Consolas"/>
                <a:cs typeface="Consolas"/>
              </a:rPr>
              <a:t>AdapterView</a:t>
            </a:r>
            <a:r>
              <a:rPr sz="1600" spc="-55" dirty="0">
                <a:latin typeface="Consolas"/>
                <a:cs typeface="Consolas"/>
              </a:rPr>
              <a:t>&lt;</a:t>
            </a:r>
            <a:r>
              <a:rPr sz="1600" spc="-55" dirty="0">
                <a:solidFill>
                  <a:srgbClr val="006FC0"/>
                </a:solidFill>
                <a:latin typeface="Consolas"/>
                <a:cs typeface="Consolas"/>
              </a:rPr>
              <a:t>?</a:t>
            </a:r>
            <a:r>
              <a:rPr sz="1600" spc="-55" dirty="0">
                <a:latin typeface="Consolas"/>
                <a:cs typeface="Consolas"/>
              </a:rPr>
              <a:t>&gt;</a:t>
            </a:r>
            <a:r>
              <a:rPr sz="1600" spc="-160" dirty="0">
                <a:latin typeface="Consolas"/>
                <a:cs typeface="Consolas"/>
              </a:rPr>
              <a:t> </a:t>
            </a:r>
            <a:r>
              <a:rPr sz="1600" spc="-40" dirty="0">
                <a:latin typeface="Consolas"/>
                <a:cs typeface="Consolas"/>
              </a:rPr>
              <a:t>parent,</a:t>
            </a:r>
            <a:r>
              <a:rPr sz="1600" spc="-150" dirty="0">
                <a:latin typeface="Consolas"/>
                <a:cs typeface="Consolas"/>
              </a:rPr>
              <a:t> </a:t>
            </a:r>
            <a:r>
              <a:rPr sz="1600" spc="-2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600" spc="-15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30" dirty="0">
                <a:latin typeface="Consolas"/>
                <a:cs typeface="Consolas"/>
              </a:rPr>
              <a:t>view,</a:t>
            </a:r>
            <a:r>
              <a:rPr sz="1600" spc="-150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600" spc="-1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45" dirty="0">
                <a:latin typeface="Consolas"/>
                <a:cs typeface="Consolas"/>
              </a:rPr>
              <a:t>position,</a:t>
            </a:r>
            <a:r>
              <a:rPr sz="1600" spc="-150" dirty="0"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long</a:t>
            </a:r>
            <a:r>
              <a:rPr sz="1600" spc="-1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id)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204"/>
              </a:spcBef>
              <a:buFont typeface="Wingdings"/>
              <a:buChar char=""/>
              <a:defRPr/>
            </a:pPr>
            <a:endParaRPr sz="1600">
              <a:latin typeface="Consolas"/>
              <a:cs typeface="Consolas"/>
            </a:endParaRPr>
          </a:p>
          <a:p>
            <a:pPr marL="85725">
              <a:defRPr/>
            </a:pP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OnItemLongClickListener</a:t>
            </a:r>
            <a:endParaRPr>
              <a:latin typeface="Consolas"/>
              <a:cs typeface="Consolas"/>
            </a:endParaRPr>
          </a:p>
          <a:p>
            <a:pPr marL="300355" indent="-287655">
              <a:spcBef>
                <a:spcPts val="515"/>
              </a:spcBef>
              <a:buSzPct val="68750"/>
              <a:buFont typeface="Wingdings"/>
              <a:buChar char=""/>
              <a:tabLst>
                <a:tab pos="300355" algn="l"/>
              </a:tabLst>
              <a:defRPr/>
            </a:pPr>
            <a:r>
              <a:rPr sz="1600" spc="-55" dirty="0">
                <a:latin typeface="Consolas"/>
                <a:cs typeface="Consolas"/>
              </a:rPr>
              <a:t>onLongClick(</a:t>
            </a:r>
            <a:r>
              <a:rPr sz="1600" spc="-55" dirty="0">
                <a:solidFill>
                  <a:srgbClr val="006FC0"/>
                </a:solidFill>
                <a:latin typeface="Consolas"/>
                <a:cs typeface="Consolas"/>
              </a:rPr>
              <a:t>AdapterView</a:t>
            </a:r>
            <a:r>
              <a:rPr sz="1600" spc="-55" dirty="0">
                <a:latin typeface="Consolas"/>
                <a:cs typeface="Consolas"/>
              </a:rPr>
              <a:t>&lt;</a:t>
            </a:r>
            <a:r>
              <a:rPr sz="1600" spc="-55" dirty="0">
                <a:solidFill>
                  <a:srgbClr val="006FC0"/>
                </a:solidFill>
                <a:latin typeface="Consolas"/>
                <a:cs typeface="Consolas"/>
              </a:rPr>
              <a:t>?</a:t>
            </a:r>
            <a:r>
              <a:rPr sz="1600" spc="-55" dirty="0">
                <a:latin typeface="Consolas"/>
                <a:cs typeface="Consolas"/>
              </a:rPr>
              <a:t>&gt;</a:t>
            </a:r>
            <a:r>
              <a:rPr sz="1600" spc="-160" dirty="0">
                <a:latin typeface="Consolas"/>
                <a:cs typeface="Consolas"/>
              </a:rPr>
              <a:t> </a:t>
            </a:r>
            <a:r>
              <a:rPr sz="1600" spc="-40" dirty="0">
                <a:latin typeface="Consolas"/>
                <a:cs typeface="Consolas"/>
              </a:rPr>
              <a:t>parent,</a:t>
            </a:r>
            <a:r>
              <a:rPr sz="1600" spc="-150" dirty="0">
                <a:latin typeface="Consolas"/>
                <a:cs typeface="Consolas"/>
              </a:rPr>
              <a:t> </a:t>
            </a:r>
            <a:r>
              <a:rPr sz="1600" spc="-2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600" spc="-15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30" dirty="0">
                <a:latin typeface="Consolas"/>
                <a:cs typeface="Consolas"/>
              </a:rPr>
              <a:t>view,</a:t>
            </a:r>
            <a:r>
              <a:rPr sz="1600" spc="-150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600" spc="-1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45" dirty="0">
                <a:latin typeface="Consolas"/>
                <a:cs typeface="Consolas"/>
              </a:rPr>
              <a:t>position,</a:t>
            </a:r>
            <a:r>
              <a:rPr sz="1600" spc="-150" dirty="0"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long</a:t>
            </a:r>
            <a:r>
              <a:rPr sz="1600" spc="-1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id)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204"/>
              </a:spcBef>
              <a:buFont typeface="Wingdings"/>
              <a:buChar char=""/>
              <a:defRPr/>
            </a:pPr>
            <a:endParaRPr sz="1600">
              <a:latin typeface="Consolas"/>
              <a:cs typeface="Consolas"/>
            </a:endParaRPr>
          </a:p>
          <a:p>
            <a:pPr marL="85725">
              <a:defRPr/>
            </a:pPr>
            <a:r>
              <a:rPr b="1" spc="-10" dirty="0">
                <a:solidFill>
                  <a:srgbClr val="006FC0"/>
                </a:solidFill>
                <a:latin typeface="Consolas"/>
                <a:cs typeface="Consolas"/>
              </a:rPr>
              <a:t>OnItemSelectedListener</a:t>
            </a:r>
            <a:endParaRPr>
              <a:latin typeface="Consolas"/>
              <a:cs typeface="Consolas"/>
            </a:endParaRPr>
          </a:p>
          <a:p>
            <a:pPr marL="300355" indent="-287655">
              <a:spcBef>
                <a:spcPts val="20"/>
              </a:spcBef>
              <a:buSzPct val="68750"/>
              <a:buFont typeface="Wingdings"/>
              <a:buChar char=""/>
              <a:tabLst>
                <a:tab pos="300355" algn="l"/>
              </a:tabLst>
              <a:defRPr/>
            </a:pPr>
            <a:r>
              <a:rPr sz="1600" spc="-55" dirty="0">
                <a:latin typeface="Consolas"/>
                <a:cs typeface="Consolas"/>
              </a:rPr>
              <a:t>onItemSelected(</a:t>
            </a:r>
            <a:r>
              <a:rPr sz="1600" spc="-55" dirty="0">
                <a:solidFill>
                  <a:srgbClr val="006FC0"/>
                </a:solidFill>
                <a:latin typeface="Consolas"/>
                <a:cs typeface="Consolas"/>
              </a:rPr>
              <a:t>AdapterView</a:t>
            </a:r>
            <a:r>
              <a:rPr sz="1600" spc="-55" dirty="0">
                <a:latin typeface="Consolas"/>
                <a:cs typeface="Consolas"/>
              </a:rPr>
              <a:t>&lt;</a:t>
            </a:r>
            <a:r>
              <a:rPr sz="1600" spc="-55" dirty="0">
                <a:solidFill>
                  <a:srgbClr val="006FC0"/>
                </a:solidFill>
                <a:latin typeface="Consolas"/>
                <a:cs typeface="Consolas"/>
              </a:rPr>
              <a:t>?</a:t>
            </a:r>
            <a:r>
              <a:rPr sz="1600" spc="-55" dirty="0">
                <a:latin typeface="Consolas"/>
                <a:cs typeface="Consolas"/>
              </a:rPr>
              <a:t>&gt;</a:t>
            </a:r>
            <a:r>
              <a:rPr sz="1600" spc="-150" dirty="0">
                <a:latin typeface="Consolas"/>
                <a:cs typeface="Consolas"/>
              </a:rPr>
              <a:t> </a:t>
            </a:r>
            <a:r>
              <a:rPr sz="1600" spc="-40" dirty="0">
                <a:latin typeface="Consolas"/>
                <a:cs typeface="Consolas"/>
              </a:rPr>
              <a:t>parent,</a:t>
            </a:r>
            <a:r>
              <a:rPr sz="1600" spc="-160" dirty="0"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600" spc="-1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30" dirty="0">
                <a:latin typeface="Consolas"/>
                <a:cs typeface="Consolas"/>
              </a:rPr>
              <a:t>view,</a:t>
            </a:r>
            <a:r>
              <a:rPr sz="1600" spc="-150" dirty="0"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600" spc="-1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45" dirty="0">
                <a:latin typeface="Consolas"/>
                <a:cs typeface="Consolas"/>
              </a:rPr>
              <a:t>position,</a:t>
            </a:r>
            <a:r>
              <a:rPr sz="1600" spc="-145" dirty="0">
                <a:latin typeface="Consolas"/>
                <a:cs typeface="Consolas"/>
              </a:rPr>
              <a:t> 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long</a:t>
            </a:r>
            <a:r>
              <a:rPr sz="1600" spc="-1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id)</a:t>
            </a:r>
            <a:endParaRPr sz="1600">
              <a:latin typeface="Consolas"/>
              <a:cs typeface="Consolas"/>
            </a:endParaRPr>
          </a:p>
          <a:p>
            <a:pPr marL="300355" indent="-287655">
              <a:spcBef>
                <a:spcPts val="509"/>
              </a:spcBef>
              <a:buSzPct val="68750"/>
              <a:buFont typeface="Wingdings"/>
              <a:buChar char=""/>
              <a:tabLst>
                <a:tab pos="300355" algn="l"/>
              </a:tabLst>
              <a:defRPr/>
            </a:pPr>
            <a:r>
              <a:rPr sz="1600" dirty="0">
                <a:latin typeface="Consolas"/>
                <a:cs typeface="Consolas"/>
              </a:rPr>
              <a:t>onNothingSelected(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AdapterView</a:t>
            </a:r>
            <a:r>
              <a:rPr sz="1600" dirty="0"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?</a:t>
            </a:r>
            <a:r>
              <a:rPr sz="1600" dirty="0">
                <a:latin typeface="Consolas"/>
                <a:cs typeface="Consolas"/>
              </a:rPr>
              <a:t>&gt;</a:t>
            </a:r>
            <a:r>
              <a:rPr sz="1600" spc="-17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parent)</a:t>
            </a:r>
            <a:endParaRPr sz="16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268" y="2826386"/>
            <a:ext cx="97466" cy="112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3611246"/>
            <a:ext cx="98023" cy="112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3712" y="4458590"/>
            <a:ext cx="98023" cy="1127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30" dirty="0"/>
              <a:t>Listeners</a:t>
            </a:r>
            <a:r>
              <a:rPr spc="-165" dirty="0"/>
              <a:t> </a:t>
            </a:r>
            <a:r>
              <a:rPr spc="-10" dirty="0"/>
              <a:t>d</a:t>
            </a:r>
            <a:r>
              <a:rPr i="1" spc="-10" dirty="0"/>
              <a:t>’</a:t>
            </a:r>
            <a:r>
              <a:rPr spc="-10" dirty="0"/>
              <a:t>un</a:t>
            </a:r>
            <a:r>
              <a:rPr spc="-155" dirty="0"/>
              <a:t> </a:t>
            </a:r>
            <a:r>
              <a:rPr sz="2800" b="1" spc="-10" dirty="0">
                <a:latin typeface="Consolas"/>
                <a:cs typeface="Consolas"/>
              </a:rPr>
              <a:t>AdapterView</a:t>
            </a:r>
            <a:endParaRPr sz="2800">
              <a:latin typeface="Consolas"/>
              <a:cs typeface="Consolas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98865" y="733044"/>
            <a:ext cx="1242059" cy="213207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10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Hiérarchie</a:t>
            </a:r>
            <a:r>
              <a:rPr spc="-50" dirty="0"/>
              <a:t> </a:t>
            </a:r>
            <a:r>
              <a:rPr dirty="0"/>
              <a:t>des</a:t>
            </a:r>
            <a:r>
              <a:rPr spc="-70" dirty="0"/>
              <a:t> </a:t>
            </a:r>
            <a:r>
              <a:rPr spc="-10" dirty="0"/>
              <a:t>adaptateurs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76727" y="1232916"/>
            <a:ext cx="6711950" cy="4831080"/>
            <a:chOff x="1252727" y="1232916"/>
            <a:chExt cx="6711950" cy="48310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727" y="1232916"/>
              <a:ext cx="6711696" cy="48310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84553" y="4402073"/>
              <a:ext cx="1420495" cy="401320"/>
            </a:xfrm>
            <a:custGeom>
              <a:avLst/>
              <a:gdLst/>
              <a:ahLst/>
              <a:cxnLst/>
              <a:rect l="l" t="t" r="r" b="b"/>
              <a:pathLst>
                <a:path w="1420495" h="401320">
                  <a:moveTo>
                    <a:pt x="0" y="400812"/>
                  </a:moveTo>
                  <a:lnTo>
                    <a:pt x="1420368" y="400812"/>
                  </a:lnTo>
                  <a:lnTo>
                    <a:pt x="1420368" y="0"/>
                  </a:lnTo>
                  <a:lnTo>
                    <a:pt x="0" y="0"/>
                  </a:lnTo>
                  <a:lnTo>
                    <a:pt x="0" y="40081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11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Méthodes</a:t>
            </a:r>
            <a:r>
              <a:rPr spc="-4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mise</a:t>
            </a:r>
            <a:r>
              <a:rPr spc="-30" dirty="0"/>
              <a:t> </a:t>
            </a:r>
            <a:r>
              <a:rPr dirty="0"/>
              <a:t>à</a:t>
            </a:r>
            <a:r>
              <a:rPr spc="-25" dirty="0"/>
              <a:t> </a:t>
            </a:r>
            <a:r>
              <a:rPr dirty="0"/>
              <a:t>jour</a:t>
            </a:r>
            <a:r>
              <a:rPr spc="-30" dirty="0"/>
              <a:t> </a:t>
            </a:r>
            <a:r>
              <a:rPr dirty="0"/>
              <a:t>des</a:t>
            </a:r>
            <a:r>
              <a:rPr spc="-25" dirty="0"/>
              <a:t> </a:t>
            </a:r>
            <a:r>
              <a:rPr spc="-10" dirty="0"/>
              <a:t>adaptateurs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79092" y="1359458"/>
            <a:ext cx="3796029" cy="628650"/>
            <a:chOff x="355091" y="1359458"/>
            <a:chExt cx="3796029" cy="628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33" y="1388188"/>
              <a:ext cx="3791010" cy="50098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091" y="1359458"/>
              <a:ext cx="3054858" cy="6285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4903" y="1403603"/>
              <a:ext cx="3642360" cy="352425"/>
            </a:xfrm>
            <a:custGeom>
              <a:avLst/>
              <a:gdLst/>
              <a:ahLst/>
              <a:cxnLst/>
              <a:rect l="l" t="t" r="r" b="b"/>
              <a:pathLst>
                <a:path w="3642360" h="352425">
                  <a:moveTo>
                    <a:pt x="3480181" y="0"/>
                  </a:moveTo>
                  <a:lnTo>
                    <a:pt x="162115" y="0"/>
                  </a:lnTo>
                  <a:lnTo>
                    <a:pt x="119018" y="5795"/>
                  </a:lnTo>
                  <a:lnTo>
                    <a:pt x="80292" y="22149"/>
                  </a:lnTo>
                  <a:lnTo>
                    <a:pt x="47482" y="47513"/>
                  </a:lnTo>
                  <a:lnTo>
                    <a:pt x="22133" y="80339"/>
                  </a:lnTo>
                  <a:lnTo>
                    <a:pt x="5790" y="119077"/>
                  </a:lnTo>
                  <a:lnTo>
                    <a:pt x="0" y="162179"/>
                  </a:lnTo>
                  <a:lnTo>
                    <a:pt x="0" y="352044"/>
                  </a:lnTo>
                  <a:lnTo>
                    <a:pt x="3642360" y="352044"/>
                  </a:lnTo>
                  <a:lnTo>
                    <a:pt x="3642360" y="162179"/>
                  </a:lnTo>
                  <a:lnTo>
                    <a:pt x="3636564" y="119077"/>
                  </a:lnTo>
                  <a:lnTo>
                    <a:pt x="3620210" y="80339"/>
                  </a:lnTo>
                  <a:lnTo>
                    <a:pt x="3594846" y="47513"/>
                  </a:lnTo>
                  <a:lnTo>
                    <a:pt x="3562020" y="22149"/>
                  </a:lnTo>
                  <a:lnTo>
                    <a:pt x="3523282" y="5795"/>
                  </a:lnTo>
                  <a:lnTo>
                    <a:pt x="3480181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24888" y="1426591"/>
            <a:ext cx="264350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android.widget.Adapter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69948" y="1737360"/>
            <a:ext cx="8570595" cy="3716654"/>
            <a:chOff x="345947" y="1737360"/>
            <a:chExt cx="8570595" cy="3716654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947" y="1737360"/>
              <a:ext cx="8570214" cy="37162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763" y="1805940"/>
              <a:ext cx="8408670" cy="35059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4903" y="1766316"/>
              <a:ext cx="8394700" cy="3540760"/>
            </a:xfrm>
            <a:custGeom>
              <a:avLst/>
              <a:gdLst/>
              <a:ahLst/>
              <a:cxnLst/>
              <a:rect l="l" t="t" r="r" b="b"/>
              <a:pathLst>
                <a:path w="8394700" h="3540760">
                  <a:moveTo>
                    <a:pt x="8113014" y="0"/>
                  </a:moveTo>
                  <a:lnTo>
                    <a:pt x="0" y="0"/>
                  </a:lnTo>
                  <a:lnTo>
                    <a:pt x="0" y="3259074"/>
                  </a:lnTo>
                  <a:lnTo>
                    <a:pt x="3679" y="3304689"/>
                  </a:lnTo>
                  <a:lnTo>
                    <a:pt x="14334" y="3347959"/>
                  </a:lnTo>
                  <a:lnTo>
                    <a:pt x="31383" y="3388305"/>
                  </a:lnTo>
                  <a:lnTo>
                    <a:pt x="54248" y="3425147"/>
                  </a:lnTo>
                  <a:lnTo>
                    <a:pt x="82351" y="3457908"/>
                  </a:lnTo>
                  <a:lnTo>
                    <a:pt x="115112" y="3486009"/>
                  </a:lnTo>
                  <a:lnTo>
                    <a:pt x="151953" y="3508873"/>
                  </a:lnTo>
                  <a:lnTo>
                    <a:pt x="192295" y="3525920"/>
                  </a:lnTo>
                  <a:lnTo>
                    <a:pt x="235558" y="3536572"/>
                  </a:lnTo>
                  <a:lnTo>
                    <a:pt x="281165" y="3540252"/>
                  </a:lnTo>
                  <a:lnTo>
                    <a:pt x="8394192" y="3540252"/>
                  </a:lnTo>
                  <a:lnTo>
                    <a:pt x="8394192" y="281178"/>
                  </a:lnTo>
                  <a:lnTo>
                    <a:pt x="8390512" y="235562"/>
                  </a:lnTo>
                  <a:lnTo>
                    <a:pt x="8379860" y="192292"/>
                  </a:lnTo>
                  <a:lnTo>
                    <a:pt x="8362813" y="151946"/>
                  </a:lnTo>
                  <a:lnTo>
                    <a:pt x="8339949" y="115104"/>
                  </a:lnTo>
                  <a:lnTo>
                    <a:pt x="8311848" y="82343"/>
                  </a:lnTo>
                  <a:lnTo>
                    <a:pt x="8279087" y="54242"/>
                  </a:lnTo>
                  <a:lnTo>
                    <a:pt x="8242245" y="31378"/>
                  </a:lnTo>
                  <a:lnTo>
                    <a:pt x="8201899" y="14331"/>
                  </a:lnTo>
                  <a:lnTo>
                    <a:pt x="8158629" y="3679"/>
                  </a:lnTo>
                  <a:lnTo>
                    <a:pt x="8113014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59940" y="1745132"/>
            <a:ext cx="433070" cy="299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2100"/>
              </a:lnSpc>
              <a:spcBef>
                <a:spcPts val="95"/>
              </a:spcBef>
              <a:defRPr/>
            </a:pPr>
            <a:r>
              <a:rPr sz="1600" spc="-90" dirty="0">
                <a:solidFill>
                  <a:srgbClr val="0000FF"/>
                </a:solidFill>
                <a:latin typeface="Consolas"/>
                <a:cs typeface="Consolas"/>
              </a:rPr>
              <a:t>void void void </a:t>
            </a:r>
            <a:r>
              <a:rPr sz="1600" spc="-50" dirty="0">
                <a:solidFill>
                  <a:srgbClr val="2F66AC"/>
                </a:solidFill>
                <a:latin typeface="Consolas"/>
                <a:cs typeface="Consolas"/>
              </a:rPr>
              <a:t>T</a:t>
            </a:r>
            <a:endParaRPr sz="1600">
              <a:latin typeface="Consolas"/>
              <a:cs typeface="Consolas"/>
            </a:endParaRPr>
          </a:p>
          <a:p>
            <a:pPr marL="12700" marR="5080">
              <a:lnSpc>
                <a:spcPct val="151900"/>
              </a:lnSpc>
              <a:defRPr/>
            </a:pP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600" spc="-90" dirty="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endParaRPr sz="1600">
              <a:latin typeface="Consolas"/>
              <a:cs typeface="Consolas"/>
            </a:endParaRPr>
          </a:p>
          <a:p>
            <a:pPr marL="12700" marR="5080">
              <a:lnSpc>
                <a:spcPct val="152000"/>
              </a:lnSpc>
              <a:spcBef>
                <a:spcPts val="10"/>
              </a:spcBef>
              <a:defRPr/>
            </a:pPr>
            <a:r>
              <a:rPr sz="1600" spc="-90" dirty="0">
                <a:solidFill>
                  <a:srgbClr val="0000FF"/>
                </a:solidFill>
                <a:latin typeface="Consolas"/>
                <a:cs typeface="Consolas"/>
              </a:rPr>
              <a:t>void void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12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4340" y="1745132"/>
            <a:ext cx="2501265" cy="299212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spcBef>
                <a:spcPts val="1095"/>
              </a:spcBef>
              <a:defRPr/>
            </a:pPr>
            <a:r>
              <a:rPr sz="1600" b="1" spc="-90" dirty="0">
                <a:latin typeface="Consolas"/>
                <a:cs typeface="Consolas"/>
              </a:rPr>
              <a:t>add</a:t>
            </a:r>
            <a:r>
              <a:rPr sz="1600" spc="-90" dirty="0">
                <a:latin typeface="Consolas"/>
                <a:cs typeface="Consolas"/>
              </a:rPr>
              <a:t>(</a:t>
            </a:r>
            <a:r>
              <a:rPr sz="1600" spc="-90" dirty="0">
                <a:solidFill>
                  <a:srgbClr val="006FC0"/>
                </a:solidFill>
                <a:latin typeface="Consolas"/>
                <a:cs typeface="Consolas"/>
              </a:rPr>
              <a:t>T</a:t>
            </a:r>
            <a:r>
              <a:rPr sz="1600" spc="-18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item)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994"/>
              </a:spcBef>
              <a:defRPr/>
            </a:pPr>
            <a:r>
              <a:rPr sz="1600" b="1" spc="-95" dirty="0">
                <a:latin typeface="Consolas"/>
                <a:cs typeface="Consolas"/>
              </a:rPr>
              <a:t>insert</a:t>
            </a:r>
            <a:r>
              <a:rPr sz="1600" spc="-95" dirty="0">
                <a:latin typeface="Consolas"/>
                <a:cs typeface="Consolas"/>
              </a:rPr>
              <a:t>(</a:t>
            </a:r>
            <a:r>
              <a:rPr sz="1600" spc="-95" dirty="0">
                <a:solidFill>
                  <a:srgbClr val="006FC0"/>
                </a:solidFill>
                <a:latin typeface="Consolas"/>
                <a:cs typeface="Consolas"/>
              </a:rPr>
              <a:t>T</a:t>
            </a:r>
            <a:r>
              <a:rPr sz="1600" spc="-18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90" dirty="0">
                <a:latin typeface="Consolas"/>
                <a:cs typeface="Consolas"/>
              </a:rPr>
              <a:t>item,</a:t>
            </a:r>
            <a:r>
              <a:rPr sz="1600" spc="-185" dirty="0">
                <a:latin typeface="Consolas"/>
                <a:cs typeface="Consolas"/>
              </a:rPr>
              <a:t> </a:t>
            </a:r>
            <a:r>
              <a:rPr sz="1600" spc="-7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600" spc="-18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70" dirty="0">
                <a:latin typeface="Consolas"/>
                <a:cs typeface="Consolas"/>
              </a:rPr>
              <a:t>index)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994"/>
              </a:spcBef>
              <a:defRPr/>
            </a:pPr>
            <a:r>
              <a:rPr sz="1600" b="1" spc="-100" dirty="0">
                <a:latin typeface="Consolas"/>
                <a:cs typeface="Consolas"/>
              </a:rPr>
              <a:t>addAll</a:t>
            </a:r>
            <a:r>
              <a:rPr sz="1600" spc="-100" dirty="0">
                <a:latin typeface="Consolas"/>
                <a:cs typeface="Consolas"/>
              </a:rPr>
              <a:t>(</a:t>
            </a:r>
            <a:r>
              <a:rPr sz="1600" spc="-100" dirty="0">
                <a:solidFill>
                  <a:srgbClr val="006FC0"/>
                </a:solidFill>
                <a:latin typeface="Consolas"/>
                <a:cs typeface="Consolas"/>
              </a:rPr>
              <a:t>T</a:t>
            </a:r>
            <a:r>
              <a:rPr sz="1600" spc="-100" dirty="0">
                <a:latin typeface="Consolas"/>
                <a:cs typeface="Consolas"/>
              </a:rPr>
              <a:t>...</a:t>
            </a:r>
            <a:r>
              <a:rPr sz="1600" spc="-14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items)</a:t>
            </a:r>
            <a:endParaRPr sz="1600">
              <a:latin typeface="Consolas"/>
              <a:cs typeface="Consolas"/>
            </a:endParaRPr>
          </a:p>
          <a:p>
            <a:pPr marL="12700" marR="313055">
              <a:lnSpc>
                <a:spcPct val="152100"/>
              </a:lnSpc>
              <a:spcBef>
                <a:spcPts val="10"/>
              </a:spcBef>
              <a:defRPr/>
            </a:pPr>
            <a:r>
              <a:rPr sz="1600" b="1" spc="-100" dirty="0">
                <a:latin typeface="Consolas"/>
                <a:cs typeface="Consolas"/>
              </a:rPr>
              <a:t>getItem</a:t>
            </a:r>
            <a:r>
              <a:rPr sz="1600" spc="-100" dirty="0">
                <a:latin typeface="Consolas"/>
                <a:cs typeface="Consolas"/>
              </a:rPr>
              <a:t>(</a:t>
            </a:r>
            <a:r>
              <a:rPr sz="1600" spc="-1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600" spc="-1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index) </a:t>
            </a:r>
            <a:r>
              <a:rPr sz="1600" b="1" spc="-105" dirty="0">
                <a:latin typeface="Consolas"/>
                <a:cs typeface="Consolas"/>
              </a:rPr>
              <a:t>getPosition</a:t>
            </a:r>
            <a:r>
              <a:rPr sz="1600" spc="-105" dirty="0">
                <a:latin typeface="Consolas"/>
                <a:cs typeface="Consolas"/>
              </a:rPr>
              <a:t>(</a:t>
            </a:r>
            <a:r>
              <a:rPr sz="1600" spc="-105" dirty="0">
                <a:solidFill>
                  <a:srgbClr val="006FC0"/>
                </a:solidFill>
                <a:latin typeface="Consolas"/>
                <a:cs typeface="Consolas"/>
              </a:rPr>
              <a:t>Object</a:t>
            </a:r>
            <a:r>
              <a:rPr sz="1600" spc="-8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o) </a:t>
            </a:r>
            <a:r>
              <a:rPr sz="1600" b="1" spc="-95" dirty="0">
                <a:latin typeface="Consolas"/>
                <a:cs typeface="Consolas"/>
              </a:rPr>
              <a:t>remove</a:t>
            </a:r>
            <a:r>
              <a:rPr sz="1600" spc="-95" dirty="0">
                <a:latin typeface="Consolas"/>
                <a:cs typeface="Consolas"/>
              </a:rPr>
              <a:t>(</a:t>
            </a:r>
            <a:r>
              <a:rPr sz="1600" spc="-95" dirty="0">
                <a:solidFill>
                  <a:srgbClr val="006FC0"/>
                </a:solidFill>
                <a:latin typeface="Consolas"/>
                <a:cs typeface="Consolas"/>
              </a:rPr>
              <a:t>T</a:t>
            </a:r>
            <a:r>
              <a:rPr sz="1600" spc="-17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item) </a:t>
            </a:r>
            <a:r>
              <a:rPr sz="1600" b="1" spc="-10" dirty="0">
                <a:latin typeface="Consolas"/>
                <a:cs typeface="Consolas"/>
              </a:rPr>
              <a:t>clear</a:t>
            </a:r>
            <a:r>
              <a:rPr sz="1600" spc="-10" dirty="0">
                <a:latin typeface="Consolas"/>
                <a:cs typeface="Consolas"/>
              </a:rPr>
              <a:t>() </a:t>
            </a:r>
            <a:r>
              <a:rPr sz="1600" b="1" spc="-110" dirty="0">
                <a:latin typeface="Consolas"/>
                <a:cs typeface="Consolas"/>
              </a:rPr>
              <a:t>notifyDataSetChanged</a:t>
            </a:r>
            <a:r>
              <a:rPr sz="1600" spc="-110" dirty="0">
                <a:latin typeface="Consolas"/>
                <a:cs typeface="Consolas"/>
              </a:rPr>
              <a:t>()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18176" y="1745132"/>
            <a:ext cx="4369435" cy="329946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spcBef>
                <a:spcPts val="1095"/>
              </a:spcBef>
              <a:defRPr/>
            </a:pPr>
            <a:r>
              <a:rPr sz="1600" spc="-50" dirty="0">
                <a:solidFill>
                  <a:srgbClr val="7E7E7E"/>
                </a:solidFill>
                <a:latin typeface="Consolas"/>
                <a:cs typeface="Consolas"/>
              </a:rPr>
              <a:t>//</a:t>
            </a:r>
            <a:r>
              <a:rPr sz="1600" spc="-17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25" dirty="0">
                <a:solidFill>
                  <a:srgbClr val="7E7E7E"/>
                </a:solidFill>
                <a:latin typeface="Consolas"/>
                <a:cs typeface="Consolas"/>
              </a:rPr>
              <a:t>ajouter</a:t>
            </a:r>
            <a:r>
              <a:rPr sz="1600" spc="-24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75" dirty="0">
                <a:solidFill>
                  <a:srgbClr val="7E7E7E"/>
                </a:solidFill>
                <a:latin typeface="Consolas"/>
                <a:cs typeface="Consolas"/>
              </a:rPr>
              <a:t>un</a:t>
            </a:r>
            <a:r>
              <a:rPr sz="1600" spc="-24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25" dirty="0">
                <a:solidFill>
                  <a:srgbClr val="7E7E7E"/>
                </a:solidFill>
                <a:latin typeface="Consolas"/>
                <a:cs typeface="Consolas"/>
              </a:rPr>
              <a:t>élément</a:t>
            </a:r>
            <a:r>
              <a:rPr sz="1600" spc="-24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75" dirty="0">
                <a:solidFill>
                  <a:srgbClr val="7E7E7E"/>
                </a:solidFill>
                <a:latin typeface="Consolas"/>
                <a:cs typeface="Consolas"/>
              </a:rPr>
              <a:t>en</a:t>
            </a:r>
            <a:r>
              <a:rPr sz="1600" spc="-24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90" dirty="0">
                <a:solidFill>
                  <a:srgbClr val="7E7E7E"/>
                </a:solidFill>
                <a:latin typeface="Consolas"/>
                <a:cs typeface="Consolas"/>
              </a:rPr>
              <a:t>fin</a:t>
            </a:r>
            <a:r>
              <a:rPr sz="1600" spc="-24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75" dirty="0">
                <a:solidFill>
                  <a:srgbClr val="7E7E7E"/>
                </a:solidFill>
                <a:latin typeface="Consolas"/>
                <a:cs typeface="Consolas"/>
              </a:rPr>
              <a:t>de</a:t>
            </a:r>
            <a:r>
              <a:rPr sz="1600" spc="-23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Consolas"/>
                <a:cs typeface="Consolas"/>
              </a:rPr>
              <a:t>l’AdapterView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994"/>
              </a:spcBef>
              <a:defRPr/>
            </a:pPr>
            <a:r>
              <a:rPr sz="1600" spc="-55" dirty="0">
                <a:solidFill>
                  <a:srgbClr val="7E7E7E"/>
                </a:solidFill>
                <a:latin typeface="Consolas"/>
                <a:cs typeface="Consolas"/>
              </a:rPr>
              <a:t>//</a:t>
            </a:r>
            <a:r>
              <a:rPr sz="1600" spc="-19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95" dirty="0">
                <a:solidFill>
                  <a:srgbClr val="7E7E7E"/>
                </a:solidFill>
                <a:latin typeface="Consolas"/>
                <a:cs typeface="Consolas"/>
              </a:rPr>
              <a:t>insérer</a:t>
            </a:r>
            <a:r>
              <a:rPr sz="1600" spc="-19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55" dirty="0">
                <a:solidFill>
                  <a:srgbClr val="7E7E7E"/>
                </a:solidFill>
                <a:latin typeface="Consolas"/>
                <a:cs typeface="Consolas"/>
              </a:rPr>
              <a:t>un</a:t>
            </a:r>
            <a:r>
              <a:rPr sz="1600" spc="-19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95" dirty="0">
                <a:solidFill>
                  <a:srgbClr val="7E7E7E"/>
                </a:solidFill>
                <a:latin typeface="Consolas"/>
                <a:cs typeface="Consolas"/>
              </a:rPr>
              <a:t>élément</a:t>
            </a:r>
            <a:r>
              <a:rPr sz="1600" spc="-18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7E7E7E"/>
                </a:solidFill>
                <a:latin typeface="Consolas"/>
                <a:cs typeface="Consolas"/>
              </a:rPr>
              <a:t>à</a:t>
            </a:r>
            <a:r>
              <a:rPr sz="1600" spc="-19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75" dirty="0">
                <a:solidFill>
                  <a:srgbClr val="7E7E7E"/>
                </a:solidFill>
                <a:latin typeface="Consolas"/>
                <a:cs typeface="Consolas"/>
              </a:rPr>
              <a:t>une</a:t>
            </a:r>
            <a:r>
              <a:rPr sz="1600" spc="-19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95" dirty="0">
                <a:solidFill>
                  <a:srgbClr val="7E7E7E"/>
                </a:solidFill>
                <a:latin typeface="Consolas"/>
                <a:cs typeface="Consolas"/>
              </a:rPr>
              <a:t>position</a:t>
            </a:r>
            <a:r>
              <a:rPr sz="1600" spc="-17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onsolas"/>
                <a:cs typeface="Consolas"/>
              </a:rPr>
              <a:t>donnée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994"/>
              </a:spcBef>
              <a:defRPr/>
            </a:pPr>
            <a:r>
              <a:rPr sz="1600" spc="-55" dirty="0">
                <a:solidFill>
                  <a:srgbClr val="7E7E7E"/>
                </a:solidFill>
                <a:latin typeface="Consolas"/>
                <a:cs typeface="Consolas"/>
              </a:rPr>
              <a:t>//</a:t>
            </a:r>
            <a:r>
              <a:rPr sz="1600" spc="-17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95" dirty="0">
                <a:solidFill>
                  <a:srgbClr val="7E7E7E"/>
                </a:solidFill>
                <a:latin typeface="Consolas"/>
                <a:cs typeface="Consolas"/>
              </a:rPr>
              <a:t>insérer</a:t>
            </a:r>
            <a:r>
              <a:rPr sz="1600" spc="-17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0" dirty="0">
                <a:solidFill>
                  <a:srgbClr val="7E7E7E"/>
                </a:solidFill>
                <a:latin typeface="Consolas"/>
                <a:cs typeface="Consolas"/>
              </a:rPr>
              <a:t>plusieurs</a:t>
            </a:r>
            <a:r>
              <a:rPr sz="1600" spc="-16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onsolas"/>
                <a:cs typeface="Consolas"/>
              </a:rPr>
              <a:t>éléments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1010"/>
              </a:spcBef>
              <a:defRPr/>
            </a:pPr>
            <a:r>
              <a:rPr sz="1600" spc="-55" dirty="0">
                <a:solidFill>
                  <a:srgbClr val="7E7E7E"/>
                </a:solidFill>
                <a:latin typeface="Consolas"/>
                <a:cs typeface="Consolas"/>
              </a:rPr>
              <a:t>//</a:t>
            </a:r>
            <a:r>
              <a:rPr sz="1600" spc="-17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0" dirty="0">
                <a:solidFill>
                  <a:srgbClr val="7E7E7E"/>
                </a:solidFill>
                <a:latin typeface="Consolas"/>
                <a:cs typeface="Consolas"/>
              </a:rPr>
              <a:t>récupérer</a:t>
            </a:r>
            <a:r>
              <a:rPr sz="1600" spc="-17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0" dirty="0">
                <a:solidFill>
                  <a:srgbClr val="7E7E7E"/>
                </a:solidFill>
                <a:latin typeface="Consolas"/>
                <a:cs typeface="Consolas"/>
              </a:rPr>
              <a:t>l’élément</a:t>
            </a:r>
            <a:r>
              <a:rPr sz="1600" spc="-17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90" dirty="0">
                <a:solidFill>
                  <a:srgbClr val="7E7E7E"/>
                </a:solidFill>
                <a:latin typeface="Consolas"/>
                <a:cs typeface="Consolas"/>
              </a:rPr>
              <a:t>d’une</a:t>
            </a:r>
            <a:r>
              <a:rPr sz="1600" spc="-17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0" dirty="0">
                <a:solidFill>
                  <a:srgbClr val="7E7E7E"/>
                </a:solidFill>
                <a:latin typeface="Consolas"/>
                <a:cs typeface="Consolas"/>
              </a:rPr>
              <a:t>position</a:t>
            </a:r>
            <a:r>
              <a:rPr sz="1600" spc="-17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45" dirty="0">
                <a:solidFill>
                  <a:srgbClr val="7E7E7E"/>
                </a:solidFill>
                <a:latin typeface="Consolas"/>
                <a:cs typeface="Consolas"/>
              </a:rPr>
              <a:t>donnée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1000"/>
              </a:spcBef>
              <a:defRPr/>
            </a:pPr>
            <a:r>
              <a:rPr sz="1600" spc="-55" dirty="0">
                <a:solidFill>
                  <a:srgbClr val="7E7E7E"/>
                </a:solidFill>
                <a:latin typeface="Consolas"/>
                <a:cs typeface="Consolas"/>
              </a:rPr>
              <a:t>//</a:t>
            </a:r>
            <a:r>
              <a:rPr sz="1600" spc="-18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0" dirty="0">
                <a:solidFill>
                  <a:srgbClr val="7E7E7E"/>
                </a:solidFill>
                <a:latin typeface="Consolas"/>
                <a:cs typeface="Consolas"/>
              </a:rPr>
              <a:t>récupérer</a:t>
            </a:r>
            <a:r>
              <a:rPr sz="1600" spc="-17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55" dirty="0">
                <a:solidFill>
                  <a:srgbClr val="7E7E7E"/>
                </a:solidFill>
                <a:latin typeface="Consolas"/>
                <a:cs typeface="Consolas"/>
              </a:rPr>
              <a:t>la</a:t>
            </a:r>
            <a:r>
              <a:rPr sz="1600" spc="-17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0" dirty="0">
                <a:solidFill>
                  <a:srgbClr val="7E7E7E"/>
                </a:solidFill>
                <a:latin typeface="Consolas"/>
                <a:cs typeface="Consolas"/>
              </a:rPr>
              <a:t>position</a:t>
            </a:r>
            <a:r>
              <a:rPr sz="1600" spc="-17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85" dirty="0">
                <a:solidFill>
                  <a:srgbClr val="7E7E7E"/>
                </a:solidFill>
                <a:latin typeface="Consolas"/>
                <a:cs typeface="Consolas"/>
              </a:rPr>
              <a:t>d’un</a:t>
            </a:r>
            <a:r>
              <a:rPr sz="1600" spc="-17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95" dirty="0">
                <a:solidFill>
                  <a:srgbClr val="7E7E7E"/>
                </a:solidFill>
                <a:latin typeface="Consolas"/>
                <a:cs typeface="Consolas"/>
              </a:rPr>
              <a:t>élément</a:t>
            </a:r>
            <a:r>
              <a:rPr sz="1600" spc="-17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onsolas"/>
                <a:cs typeface="Consolas"/>
              </a:rPr>
              <a:t>donné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994"/>
              </a:spcBef>
              <a:defRPr/>
            </a:pPr>
            <a:r>
              <a:rPr sz="1600" spc="-55" dirty="0">
                <a:solidFill>
                  <a:srgbClr val="7E7E7E"/>
                </a:solidFill>
                <a:latin typeface="Consolas"/>
                <a:cs typeface="Consolas"/>
              </a:rPr>
              <a:t>//</a:t>
            </a:r>
            <a:r>
              <a:rPr sz="1600" spc="-18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0" dirty="0">
                <a:solidFill>
                  <a:srgbClr val="7E7E7E"/>
                </a:solidFill>
                <a:latin typeface="Consolas"/>
                <a:cs typeface="Consolas"/>
              </a:rPr>
              <a:t>supprimer</a:t>
            </a:r>
            <a:r>
              <a:rPr sz="1600" spc="-18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55" dirty="0">
                <a:solidFill>
                  <a:srgbClr val="7E7E7E"/>
                </a:solidFill>
                <a:latin typeface="Consolas"/>
                <a:cs typeface="Consolas"/>
              </a:rPr>
              <a:t>un</a:t>
            </a:r>
            <a:r>
              <a:rPr sz="1600" spc="-17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95" dirty="0">
                <a:solidFill>
                  <a:srgbClr val="7E7E7E"/>
                </a:solidFill>
                <a:latin typeface="Consolas"/>
                <a:cs typeface="Consolas"/>
              </a:rPr>
              <a:t>élément</a:t>
            </a:r>
            <a:r>
              <a:rPr sz="1600" spc="-18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onsolas"/>
                <a:cs typeface="Consolas"/>
              </a:rPr>
              <a:t>donnée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1005"/>
              </a:spcBef>
              <a:defRPr/>
            </a:pPr>
            <a:r>
              <a:rPr sz="1600" spc="-55" dirty="0">
                <a:solidFill>
                  <a:srgbClr val="7E7E7E"/>
                </a:solidFill>
                <a:latin typeface="Consolas"/>
                <a:cs typeface="Consolas"/>
              </a:rPr>
              <a:t>//</a:t>
            </a:r>
            <a:r>
              <a:rPr sz="1600" spc="-18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0" dirty="0">
                <a:solidFill>
                  <a:srgbClr val="7E7E7E"/>
                </a:solidFill>
                <a:latin typeface="Consolas"/>
                <a:cs typeface="Consolas"/>
              </a:rPr>
              <a:t>supprimer</a:t>
            </a:r>
            <a:r>
              <a:rPr sz="1600" spc="-19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85" dirty="0">
                <a:solidFill>
                  <a:srgbClr val="7E7E7E"/>
                </a:solidFill>
                <a:latin typeface="Consolas"/>
                <a:cs typeface="Consolas"/>
              </a:rPr>
              <a:t>tous</a:t>
            </a:r>
            <a:r>
              <a:rPr sz="1600" spc="-18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70" dirty="0">
                <a:solidFill>
                  <a:srgbClr val="7E7E7E"/>
                </a:solidFill>
                <a:latin typeface="Consolas"/>
                <a:cs typeface="Consolas"/>
              </a:rPr>
              <a:t>les</a:t>
            </a:r>
            <a:r>
              <a:rPr sz="1600" spc="-17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onsolas"/>
                <a:cs typeface="Consolas"/>
              </a:rPr>
              <a:t>éléments</a:t>
            </a:r>
            <a:endParaRPr sz="1600">
              <a:latin typeface="Consolas"/>
              <a:cs typeface="Consolas"/>
            </a:endParaRPr>
          </a:p>
          <a:p>
            <a:pPr marL="307975" marR="691515" indent="-295910">
              <a:lnSpc>
                <a:spcPct val="126299"/>
              </a:lnSpc>
              <a:spcBef>
                <a:spcPts val="495"/>
              </a:spcBef>
              <a:defRPr/>
            </a:pPr>
            <a:r>
              <a:rPr sz="1600" spc="-55" dirty="0">
                <a:solidFill>
                  <a:srgbClr val="7E7E7E"/>
                </a:solidFill>
                <a:latin typeface="Consolas"/>
                <a:cs typeface="Consolas"/>
              </a:rPr>
              <a:t>//</a:t>
            </a:r>
            <a:r>
              <a:rPr sz="1600" spc="-17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95" dirty="0">
                <a:solidFill>
                  <a:srgbClr val="7E7E7E"/>
                </a:solidFill>
                <a:latin typeface="Consolas"/>
                <a:cs typeface="Consolas"/>
              </a:rPr>
              <a:t>notifie</a:t>
            </a:r>
            <a:r>
              <a:rPr sz="1600" spc="-17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5" dirty="0">
                <a:solidFill>
                  <a:srgbClr val="7E7E7E"/>
                </a:solidFill>
                <a:latin typeface="Consolas"/>
                <a:cs typeface="Consolas"/>
              </a:rPr>
              <a:t>l’AdapterView</a:t>
            </a:r>
            <a:r>
              <a:rPr sz="1600" spc="-16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70" dirty="0">
                <a:solidFill>
                  <a:srgbClr val="7E7E7E"/>
                </a:solidFill>
                <a:latin typeface="Consolas"/>
                <a:cs typeface="Consolas"/>
              </a:rPr>
              <a:t>des</a:t>
            </a:r>
            <a:r>
              <a:rPr sz="1600" spc="-160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80" dirty="0">
                <a:solidFill>
                  <a:srgbClr val="7E7E7E"/>
                </a:solidFill>
                <a:latin typeface="Consolas"/>
                <a:cs typeface="Consolas"/>
              </a:rPr>
              <a:t>nouveaux </a:t>
            </a:r>
            <a:r>
              <a:rPr sz="1600" spc="-100" dirty="0">
                <a:solidFill>
                  <a:srgbClr val="7E7E7E"/>
                </a:solidFill>
                <a:latin typeface="Consolas"/>
                <a:cs typeface="Consolas"/>
              </a:rPr>
              <a:t>changements</a:t>
            </a:r>
            <a:r>
              <a:rPr sz="1600" spc="-18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85" dirty="0">
                <a:solidFill>
                  <a:srgbClr val="7E7E7E"/>
                </a:solidFill>
                <a:latin typeface="Consolas"/>
                <a:cs typeface="Consolas"/>
              </a:rPr>
              <a:t>pour</a:t>
            </a:r>
            <a:r>
              <a:rPr sz="1600" spc="-17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55" dirty="0">
                <a:solidFill>
                  <a:srgbClr val="7E7E7E"/>
                </a:solidFill>
                <a:latin typeface="Consolas"/>
                <a:cs typeface="Consolas"/>
              </a:rPr>
              <a:t>se</a:t>
            </a:r>
            <a:r>
              <a:rPr sz="1600" spc="-175" dirty="0">
                <a:solidFill>
                  <a:srgbClr val="7E7E7E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onsolas"/>
                <a:cs typeface="Consolas"/>
              </a:rPr>
              <a:t>rafraîchir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25" dirty="0"/>
              <a:t> </a:t>
            </a:r>
            <a:r>
              <a:rPr dirty="0"/>
              <a:t>à</a:t>
            </a:r>
            <a:r>
              <a:rPr spc="-114" dirty="0"/>
              <a:t> </a:t>
            </a:r>
            <a:r>
              <a:rPr spc="-10" dirty="0"/>
              <a:t>adaptateur</a:t>
            </a:r>
            <a:r>
              <a:rPr spc="-110" dirty="0"/>
              <a:t> </a:t>
            </a:r>
            <a:r>
              <a:rPr dirty="0"/>
              <a:t>personnalisé</a:t>
            </a:r>
            <a:r>
              <a:rPr spc="-105" dirty="0"/>
              <a:t> </a:t>
            </a:r>
            <a:r>
              <a:rPr spc="-10" dirty="0"/>
              <a:t>(1/3)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18489" y="1754124"/>
            <a:ext cx="8910955" cy="3503295"/>
            <a:chOff x="94488" y="1754123"/>
            <a:chExt cx="8910955" cy="35032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0548" y="1754123"/>
              <a:ext cx="6840347" cy="3162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4571" y="2955035"/>
              <a:ext cx="1380744" cy="21701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728" y="2926079"/>
              <a:ext cx="1602486" cy="4594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636" y="2897174"/>
              <a:ext cx="1373886" cy="5494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8684" y="2955035"/>
              <a:ext cx="1426845" cy="283845"/>
            </a:xfrm>
            <a:custGeom>
              <a:avLst/>
              <a:gdLst/>
              <a:ahLst/>
              <a:cxnLst/>
              <a:rect l="l" t="t" r="r" b="b"/>
              <a:pathLst>
                <a:path w="1426845" h="283844">
                  <a:moveTo>
                    <a:pt x="1284732" y="0"/>
                  </a:moveTo>
                  <a:lnTo>
                    <a:pt x="141731" y="0"/>
                  </a:lnTo>
                  <a:lnTo>
                    <a:pt x="96936" y="7229"/>
                  </a:lnTo>
                  <a:lnTo>
                    <a:pt x="58029" y="27358"/>
                  </a:lnTo>
                  <a:lnTo>
                    <a:pt x="27347" y="58046"/>
                  </a:lnTo>
                  <a:lnTo>
                    <a:pt x="7226" y="96950"/>
                  </a:lnTo>
                  <a:lnTo>
                    <a:pt x="0" y="141731"/>
                  </a:lnTo>
                  <a:lnTo>
                    <a:pt x="0" y="283463"/>
                  </a:lnTo>
                  <a:lnTo>
                    <a:pt x="1426464" y="283463"/>
                  </a:lnTo>
                  <a:lnTo>
                    <a:pt x="1426464" y="141731"/>
                  </a:lnTo>
                  <a:lnTo>
                    <a:pt x="1419234" y="96950"/>
                  </a:lnTo>
                  <a:lnTo>
                    <a:pt x="1399105" y="58046"/>
                  </a:lnTo>
                  <a:lnTo>
                    <a:pt x="1368417" y="27358"/>
                  </a:lnTo>
                  <a:lnTo>
                    <a:pt x="1329513" y="7229"/>
                  </a:lnTo>
                  <a:lnTo>
                    <a:pt x="1284732" y="0"/>
                  </a:lnTo>
                  <a:close/>
                </a:path>
              </a:pathLst>
            </a:custGeom>
            <a:solidFill>
              <a:srgbClr val="8FC36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728" y="3209543"/>
              <a:ext cx="1602486" cy="204749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488" y="3201923"/>
              <a:ext cx="1078217" cy="204292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8684" y="3238499"/>
              <a:ext cx="1426845" cy="1871980"/>
            </a:xfrm>
            <a:custGeom>
              <a:avLst/>
              <a:gdLst/>
              <a:ahLst/>
              <a:cxnLst/>
              <a:rect l="l" t="t" r="r" b="b"/>
              <a:pathLst>
                <a:path w="1426845" h="1871979">
                  <a:moveTo>
                    <a:pt x="1426464" y="0"/>
                  </a:moveTo>
                  <a:lnTo>
                    <a:pt x="0" y="0"/>
                  </a:lnTo>
                  <a:lnTo>
                    <a:pt x="0" y="1871472"/>
                  </a:lnTo>
                  <a:lnTo>
                    <a:pt x="1426464" y="1871472"/>
                  </a:lnTo>
                  <a:lnTo>
                    <a:pt x="1426464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40815" y="3901821"/>
            <a:ext cx="221615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  <a:defRPr/>
            </a:pPr>
            <a:r>
              <a:rPr sz="1400" b="1" spc="-25" dirty="0">
                <a:solidFill>
                  <a:srgbClr val="A6A6A6"/>
                </a:solidFill>
                <a:latin typeface="Consolas"/>
                <a:cs typeface="Consolas"/>
              </a:rPr>
              <a:t>Ma Ju Sa Ur Ne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49653" y="3960403"/>
            <a:ext cx="491490" cy="1032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  <a:defRPr/>
            </a:pPr>
            <a:r>
              <a:rPr sz="1400" b="1" spc="-25" dirty="0">
                <a:solidFill>
                  <a:srgbClr val="A6A6A6"/>
                </a:solidFill>
                <a:latin typeface="Consolas"/>
                <a:cs typeface="Consolas"/>
              </a:rPr>
              <a:t>rs</a:t>
            </a:r>
            <a:endParaRPr sz="1400">
              <a:latin typeface="Consolas"/>
              <a:cs typeface="Consolas"/>
            </a:endParaRPr>
          </a:p>
          <a:p>
            <a:pPr>
              <a:defRPr/>
            </a:pPr>
            <a:r>
              <a:rPr sz="1400" b="1" spc="-20" dirty="0">
                <a:solidFill>
                  <a:srgbClr val="A6A6A6"/>
                </a:solidFill>
                <a:latin typeface="Consolas"/>
                <a:cs typeface="Consolas"/>
              </a:rPr>
              <a:t>piter turn anus ptune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976627" y="3802379"/>
            <a:ext cx="1619250" cy="1860550"/>
            <a:chOff x="452627" y="3802379"/>
            <a:chExt cx="1619250" cy="186055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7867" y="3810025"/>
              <a:ext cx="1604009" cy="185242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627" y="3802379"/>
              <a:ext cx="1177264" cy="161620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6823" y="3838955"/>
              <a:ext cx="1428115" cy="1676400"/>
            </a:xfrm>
            <a:custGeom>
              <a:avLst/>
              <a:gdLst/>
              <a:ahLst/>
              <a:cxnLst/>
              <a:rect l="l" t="t" r="r" b="b"/>
              <a:pathLst>
                <a:path w="1428114" h="1676400">
                  <a:moveTo>
                    <a:pt x="1427988" y="0"/>
                  </a:moveTo>
                  <a:lnTo>
                    <a:pt x="0" y="0"/>
                  </a:lnTo>
                  <a:lnTo>
                    <a:pt x="0" y="1676400"/>
                  </a:lnTo>
                  <a:lnTo>
                    <a:pt x="1427988" y="1676400"/>
                  </a:lnTo>
                  <a:lnTo>
                    <a:pt x="1427988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099869" y="3861942"/>
            <a:ext cx="81216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  <a:defRPr/>
            </a:pPr>
            <a:r>
              <a:rPr sz="1400" b="1" spc="-10" dirty="0">
                <a:latin typeface="Consolas"/>
                <a:cs typeface="Consolas"/>
              </a:rPr>
              <a:t>country1 country2 country3 country4 country5</a:t>
            </a:r>
            <a:endParaRPr sz="1400">
              <a:latin typeface="Consolas"/>
              <a:cs typeface="Consolas"/>
            </a:endParaRPr>
          </a:p>
          <a:p>
            <a:pPr marL="12700">
              <a:spcBef>
                <a:spcPts val="5"/>
              </a:spcBef>
              <a:defRPr/>
            </a:pPr>
            <a:r>
              <a:rPr sz="1400" b="1" spc="-25" dirty="0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51932" y="3974591"/>
            <a:ext cx="1011936" cy="970788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13</a:t>
            </a:fld>
            <a:endParaRPr spc="-25" dirty="0">
              <a:solidFill>
                <a:prstClr val="white"/>
              </a:solidFill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89403" y="3276601"/>
            <a:ext cx="8179434" cy="2034539"/>
            <a:chOff x="467868" y="3284232"/>
            <a:chExt cx="8179434" cy="2034539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64324" y="3445764"/>
              <a:ext cx="1482852" cy="18729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7868" y="3329990"/>
              <a:ext cx="1604009" cy="6560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2920" y="3284232"/>
              <a:ext cx="1373886" cy="76274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96824" y="3358896"/>
              <a:ext cx="1428115" cy="480059"/>
            </a:xfrm>
            <a:custGeom>
              <a:avLst/>
              <a:gdLst/>
              <a:ahLst/>
              <a:cxnLst/>
              <a:rect l="l" t="t" r="r" b="b"/>
              <a:pathLst>
                <a:path w="1428114" h="480060">
                  <a:moveTo>
                    <a:pt x="1257300" y="0"/>
                  </a:moveTo>
                  <a:lnTo>
                    <a:pt x="170637" y="0"/>
                  </a:lnTo>
                  <a:lnTo>
                    <a:pt x="125277" y="6099"/>
                  </a:lnTo>
                  <a:lnTo>
                    <a:pt x="84516" y="23311"/>
                  </a:lnTo>
                  <a:lnTo>
                    <a:pt x="49980" y="50006"/>
                  </a:lnTo>
                  <a:lnTo>
                    <a:pt x="23298" y="84553"/>
                  </a:lnTo>
                  <a:lnTo>
                    <a:pt x="6095" y="125324"/>
                  </a:lnTo>
                  <a:lnTo>
                    <a:pt x="0" y="170687"/>
                  </a:lnTo>
                  <a:lnTo>
                    <a:pt x="0" y="480059"/>
                  </a:lnTo>
                  <a:lnTo>
                    <a:pt x="1427988" y="480059"/>
                  </a:lnTo>
                  <a:lnTo>
                    <a:pt x="1427988" y="170687"/>
                  </a:lnTo>
                  <a:lnTo>
                    <a:pt x="1421888" y="125324"/>
                  </a:lnTo>
                  <a:lnTo>
                    <a:pt x="1404676" y="84553"/>
                  </a:lnTo>
                  <a:lnTo>
                    <a:pt x="1377981" y="50006"/>
                  </a:lnTo>
                  <a:lnTo>
                    <a:pt x="1343434" y="23311"/>
                  </a:lnTo>
                  <a:lnTo>
                    <a:pt x="1302663" y="6099"/>
                  </a:lnTo>
                  <a:lnTo>
                    <a:pt x="1257300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02714" y="2956688"/>
            <a:ext cx="1493520" cy="993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2075">
              <a:spcBef>
                <a:spcPts val="105"/>
              </a:spcBef>
              <a:defRPr/>
            </a:pPr>
            <a:r>
              <a:rPr sz="1400" b="1" spc="-10" dirty="0">
                <a:solidFill>
                  <a:srgbClr val="FFFFFF"/>
                </a:solidFill>
                <a:latin typeface="Consolas"/>
                <a:cs typeface="Consolas"/>
              </a:rPr>
              <a:t>Collection</a:t>
            </a:r>
            <a:endParaRPr sz="1400" dirty="0">
              <a:latin typeface="Consolas"/>
              <a:cs typeface="Consolas"/>
            </a:endParaRPr>
          </a:p>
          <a:p>
            <a:pPr marL="50800">
              <a:spcBef>
                <a:spcPts val="1360"/>
              </a:spcBef>
              <a:defRPr/>
            </a:pPr>
            <a:r>
              <a:rPr sz="2100" b="1" spc="22" baseline="25793" dirty="0">
                <a:solidFill>
                  <a:srgbClr val="A6A6A6"/>
                </a:solidFill>
                <a:latin typeface="Consolas"/>
                <a:cs typeface="Consolas"/>
              </a:rPr>
              <a:t>Mer</a:t>
            </a:r>
            <a:r>
              <a:rPr sz="2100" b="1" spc="30" baseline="25793" dirty="0">
                <a:solidFill>
                  <a:srgbClr val="A6A6A6"/>
                </a:solidFill>
                <a:latin typeface="Consolas"/>
                <a:cs typeface="Consolas"/>
              </a:rPr>
              <a:t>c</a:t>
            </a:r>
            <a:r>
              <a:rPr sz="2100" b="1" spc="-967" baseline="25793" dirty="0">
                <a:solidFill>
                  <a:srgbClr val="A6A6A6"/>
                </a:solidFill>
                <a:latin typeface="Consolas"/>
                <a:cs typeface="Consolas"/>
              </a:rPr>
              <a:t>u</a:t>
            </a:r>
            <a:r>
              <a:rPr sz="1400" b="1" spc="-114" dirty="0">
                <a:solidFill>
                  <a:srgbClr val="FFFFFF"/>
                </a:solidFill>
                <a:latin typeface="Consolas"/>
                <a:cs typeface="Consolas"/>
              </a:rPr>
              <a:t>C</a:t>
            </a:r>
            <a:r>
              <a:rPr sz="2100" b="1" spc="-975" baseline="25793" dirty="0">
                <a:solidFill>
                  <a:srgbClr val="A6A6A6"/>
                </a:solidFill>
                <a:latin typeface="Consolas"/>
                <a:cs typeface="Consolas"/>
              </a:rPr>
              <a:t>r</a:t>
            </a:r>
            <a:r>
              <a:rPr sz="1400" b="1" spc="-114" dirty="0">
                <a:solidFill>
                  <a:srgbClr val="FFFFFF"/>
                </a:solidFill>
                <a:latin typeface="Consolas"/>
                <a:cs typeface="Consolas"/>
              </a:rPr>
              <a:t>o</a:t>
            </a:r>
            <a:r>
              <a:rPr sz="2100" b="1" spc="-967" baseline="25793" dirty="0">
                <a:solidFill>
                  <a:srgbClr val="A6A6A6"/>
                </a:solidFill>
                <a:latin typeface="Consolas"/>
                <a:cs typeface="Consolas"/>
              </a:rPr>
              <a:t>y</a:t>
            </a:r>
            <a:r>
              <a:rPr sz="1400" b="1" dirty="0">
                <a:solidFill>
                  <a:srgbClr val="FFFFFF"/>
                </a:solidFill>
                <a:latin typeface="Consolas"/>
                <a:cs typeface="Consolas"/>
              </a:rPr>
              <a:t>l</a:t>
            </a:r>
            <a:r>
              <a:rPr sz="1400" b="1" spc="20" dirty="0">
                <a:solidFill>
                  <a:srgbClr val="FFFFFF"/>
                </a:solidFill>
                <a:latin typeface="Consolas"/>
                <a:cs typeface="Consolas"/>
              </a:rPr>
              <a:t>l</a:t>
            </a:r>
            <a:r>
              <a:rPr sz="1400" b="1" dirty="0">
                <a:solidFill>
                  <a:srgbClr val="FFFFFF"/>
                </a:solidFill>
                <a:latin typeface="Consolas"/>
                <a:cs typeface="Consolas"/>
              </a:rPr>
              <a:t>e</a:t>
            </a:r>
            <a:r>
              <a:rPr sz="1400" b="1" spc="20" dirty="0">
                <a:solidFill>
                  <a:srgbClr val="FFFFFF"/>
                </a:solidFill>
                <a:latin typeface="Consolas"/>
                <a:cs typeface="Consolas"/>
              </a:rPr>
              <a:t>ct</a:t>
            </a:r>
            <a:r>
              <a:rPr sz="1400" b="1" dirty="0">
                <a:solidFill>
                  <a:srgbClr val="FFFFFF"/>
                </a:solidFill>
                <a:latin typeface="Consolas"/>
                <a:cs typeface="Consolas"/>
              </a:rPr>
              <a:t>i</a:t>
            </a:r>
            <a:r>
              <a:rPr sz="1400" b="1" spc="20" dirty="0">
                <a:solidFill>
                  <a:srgbClr val="FFFFFF"/>
                </a:solidFill>
                <a:latin typeface="Consolas"/>
                <a:cs typeface="Consolas"/>
              </a:rPr>
              <a:t>o</a:t>
            </a:r>
            <a:r>
              <a:rPr sz="1400" b="1" spc="15" dirty="0">
                <a:solidFill>
                  <a:srgbClr val="FFFFFF"/>
                </a:solidFill>
                <a:latin typeface="Consolas"/>
                <a:cs typeface="Consolas"/>
              </a:rPr>
              <a:t>n</a:t>
            </a:r>
            <a:endParaRPr sz="1400" dirty="0">
              <a:latin typeface="Consolas"/>
              <a:cs typeface="Consolas"/>
            </a:endParaRPr>
          </a:p>
          <a:p>
            <a:pPr marL="50800" marR="140970">
              <a:lnSpc>
                <a:spcPct val="61500"/>
              </a:lnSpc>
              <a:spcBef>
                <a:spcPts val="650"/>
              </a:spcBef>
              <a:defRPr/>
            </a:pPr>
            <a:r>
              <a:rPr sz="2100" b="1" spc="-15" baseline="25793" dirty="0">
                <a:solidFill>
                  <a:srgbClr val="A6A6A6"/>
                </a:solidFill>
                <a:latin typeface="Consolas"/>
                <a:cs typeface="Consolas"/>
              </a:rPr>
              <a:t>Ven</a:t>
            </a:r>
            <a:r>
              <a:rPr sz="2100" b="1" spc="-7" baseline="25793" dirty="0">
                <a:solidFill>
                  <a:srgbClr val="A6A6A6"/>
                </a:solidFill>
                <a:latin typeface="Consolas"/>
                <a:cs typeface="Consolas"/>
              </a:rPr>
              <a:t>u</a:t>
            </a:r>
            <a:r>
              <a:rPr sz="2100" b="1" spc="-1005" baseline="25793" dirty="0">
                <a:solidFill>
                  <a:srgbClr val="A6A6A6"/>
                </a:solidFill>
                <a:latin typeface="Consolas"/>
                <a:cs typeface="Consolas"/>
              </a:rPr>
              <a:t>s</a:t>
            </a:r>
            <a:r>
              <a:rPr sz="1400" b="1" spc="-20" dirty="0">
                <a:solidFill>
                  <a:srgbClr val="FFFFFF"/>
                </a:solidFill>
                <a:latin typeface="Consolas"/>
                <a:cs typeface="Consolas"/>
              </a:rPr>
              <a:t>&lt;</a:t>
            </a:r>
            <a:r>
              <a:rPr sz="1400" b="1" spc="-5" dirty="0">
                <a:solidFill>
                  <a:srgbClr val="C5DFB4"/>
                </a:solidFill>
                <a:latin typeface="Consolas"/>
                <a:cs typeface="Consolas"/>
              </a:rPr>
              <a:t>C</a:t>
            </a:r>
            <a:r>
              <a:rPr sz="1400" b="1" spc="-10" dirty="0">
                <a:solidFill>
                  <a:srgbClr val="C5DFB4"/>
                </a:solidFill>
                <a:latin typeface="Consolas"/>
                <a:cs typeface="Consolas"/>
              </a:rPr>
              <a:t>oun</a:t>
            </a:r>
            <a:r>
              <a:rPr sz="1400" b="1" spc="-5" dirty="0">
                <a:solidFill>
                  <a:srgbClr val="C5DFB4"/>
                </a:solidFill>
                <a:latin typeface="Consolas"/>
                <a:cs typeface="Consolas"/>
              </a:rPr>
              <a:t>tr</a:t>
            </a:r>
            <a:r>
              <a:rPr sz="1400" b="1" spc="-10" dirty="0">
                <a:solidFill>
                  <a:srgbClr val="C5DFB4"/>
                </a:solidFill>
                <a:latin typeface="Consolas"/>
                <a:cs typeface="Consolas"/>
              </a:rPr>
              <a:t>y</a:t>
            </a:r>
            <a:r>
              <a:rPr sz="1400" b="1" spc="-10" dirty="0">
                <a:solidFill>
                  <a:srgbClr val="FFFFFF"/>
                </a:solidFill>
                <a:latin typeface="Consolas"/>
                <a:cs typeface="Consolas"/>
              </a:rPr>
              <a:t>&gt;</a:t>
            </a:r>
            <a:r>
              <a:rPr sz="1400" b="1" spc="-6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A6A6A6"/>
                </a:solidFill>
                <a:latin typeface="Consolas"/>
                <a:cs typeface="Consolas"/>
              </a:rPr>
              <a:t>Earth</a:t>
            </a:r>
            <a:endParaRPr sz="14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8301" y="2372805"/>
            <a:ext cx="3609975" cy="2247265"/>
            <a:chOff x="114300" y="2372804"/>
            <a:chExt cx="3609975" cy="22472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11" y="2404632"/>
              <a:ext cx="2166375" cy="4995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444" y="2372804"/>
              <a:ext cx="1983486" cy="6301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3255" y="2420112"/>
              <a:ext cx="2018030" cy="350520"/>
            </a:xfrm>
            <a:custGeom>
              <a:avLst/>
              <a:gdLst/>
              <a:ahLst/>
              <a:cxnLst/>
              <a:rect l="l" t="t" r="r" b="b"/>
              <a:pathLst>
                <a:path w="2018030" h="350519">
                  <a:moveTo>
                    <a:pt x="1856358" y="0"/>
                  </a:moveTo>
                  <a:lnTo>
                    <a:pt x="161417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20"/>
                  </a:lnTo>
                  <a:lnTo>
                    <a:pt x="2017776" y="350520"/>
                  </a:lnTo>
                  <a:lnTo>
                    <a:pt x="2017776" y="161416"/>
                  </a:lnTo>
                  <a:lnTo>
                    <a:pt x="2012010" y="118503"/>
                  </a:lnTo>
                  <a:lnTo>
                    <a:pt x="1995739" y="79944"/>
                  </a:lnTo>
                  <a:lnTo>
                    <a:pt x="1970500" y="47275"/>
                  </a:lnTo>
                  <a:lnTo>
                    <a:pt x="1937831" y="22036"/>
                  </a:lnTo>
                  <a:lnTo>
                    <a:pt x="1899272" y="5765"/>
                  </a:lnTo>
                  <a:lnTo>
                    <a:pt x="1856358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" y="2741676"/>
              <a:ext cx="3609594" cy="187833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260" y="2813304"/>
              <a:ext cx="3441954" cy="171983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3255" y="2770632"/>
              <a:ext cx="3434079" cy="1702435"/>
            </a:xfrm>
            <a:custGeom>
              <a:avLst/>
              <a:gdLst/>
              <a:ahLst/>
              <a:cxnLst/>
              <a:rect l="l" t="t" r="r" b="b"/>
              <a:pathLst>
                <a:path w="3434079" h="1702435">
                  <a:moveTo>
                    <a:pt x="3147948" y="0"/>
                  </a:moveTo>
                  <a:lnTo>
                    <a:pt x="0" y="0"/>
                  </a:lnTo>
                  <a:lnTo>
                    <a:pt x="0" y="1416684"/>
                  </a:lnTo>
                  <a:lnTo>
                    <a:pt x="3738" y="1463011"/>
                  </a:lnTo>
                  <a:lnTo>
                    <a:pt x="14561" y="1506959"/>
                  </a:lnTo>
                  <a:lnTo>
                    <a:pt x="31880" y="1547940"/>
                  </a:lnTo>
                  <a:lnTo>
                    <a:pt x="55107" y="1585365"/>
                  </a:lnTo>
                  <a:lnTo>
                    <a:pt x="83654" y="1618646"/>
                  </a:lnTo>
                  <a:lnTo>
                    <a:pt x="116934" y="1647196"/>
                  </a:lnTo>
                  <a:lnTo>
                    <a:pt x="154357" y="1670425"/>
                  </a:lnTo>
                  <a:lnTo>
                    <a:pt x="195336" y="1687745"/>
                  </a:lnTo>
                  <a:lnTo>
                    <a:pt x="239283" y="1698569"/>
                  </a:lnTo>
                  <a:lnTo>
                    <a:pt x="285610" y="1702307"/>
                  </a:lnTo>
                  <a:lnTo>
                    <a:pt x="3433572" y="1702307"/>
                  </a:lnTo>
                  <a:lnTo>
                    <a:pt x="3433572" y="285622"/>
                  </a:lnTo>
                  <a:lnTo>
                    <a:pt x="3429833" y="239296"/>
                  </a:lnTo>
                  <a:lnTo>
                    <a:pt x="3419009" y="195348"/>
                  </a:lnTo>
                  <a:lnTo>
                    <a:pt x="3401689" y="154367"/>
                  </a:lnTo>
                  <a:lnTo>
                    <a:pt x="3378460" y="116942"/>
                  </a:lnTo>
                  <a:lnTo>
                    <a:pt x="3349910" y="83661"/>
                  </a:lnTo>
                  <a:lnTo>
                    <a:pt x="3316629" y="55111"/>
                  </a:lnTo>
                  <a:lnTo>
                    <a:pt x="3279204" y="31882"/>
                  </a:lnTo>
                  <a:lnTo>
                    <a:pt x="3238223" y="14562"/>
                  </a:lnTo>
                  <a:lnTo>
                    <a:pt x="3194275" y="3738"/>
                  </a:lnTo>
                  <a:lnTo>
                    <a:pt x="3147948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29511" y="3334258"/>
            <a:ext cx="29591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1500" b="1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500" b="1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00" b="1" spc="-10" dirty="0">
                <a:solidFill>
                  <a:srgbClr val="006FC0"/>
                </a:solidFill>
                <a:latin typeface="Consolas"/>
                <a:cs typeface="Consolas"/>
              </a:rPr>
              <a:t>Country</a:t>
            </a:r>
            <a:r>
              <a:rPr sz="1500" b="1" spc="-10" dirty="0">
                <a:latin typeface="Consolas"/>
                <a:cs typeface="Consolas"/>
              </a:rPr>
              <a:t>(flagId,</a:t>
            </a:r>
            <a:r>
              <a:rPr sz="1500" b="1" spc="-10" dirty="0">
                <a:solidFill>
                  <a:srgbClr val="C55A11"/>
                </a:solidFill>
                <a:latin typeface="Consolas"/>
                <a:cs typeface="Consolas"/>
              </a:rPr>
              <a:t>"Taiwan"</a:t>
            </a:r>
            <a:r>
              <a:rPr sz="1500" b="1" spc="-10" dirty="0">
                <a:latin typeface="Consolas"/>
                <a:cs typeface="Consolas"/>
              </a:rPr>
              <a:t>)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9512" y="3562857"/>
            <a:ext cx="306260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defRPr/>
            </a:pPr>
            <a:r>
              <a:rPr sz="1500" dirty="0">
                <a:solidFill>
                  <a:srgbClr val="A6A6A6"/>
                </a:solidFill>
                <a:latin typeface="Consolas"/>
                <a:cs typeface="Consolas"/>
              </a:rPr>
              <a:t>new</a:t>
            </a:r>
            <a:r>
              <a:rPr sz="15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A6A6A6"/>
                </a:solidFill>
                <a:latin typeface="Consolas"/>
                <a:cs typeface="Consolas"/>
              </a:rPr>
              <a:t>Country(flagId,"United…") </a:t>
            </a:r>
            <a:r>
              <a:rPr sz="1500" dirty="0">
                <a:solidFill>
                  <a:srgbClr val="A6A6A6"/>
                </a:solidFill>
                <a:latin typeface="Consolas"/>
                <a:cs typeface="Consolas"/>
              </a:rPr>
              <a:t>new</a:t>
            </a:r>
            <a:r>
              <a:rPr sz="15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A6A6A6"/>
                </a:solidFill>
                <a:latin typeface="Consolas"/>
                <a:cs typeface="Consolas"/>
              </a:rPr>
              <a:t>Country(flagId,"United…")</a:t>
            </a:r>
            <a:endParaRPr sz="1500">
              <a:latin typeface="Consolas"/>
              <a:cs typeface="Consolas"/>
            </a:endParaRPr>
          </a:p>
          <a:p>
            <a:pPr marL="12700">
              <a:defRPr/>
            </a:pPr>
            <a:r>
              <a:rPr sz="1500" spc="-25" dirty="0">
                <a:solidFill>
                  <a:srgbClr val="A6A6A6"/>
                </a:solidFill>
                <a:latin typeface="Consolas"/>
                <a:cs typeface="Consolas"/>
              </a:rPr>
              <a:t>...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25" dirty="0"/>
              <a:t> </a:t>
            </a:r>
            <a:r>
              <a:rPr dirty="0"/>
              <a:t>à</a:t>
            </a:r>
            <a:r>
              <a:rPr spc="-114" dirty="0"/>
              <a:t> </a:t>
            </a:r>
            <a:r>
              <a:rPr spc="-10" dirty="0"/>
              <a:t>adaptateur</a:t>
            </a:r>
            <a:r>
              <a:rPr spc="-110" dirty="0"/>
              <a:t> </a:t>
            </a:r>
            <a:r>
              <a:rPr dirty="0"/>
              <a:t>personnalisé</a:t>
            </a:r>
            <a:r>
              <a:rPr spc="-105" dirty="0"/>
              <a:t> </a:t>
            </a:r>
            <a:r>
              <a:rPr spc="-10" dirty="0"/>
              <a:t>(2/3)</a:t>
            </a:r>
          </a:p>
        </p:txBody>
      </p:sp>
      <p:sp>
        <p:nvSpPr>
          <p:cNvPr id="12" name="object 12"/>
          <p:cNvSpPr/>
          <p:nvPr/>
        </p:nvSpPr>
        <p:spPr>
          <a:xfrm>
            <a:off x="1742693" y="3348990"/>
            <a:ext cx="3107690" cy="280670"/>
          </a:xfrm>
          <a:custGeom>
            <a:avLst/>
            <a:gdLst/>
            <a:ahLst/>
            <a:cxnLst/>
            <a:rect l="l" t="t" r="r" b="b"/>
            <a:pathLst>
              <a:path w="3107690" h="280670">
                <a:moveTo>
                  <a:pt x="0" y="280416"/>
                </a:moveTo>
                <a:lnTo>
                  <a:pt x="3107435" y="280416"/>
                </a:lnTo>
                <a:lnTo>
                  <a:pt x="3107435" y="0"/>
                </a:lnTo>
                <a:lnTo>
                  <a:pt x="0" y="0"/>
                </a:lnTo>
                <a:lnTo>
                  <a:pt x="0" y="280416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80236" y="2441195"/>
            <a:ext cx="3782695" cy="921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List&lt;</a:t>
            </a:r>
            <a:r>
              <a:rPr sz="1700" b="1" spc="-10" dirty="0">
                <a:solidFill>
                  <a:srgbClr val="C5DFB4"/>
                </a:solidFill>
                <a:latin typeface="Consolas"/>
                <a:cs typeface="Consolas"/>
              </a:rPr>
              <a:t>Country</a:t>
            </a: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&gt;</a:t>
            </a:r>
            <a:endParaRPr sz="1700">
              <a:latin typeface="Consolas"/>
              <a:cs typeface="Consolas"/>
            </a:endParaRPr>
          </a:p>
          <a:p>
            <a:pPr marL="61594">
              <a:lnSpc>
                <a:spcPts val="1750"/>
              </a:lnSpc>
              <a:spcBef>
                <a:spcPts val="1385"/>
              </a:spcBef>
              <a:defRPr/>
            </a:pPr>
            <a:r>
              <a:rPr sz="1500" dirty="0">
                <a:solidFill>
                  <a:srgbClr val="A6A6A6"/>
                </a:solidFill>
                <a:latin typeface="Consolas"/>
                <a:cs typeface="Consolas"/>
              </a:rPr>
              <a:t>new</a:t>
            </a:r>
            <a:r>
              <a:rPr sz="1500" spc="-10" dirty="0">
                <a:solidFill>
                  <a:srgbClr val="A6A6A6"/>
                </a:solidFill>
                <a:latin typeface="Consolas"/>
                <a:cs typeface="Consolas"/>
              </a:rPr>
              <a:t> Country(flagId,"Sweden")</a:t>
            </a:r>
            <a:endParaRPr sz="1500">
              <a:latin typeface="Consolas"/>
              <a:cs typeface="Consolas"/>
            </a:endParaRPr>
          </a:p>
          <a:p>
            <a:pPr marL="61594">
              <a:lnSpc>
                <a:spcPts val="1870"/>
              </a:lnSpc>
              <a:defRPr/>
            </a:pPr>
            <a:r>
              <a:rPr sz="1500" dirty="0">
                <a:solidFill>
                  <a:srgbClr val="A6A6A6"/>
                </a:solidFill>
                <a:latin typeface="Consolas"/>
                <a:cs typeface="Consolas"/>
              </a:rPr>
              <a:t>new</a:t>
            </a:r>
            <a:r>
              <a:rPr sz="1500" spc="14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500" spc="-20" dirty="0">
                <a:solidFill>
                  <a:srgbClr val="A6A6A6"/>
                </a:solidFill>
                <a:latin typeface="Consolas"/>
                <a:cs typeface="Consolas"/>
              </a:rPr>
              <a:t>Country(flagId,"Switz…")</a:t>
            </a:r>
            <a:r>
              <a:rPr sz="1500" spc="-38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2400" b="1" spc="-15" baseline="17361" dirty="0">
                <a:solidFill>
                  <a:srgbClr val="FF0000"/>
                </a:solidFill>
                <a:latin typeface="Calibri"/>
                <a:cs typeface="Calibri"/>
              </a:rPr>
              <a:t>position</a:t>
            </a:r>
            <a:endParaRPr sz="2400" baseline="17361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731252" y="1711451"/>
            <a:ext cx="2719070" cy="3435350"/>
            <a:chOff x="6207252" y="1711451"/>
            <a:chExt cx="2719070" cy="343535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2324" y="3787140"/>
              <a:ext cx="1699260" cy="4541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383274" y="3768090"/>
              <a:ext cx="1737360" cy="492759"/>
            </a:xfrm>
            <a:custGeom>
              <a:avLst/>
              <a:gdLst/>
              <a:ahLst/>
              <a:cxnLst/>
              <a:rect l="l" t="t" r="r" b="b"/>
              <a:pathLst>
                <a:path w="1737359" h="492760">
                  <a:moveTo>
                    <a:pt x="0" y="492251"/>
                  </a:moveTo>
                  <a:lnTo>
                    <a:pt x="1737360" y="492251"/>
                  </a:lnTo>
                  <a:lnTo>
                    <a:pt x="1737360" y="0"/>
                  </a:lnTo>
                  <a:lnTo>
                    <a:pt x="0" y="0"/>
                  </a:lnTo>
                  <a:lnTo>
                    <a:pt x="0" y="49225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07252" y="1711451"/>
              <a:ext cx="2718816" cy="343509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403086" y="3787902"/>
              <a:ext cx="1699260" cy="445134"/>
            </a:xfrm>
            <a:custGeom>
              <a:avLst/>
              <a:gdLst/>
              <a:ahLst/>
              <a:cxnLst/>
              <a:rect l="l" t="t" r="r" b="b"/>
              <a:pathLst>
                <a:path w="1699259" h="445135">
                  <a:moveTo>
                    <a:pt x="0" y="445008"/>
                  </a:moveTo>
                  <a:lnTo>
                    <a:pt x="1699260" y="445008"/>
                  </a:lnTo>
                  <a:lnTo>
                    <a:pt x="1699260" y="0"/>
                  </a:lnTo>
                  <a:lnTo>
                    <a:pt x="0" y="0"/>
                  </a:lnTo>
                  <a:lnTo>
                    <a:pt x="0" y="44500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390634" y="3474465"/>
            <a:ext cx="7131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position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82000" y="3864864"/>
            <a:ext cx="1143000" cy="280846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34290" rIns="0" bIns="0" rtlCol="0">
            <a:spAutoFit/>
          </a:bodyPr>
          <a:lstStyle/>
          <a:p>
            <a:pPr marL="1270" algn="ctr">
              <a:spcBef>
                <a:spcPts val="270"/>
              </a:spcBef>
              <a:defRPr/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TV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471164" y="3209290"/>
            <a:ext cx="5537200" cy="1134745"/>
            <a:chOff x="1947164" y="3209289"/>
            <a:chExt cx="5537200" cy="1134745"/>
          </a:xfrm>
        </p:grpSpPr>
        <p:sp>
          <p:nvSpPr>
            <p:cNvPr id="22" name="object 22"/>
            <p:cNvSpPr/>
            <p:nvPr/>
          </p:nvSpPr>
          <p:spPr>
            <a:xfrm>
              <a:off x="1947164" y="3566159"/>
              <a:ext cx="4497070" cy="525780"/>
            </a:xfrm>
            <a:custGeom>
              <a:avLst/>
              <a:gdLst/>
              <a:ahLst/>
              <a:cxnLst/>
              <a:rect l="l" t="t" r="r" b="b"/>
              <a:pathLst>
                <a:path w="4497070" h="525779">
                  <a:moveTo>
                    <a:pt x="4382770" y="411098"/>
                  </a:moveTo>
                  <a:lnTo>
                    <a:pt x="4382770" y="525398"/>
                  </a:lnTo>
                  <a:lnTo>
                    <a:pt x="4458970" y="487298"/>
                  </a:lnTo>
                  <a:lnTo>
                    <a:pt x="4401820" y="487298"/>
                  </a:lnTo>
                  <a:lnTo>
                    <a:pt x="4401820" y="449198"/>
                  </a:lnTo>
                  <a:lnTo>
                    <a:pt x="4458970" y="449198"/>
                  </a:lnTo>
                  <a:lnTo>
                    <a:pt x="4382770" y="411098"/>
                  </a:lnTo>
                  <a:close/>
                </a:path>
                <a:path w="4497070" h="525779">
                  <a:moveTo>
                    <a:pt x="39369" y="0"/>
                  </a:moveTo>
                  <a:lnTo>
                    <a:pt x="0" y="0"/>
                  </a:lnTo>
                  <a:lnTo>
                    <a:pt x="0" y="487298"/>
                  </a:lnTo>
                  <a:lnTo>
                    <a:pt x="4382770" y="487298"/>
                  </a:lnTo>
                  <a:lnTo>
                    <a:pt x="4382770" y="468248"/>
                  </a:lnTo>
                  <a:lnTo>
                    <a:pt x="38100" y="468248"/>
                  </a:lnTo>
                  <a:lnTo>
                    <a:pt x="19050" y="449198"/>
                  </a:lnTo>
                  <a:lnTo>
                    <a:pt x="38100" y="449198"/>
                  </a:lnTo>
                  <a:lnTo>
                    <a:pt x="38100" y="38100"/>
                  </a:lnTo>
                  <a:lnTo>
                    <a:pt x="19050" y="38100"/>
                  </a:lnTo>
                  <a:lnTo>
                    <a:pt x="38100" y="19050"/>
                  </a:lnTo>
                  <a:lnTo>
                    <a:pt x="39369" y="19050"/>
                  </a:lnTo>
                  <a:lnTo>
                    <a:pt x="39369" y="0"/>
                  </a:lnTo>
                  <a:close/>
                </a:path>
                <a:path w="4497070" h="525779">
                  <a:moveTo>
                    <a:pt x="4458970" y="449198"/>
                  </a:moveTo>
                  <a:lnTo>
                    <a:pt x="4401820" y="449198"/>
                  </a:lnTo>
                  <a:lnTo>
                    <a:pt x="4401820" y="487298"/>
                  </a:lnTo>
                  <a:lnTo>
                    <a:pt x="4458970" y="487298"/>
                  </a:lnTo>
                  <a:lnTo>
                    <a:pt x="4497070" y="468248"/>
                  </a:lnTo>
                  <a:lnTo>
                    <a:pt x="4458970" y="449198"/>
                  </a:lnTo>
                  <a:close/>
                </a:path>
                <a:path w="4497070" h="525779">
                  <a:moveTo>
                    <a:pt x="38100" y="449198"/>
                  </a:moveTo>
                  <a:lnTo>
                    <a:pt x="19050" y="449198"/>
                  </a:lnTo>
                  <a:lnTo>
                    <a:pt x="38100" y="468248"/>
                  </a:lnTo>
                  <a:lnTo>
                    <a:pt x="38100" y="449198"/>
                  </a:lnTo>
                  <a:close/>
                </a:path>
                <a:path w="4497070" h="525779">
                  <a:moveTo>
                    <a:pt x="4382770" y="449198"/>
                  </a:moveTo>
                  <a:lnTo>
                    <a:pt x="38100" y="449198"/>
                  </a:lnTo>
                  <a:lnTo>
                    <a:pt x="38100" y="468248"/>
                  </a:lnTo>
                  <a:lnTo>
                    <a:pt x="4382770" y="468248"/>
                  </a:lnTo>
                  <a:lnTo>
                    <a:pt x="4382770" y="449198"/>
                  </a:lnTo>
                  <a:close/>
                </a:path>
                <a:path w="4497070" h="525779">
                  <a:moveTo>
                    <a:pt x="38100" y="19050"/>
                  </a:moveTo>
                  <a:lnTo>
                    <a:pt x="19050" y="38100"/>
                  </a:lnTo>
                  <a:lnTo>
                    <a:pt x="38100" y="38100"/>
                  </a:lnTo>
                  <a:lnTo>
                    <a:pt x="38100" y="19050"/>
                  </a:lnTo>
                  <a:close/>
                </a:path>
                <a:path w="4497070" h="525779">
                  <a:moveTo>
                    <a:pt x="39369" y="19050"/>
                  </a:moveTo>
                  <a:lnTo>
                    <a:pt x="38100" y="19050"/>
                  </a:lnTo>
                  <a:lnTo>
                    <a:pt x="38100" y="38100"/>
                  </a:lnTo>
                  <a:lnTo>
                    <a:pt x="39369" y="38100"/>
                  </a:lnTo>
                  <a:lnTo>
                    <a:pt x="39369" y="1905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12770" y="3496055"/>
              <a:ext cx="4371340" cy="357505"/>
            </a:xfrm>
            <a:custGeom>
              <a:avLst/>
              <a:gdLst/>
              <a:ahLst/>
              <a:cxnLst/>
              <a:rect l="l" t="t" r="r" b="b"/>
              <a:pathLst>
                <a:path w="4371340" h="357504">
                  <a:moveTo>
                    <a:pt x="4295835" y="243889"/>
                  </a:moveTo>
                  <a:lnTo>
                    <a:pt x="4257039" y="245745"/>
                  </a:lnTo>
                  <a:lnTo>
                    <a:pt x="4319524" y="357124"/>
                  </a:lnTo>
                  <a:lnTo>
                    <a:pt x="4361549" y="262128"/>
                  </a:lnTo>
                  <a:lnTo>
                    <a:pt x="4295902" y="262128"/>
                  </a:lnTo>
                  <a:lnTo>
                    <a:pt x="4295835" y="243889"/>
                  </a:lnTo>
                  <a:close/>
                </a:path>
                <a:path w="4371340" h="357504">
                  <a:moveTo>
                    <a:pt x="4333934" y="242067"/>
                  </a:moveTo>
                  <a:lnTo>
                    <a:pt x="4295835" y="243889"/>
                  </a:lnTo>
                  <a:lnTo>
                    <a:pt x="4295902" y="262128"/>
                  </a:lnTo>
                  <a:lnTo>
                    <a:pt x="4334002" y="262128"/>
                  </a:lnTo>
                  <a:lnTo>
                    <a:pt x="4333934" y="242067"/>
                  </a:lnTo>
                  <a:close/>
                </a:path>
                <a:path w="4371340" h="357504">
                  <a:moveTo>
                    <a:pt x="4371212" y="240284"/>
                  </a:moveTo>
                  <a:lnTo>
                    <a:pt x="4333934" y="242067"/>
                  </a:lnTo>
                  <a:lnTo>
                    <a:pt x="4334002" y="262128"/>
                  </a:lnTo>
                  <a:lnTo>
                    <a:pt x="4361549" y="262128"/>
                  </a:lnTo>
                  <a:lnTo>
                    <a:pt x="4371212" y="240284"/>
                  </a:lnTo>
                  <a:close/>
                </a:path>
                <a:path w="4371340" h="357504">
                  <a:moveTo>
                    <a:pt x="4333178" y="19177"/>
                  </a:moveTo>
                  <a:lnTo>
                    <a:pt x="4295012" y="19177"/>
                  </a:lnTo>
                  <a:lnTo>
                    <a:pt x="4314062" y="38100"/>
                  </a:lnTo>
                  <a:lnTo>
                    <a:pt x="4295082" y="38100"/>
                  </a:lnTo>
                  <a:lnTo>
                    <a:pt x="4295822" y="240284"/>
                  </a:lnTo>
                  <a:lnTo>
                    <a:pt x="4295835" y="243889"/>
                  </a:lnTo>
                  <a:lnTo>
                    <a:pt x="4333934" y="242067"/>
                  </a:lnTo>
                  <a:lnTo>
                    <a:pt x="4333242" y="38100"/>
                  </a:lnTo>
                  <a:lnTo>
                    <a:pt x="4314062" y="38100"/>
                  </a:lnTo>
                  <a:lnTo>
                    <a:pt x="4295012" y="19177"/>
                  </a:lnTo>
                  <a:lnTo>
                    <a:pt x="4333178" y="19177"/>
                  </a:lnTo>
                  <a:close/>
                </a:path>
                <a:path w="4371340" h="357504">
                  <a:moveTo>
                    <a:pt x="4333112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4295082" y="38100"/>
                  </a:lnTo>
                  <a:lnTo>
                    <a:pt x="4295012" y="19177"/>
                  </a:lnTo>
                  <a:lnTo>
                    <a:pt x="4333178" y="19177"/>
                  </a:lnTo>
                  <a:lnTo>
                    <a:pt x="4333112" y="0"/>
                  </a:lnTo>
                  <a:close/>
                </a:path>
              </a:pathLst>
            </a:custGeom>
            <a:solidFill>
              <a:srgbClr val="3BA711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83024" y="3215639"/>
              <a:ext cx="996950" cy="1122045"/>
            </a:xfrm>
            <a:custGeom>
              <a:avLst/>
              <a:gdLst/>
              <a:ahLst/>
              <a:cxnLst/>
              <a:rect l="l" t="t" r="r" b="b"/>
              <a:pathLst>
                <a:path w="996950" h="1122045">
                  <a:moveTo>
                    <a:pt x="996696" y="0"/>
                  </a:moveTo>
                  <a:lnTo>
                    <a:pt x="0" y="0"/>
                  </a:lnTo>
                  <a:lnTo>
                    <a:pt x="0" y="1121663"/>
                  </a:lnTo>
                  <a:lnTo>
                    <a:pt x="996696" y="1121663"/>
                  </a:lnTo>
                  <a:lnTo>
                    <a:pt x="996696" y="0"/>
                  </a:lnTo>
                  <a:close/>
                </a:path>
              </a:pathLst>
            </a:custGeom>
            <a:solidFill>
              <a:srgbClr val="D9E7B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83024" y="3215639"/>
              <a:ext cx="996950" cy="1122045"/>
            </a:xfrm>
            <a:custGeom>
              <a:avLst/>
              <a:gdLst/>
              <a:ahLst/>
              <a:cxnLst/>
              <a:rect l="l" t="t" r="r" b="b"/>
              <a:pathLst>
                <a:path w="996950" h="1122045">
                  <a:moveTo>
                    <a:pt x="0" y="1121663"/>
                  </a:moveTo>
                  <a:lnTo>
                    <a:pt x="996696" y="1121663"/>
                  </a:lnTo>
                  <a:lnTo>
                    <a:pt x="996696" y="0"/>
                  </a:lnTo>
                  <a:lnTo>
                    <a:pt x="0" y="0"/>
                  </a:lnTo>
                  <a:lnTo>
                    <a:pt x="0" y="1121663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999477" y="3870959"/>
            <a:ext cx="321945" cy="274434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27940" rIns="0" bIns="0" rtlCol="0">
            <a:spAutoFit/>
          </a:bodyPr>
          <a:lstStyle/>
          <a:p>
            <a:pPr marL="60325">
              <a:spcBef>
                <a:spcPts val="220"/>
              </a:spcBef>
              <a:defRPr/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IV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57900" y="3302508"/>
            <a:ext cx="809244" cy="999744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14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8301" y="2372805"/>
            <a:ext cx="3609975" cy="2247265"/>
            <a:chOff x="114300" y="2372804"/>
            <a:chExt cx="3609975" cy="22472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11" y="2404632"/>
              <a:ext cx="2166375" cy="4995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444" y="2372804"/>
              <a:ext cx="1983486" cy="6301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3255" y="2420112"/>
              <a:ext cx="2018030" cy="350520"/>
            </a:xfrm>
            <a:custGeom>
              <a:avLst/>
              <a:gdLst/>
              <a:ahLst/>
              <a:cxnLst/>
              <a:rect l="l" t="t" r="r" b="b"/>
              <a:pathLst>
                <a:path w="2018030" h="350519">
                  <a:moveTo>
                    <a:pt x="1856358" y="0"/>
                  </a:moveTo>
                  <a:lnTo>
                    <a:pt x="161417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20"/>
                  </a:lnTo>
                  <a:lnTo>
                    <a:pt x="2017776" y="350520"/>
                  </a:lnTo>
                  <a:lnTo>
                    <a:pt x="2017776" y="161416"/>
                  </a:lnTo>
                  <a:lnTo>
                    <a:pt x="2012010" y="118503"/>
                  </a:lnTo>
                  <a:lnTo>
                    <a:pt x="1995739" y="79944"/>
                  </a:lnTo>
                  <a:lnTo>
                    <a:pt x="1970500" y="47275"/>
                  </a:lnTo>
                  <a:lnTo>
                    <a:pt x="1937831" y="22036"/>
                  </a:lnTo>
                  <a:lnTo>
                    <a:pt x="1899272" y="5765"/>
                  </a:lnTo>
                  <a:lnTo>
                    <a:pt x="1856358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" y="2741676"/>
              <a:ext cx="3609594" cy="187833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260" y="2813304"/>
              <a:ext cx="3441954" cy="171983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3255" y="2770632"/>
              <a:ext cx="3434079" cy="1702435"/>
            </a:xfrm>
            <a:custGeom>
              <a:avLst/>
              <a:gdLst/>
              <a:ahLst/>
              <a:cxnLst/>
              <a:rect l="l" t="t" r="r" b="b"/>
              <a:pathLst>
                <a:path w="3434079" h="1702435">
                  <a:moveTo>
                    <a:pt x="3147948" y="0"/>
                  </a:moveTo>
                  <a:lnTo>
                    <a:pt x="0" y="0"/>
                  </a:lnTo>
                  <a:lnTo>
                    <a:pt x="0" y="1416684"/>
                  </a:lnTo>
                  <a:lnTo>
                    <a:pt x="3738" y="1463011"/>
                  </a:lnTo>
                  <a:lnTo>
                    <a:pt x="14561" y="1506959"/>
                  </a:lnTo>
                  <a:lnTo>
                    <a:pt x="31880" y="1547940"/>
                  </a:lnTo>
                  <a:lnTo>
                    <a:pt x="55107" y="1585365"/>
                  </a:lnTo>
                  <a:lnTo>
                    <a:pt x="83654" y="1618646"/>
                  </a:lnTo>
                  <a:lnTo>
                    <a:pt x="116934" y="1647196"/>
                  </a:lnTo>
                  <a:lnTo>
                    <a:pt x="154357" y="1670425"/>
                  </a:lnTo>
                  <a:lnTo>
                    <a:pt x="195336" y="1687745"/>
                  </a:lnTo>
                  <a:lnTo>
                    <a:pt x="239283" y="1698569"/>
                  </a:lnTo>
                  <a:lnTo>
                    <a:pt x="285610" y="1702307"/>
                  </a:lnTo>
                  <a:lnTo>
                    <a:pt x="3433572" y="1702307"/>
                  </a:lnTo>
                  <a:lnTo>
                    <a:pt x="3433572" y="285622"/>
                  </a:lnTo>
                  <a:lnTo>
                    <a:pt x="3429833" y="239296"/>
                  </a:lnTo>
                  <a:lnTo>
                    <a:pt x="3419009" y="195348"/>
                  </a:lnTo>
                  <a:lnTo>
                    <a:pt x="3401689" y="154367"/>
                  </a:lnTo>
                  <a:lnTo>
                    <a:pt x="3378460" y="116942"/>
                  </a:lnTo>
                  <a:lnTo>
                    <a:pt x="3349910" y="83661"/>
                  </a:lnTo>
                  <a:lnTo>
                    <a:pt x="3316629" y="55111"/>
                  </a:lnTo>
                  <a:lnTo>
                    <a:pt x="3279204" y="31882"/>
                  </a:lnTo>
                  <a:lnTo>
                    <a:pt x="3238223" y="14562"/>
                  </a:lnTo>
                  <a:lnTo>
                    <a:pt x="3194275" y="3738"/>
                  </a:lnTo>
                  <a:lnTo>
                    <a:pt x="3147948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29511" y="3334258"/>
            <a:ext cx="29591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1500" b="1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500" b="1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00" b="1" spc="-10" dirty="0">
                <a:solidFill>
                  <a:srgbClr val="006FC0"/>
                </a:solidFill>
                <a:latin typeface="Consolas"/>
                <a:cs typeface="Consolas"/>
              </a:rPr>
              <a:t>Country</a:t>
            </a:r>
            <a:r>
              <a:rPr sz="1500" b="1" spc="-10" dirty="0">
                <a:latin typeface="Consolas"/>
                <a:cs typeface="Consolas"/>
              </a:rPr>
              <a:t>(flagId,</a:t>
            </a:r>
            <a:r>
              <a:rPr sz="1500" b="1" spc="-10" dirty="0">
                <a:solidFill>
                  <a:srgbClr val="C55A11"/>
                </a:solidFill>
                <a:latin typeface="Consolas"/>
                <a:cs typeface="Consolas"/>
              </a:rPr>
              <a:t>"Taiwan"</a:t>
            </a:r>
            <a:r>
              <a:rPr sz="1500" b="1" spc="-10" dirty="0">
                <a:latin typeface="Consolas"/>
                <a:cs typeface="Consolas"/>
              </a:rPr>
              <a:t>)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9511" y="3562857"/>
            <a:ext cx="306197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defRPr/>
            </a:pPr>
            <a:r>
              <a:rPr sz="1500" dirty="0">
                <a:solidFill>
                  <a:srgbClr val="A6A6A6"/>
                </a:solidFill>
                <a:latin typeface="Consolas"/>
                <a:cs typeface="Consolas"/>
              </a:rPr>
              <a:t>new</a:t>
            </a:r>
            <a:r>
              <a:rPr sz="15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A6A6A6"/>
                </a:solidFill>
                <a:latin typeface="Consolas"/>
                <a:cs typeface="Consolas"/>
              </a:rPr>
              <a:t>Country(flagId,"United…") </a:t>
            </a:r>
            <a:r>
              <a:rPr sz="1500" dirty="0">
                <a:solidFill>
                  <a:srgbClr val="A6A6A6"/>
                </a:solidFill>
                <a:latin typeface="Consolas"/>
                <a:cs typeface="Consolas"/>
              </a:rPr>
              <a:t>new</a:t>
            </a:r>
            <a:r>
              <a:rPr sz="15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A6A6A6"/>
                </a:solidFill>
                <a:latin typeface="Consolas"/>
                <a:cs typeface="Consolas"/>
              </a:rPr>
              <a:t>Country(flagId,"United…")</a:t>
            </a:r>
            <a:endParaRPr sz="1500">
              <a:latin typeface="Consolas"/>
              <a:cs typeface="Consolas"/>
            </a:endParaRPr>
          </a:p>
          <a:p>
            <a:pPr marL="12700">
              <a:defRPr/>
            </a:pPr>
            <a:r>
              <a:rPr sz="1500" spc="-25" dirty="0">
                <a:solidFill>
                  <a:srgbClr val="A6A6A6"/>
                </a:solidFill>
                <a:latin typeface="Consolas"/>
                <a:cs typeface="Consolas"/>
              </a:rPr>
              <a:t>...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25" dirty="0"/>
              <a:t> </a:t>
            </a:r>
            <a:r>
              <a:rPr dirty="0"/>
              <a:t>à</a:t>
            </a:r>
            <a:r>
              <a:rPr spc="-114" dirty="0"/>
              <a:t> </a:t>
            </a:r>
            <a:r>
              <a:rPr spc="-10" dirty="0"/>
              <a:t>adaptateur</a:t>
            </a:r>
            <a:r>
              <a:rPr spc="-110" dirty="0"/>
              <a:t> </a:t>
            </a:r>
            <a:r>
              <a:rPr dirty="0"/>
              <a:t>personnalisé</a:t>
            </a:r>
            <a:r>
              <a:rPr spc="-105" dirty="0"/>
              <a:t> </a:t>
            </a:r>
            <a:r>
              <a:rPr spc="-10" dirty="0"/>
              <a:t>(3/3)</a:t>
            </a:r>
          </a:p>
        </p:txBody>
      </p:sp>
      <p:sp>
        <p:nvSpPr>
          <p:cNvPr id="12" name="object 12"/>
          <p:cNvSpPr/>
          <p:nvPr/>
        </p:nvSpPr>
        <p:spPr>
          <a:xfrm>
            <a:off x="1742693" y="3348990"/>
            <a:ext cx="3107690" cy="280670"/>
          </a:xfrm>
          <a:custGeom>
            <a:avLst/>
            <a:gdLst/>
            <a:ahLst/>
            <a:cxnLst/>
            <a:rect l="l" t="t" r="r" b="b"/>
            <a:pathLst>
              <a:path w="3107690" h="280670">
                <a:moveTo>
                  <a:pt x="0" y="280416"/>
                </a:moveTo>
                <a:lnTo>
                  <a:pt x="3107435" y="280416"/>
                </a:lnTo>
                <a:lnTo>
                  <a:pt x="3107435" y="0"/>
                </a:lnTo>
                <a:lnTo>
                  <a:pt x="0" y="0"/>
                </a:lnTo>
                <a:lnTo>
                  <a:pt x="0" y="280416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80236" y="2441195"/>
            <a:ext cx="3782695" cy="921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List&lt;</a:t>
            </a:r>
            <a:r>
              <a:rPr sz="1700" b="1" spc="-10" dirty="0">
                <a:solidFill>
                  <a:srgbClr val="C5DFB4"/>
                </a:solidFill>
                <a:latin typeface="Consolas"/>
                <a:cs typeface="Consolas"/>
              </a:rPr>
              <a:t>Country</a:t>
            </a: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&gt;</a:t>
            </a:r>
            <a:endParaRPr sz="1700">
              <a:latin typeface="Consolas"/>
              <a:cs typeface="Consolas"/>
            </a:endParaRPr>
          </a:p>
          <a:p>
            <a:pPr marL="61594">
              <a:lnSpc>
                <a:spcPts val="1750"/>
              </a:lnSpc>
              <a:spcBef>
                <a:spcPts val="1385"/>
              </a:spcBef>
              <a:defRPr/>
            </a:pPr>
            <a:r>
              <a:rPr sz="1500" dirty="0">
                <a:solidFill>
                  <a:srgbClr val="A6A6A6"/>
                </a:solidFill>
                <a:latin typeface="Consolas"/>
                <a:cs typeface="Consolas"/>
              </a:rPr>
              <a:t>new</a:t>
            </a:r>
            <a:r>
              <a:rPr sz="1500" spc="-10" dirty="0">
                <a:solidFill>
                  <a:srgbClr val="A6A6A6"/>
                </a:solidFill>
                <a:latin typeface="Consolas"/>
                <a:cs typeface="Consolas"/>
              </a:rPr>
              <a:t> Country(flagId,"Sweden")</a:t>
            </a:r>
            <a:endParaRPr sz="1500">
              <a:latin typeface="Consolas"/>
              <a:cs typeface="Consolas"/>
            </a:endParaRPr>
          </a:p>
          <a:p>
            <a:pPr marL="61594">
              <a:lnSpc>
                <a:spcPts val="1870"/>
              </a:lnSpc>
              <a:defRPr/>
            </a:pPr>
            <a:r>
              <a:rPr sz="1500" dirty="0">
                <a:solidFill>
                  <a:srgbClr val="A6A6A6"/>
                </a:solidFill>
                <a:latin typeface="Consolas"/>
                <a:cs typeface="Consolas"/>
              </a:rPr>
              <a:t>new</a:t>
            </a:r>
            <a:r>
              <a:rPr sz="1500" spc="14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500" spc="-20" dirty="0">
                <a:solidFill>
                  <a:srgbClr val="A6A6A6"/>
                </a:solidFill>
                <a:latin typeface="Consolas"/>
                <a:cs typeface="Consolas"/>
              </a:rPr>
              <a:t>Country(flagId,"Switz…")</a:t>
            </a:r>
            <a:r>
              <a:rPr sz="1500" spc="-38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2400" b="1" spc="-15" baseline="17361" dirty="0">
                <a:solidFill>
                  <a:srgbClr val="FF0000"/>
                </a:solidFill>
                <a:latin typeface="Calibri"/>
                <a:cs typeface="Calibri"/>
              </a:rPr>
              <a:t>position</a:t>
            </a:r>
            <a:endParaRPr sz="2400" baseline="17361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77385" y="1711451"/>
            <a:ext cx="5473065" cy="3435350"/>
            <a:chOff x="3453384" y="1711451"/>
            <a:chExt cx="5473065" cy="343535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2324" y="3787140"/>
              <a:ext cx="1699260" cy="4541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383274" y="3768090"/>
              <a:ext cx="1737360" cy="492759"/>
            </a:xfrm>
            <a:custGeom>
              <a:avLst/>
              <a:gdLst/>
              <a:ahLst/>
              <a:cxnLst/>
              <a:rect l="l" t="t" r="r" b="b"/>
              <a:pathLst>
                <a:path w="1737359" h="492760">
                  <a:moveTo>
                    <a:pt x="0" y="492251"/>
                  </a:moveTo>
                  <a:lnTo>
                    <a:pt x="1737360" y="492251"/>
                  </a:lnTo>
                  <a:lnTo>
                    <a:pt x="1737360" y="0"/>
                  </a:lnTo>
                  <a:lnTo>
                    <a:pt x="0" y="0"/>
                  </a:lnTo>
                  <a:lnTo>
                    <a:pt x="0" y="49225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07252" y="1711451"/>
              <a:ext cx="2718816" cy="343509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403086" y="3787902"/>
              <a:ext cx="1699260" cy="445134"/>
            </a:xfrm>
            <a:custGeom>
              <a:avLst/>
              <a:gdLst/>
              <a:ahLst/>
              <a:cxnLst/>
              <a:rect l="l" t="t" r="r" b="b"/>
              <a:pathLst>
                <a:path w="1699259" h="445135">
                  <a:moveTo>
                    <a:pt x="0" y="445008"/>
                  </a:moveTo>
                  <a:lnTo>
                    <a:pt x="1699260" y="445008"/>
                  </a:lnTo>
                  <a:lnTo>
                    <a:pt x="1699260" y="0"/>
                  </a:lnTo>
                  <a:lnTo>
                    <a:pt x="0" y="0"/>
                  </a:lnTo>
                  <a:lnTo>
                    <a:pt x="0" y="44500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53384" y="3774948"/>
              <a:ext cx="2848610" cy="1176655"/>
            </a:xfrm>
            <a:custGeom>
              <a:avLst/>
              <a:gdLst/>
              <a:ahLst/>
              <a:cxnLst/>
              <a:rect l="l" t="t" r="r" b="b"/>
              <a:pathLst>
                <a:path w="2848610" h="1176654">
                  <a:moveTo>
                    <a:pt x="1723516" y="0"/>
                  </a:moveTo>
                  <a:lnTo>
                    <a:pt x="1124839" y="0"/>
                  </a:lnTo>
                  <a:lnTo>
                    <a:pt x="0" y="1176527"/>
                  </a:lnTo>
                  <a:lnTo>
                    <a:pt x="2848355" y="1176527"/>
                  </a:lnTo>
                  <a:lnTo>
                    <a:pt x="1723516" y="0"/>
                  </a:lnTo>
                  <a:close/>
                </a:path>
              </a:pathLst>
            </a:custGeom>
            <a:solidFill>
              <a:srgbClr val="D9E7B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390634" y="3474465"/>
            <a:ext cx="7131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position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82000" y="3864864"/>
            <a:ext cx="1143000" cy="280846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34290" rIns="0" bIns="0" rtlCol="0">
            <a:spAutoFit/>
          </a:bodyPr>
          <a:lstStyle/>
          <a:p>
            <a:pPr marL="1270" algn="ctr">
              <a:spcBef>
                <a:spcPts val="270"/>
              </a:spcBef>
              <a:defRPr/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TV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71164" y="3209290"/>
            <a:ext cx="5537200" cy="1134745"/>
            <a:chOff x="1947164" y="3209289"/>
            <a:chExt cx="5537200" cy="1134745"/>
          </a:xfrm>
        </p:grpSpPr>
        <p:sp>
          <p:nvSpPr>
            <p:cNvPr id="23" name="object 23"/>
            <p:cNvSpPr/>
            <p:nvPr/>
          </p:nvSpPr>
          <p:spPr>
            <a:xfrm>
              <a:off x="1947164" y="3566159"/>
              <a:ext cx="4497070" cy="525780"/>
            </a:xfrm>
            <a:custGeom>
              <a:avLst/>
              <a:gdLst/>
              <a:ahLst/>
              <a:cxnLst/>
              <a:rect l="l" t="t" r="r" b="b"/>
              <a:pathLst>
                <a:path w="4497070" h="525779">
                  <a:moveTo>
                    <a:pt x="4382770" y="411098"/>
                  </a:moveTo>
                  <a:lnTo>
                    <a:pt x="4382770" y="525398"/>
                  </a:lnTo>
                  <a:lnTo>
                    <a:pt x="4458970" y="487298"/>
                  </a:lnTo>
                  <a:lnTo>
                    <a:pt x="4401820" y="487298"/>
                  </a:lnTo>
                  <a:lnTo>
                    <a:pt x="4401820" y="449198"/>
                  </a:lnTo>
                  <a:lnTo>
                    <a:pt x="4458970" y="449198"/>
                  </a:lnTo>
                  <a:lnTo>
                    <a:pt x="4382770" y="411098"/>
                  </a:lnTo>
                  <a:close/>
                </a:path>
                <a:path w="4497070" h="525779">
                  <a:moveTo>
                    <a:pt x="39369" y="0"/>
                  </a:moveTo>
                  <a:lnTo>
                    <a:pt x="0" y="0"/>
                  </a:lnTo>
                  <a:lnTo>
                    <a:pt x="0" y="487298"/>
                  </a:lnTo>
                  <a:lnTo>
                    <a:pt x="4382770" y="487298"/>
                  </a:lnTo>
                  <a:lnTo>
                    <a:pt x="4382770" y="468248"/>
                  </a:lnTo>
                  <a:lnTo>
                    <a:pt x="38100" y="468248"/>
                  </a:lnTo>
                  <a:lnTo>
                    <a:pt x="19050" y="449198"/>
                  </a:lnTo>
                  <a:lnTo>
                    <a:pt x="38100" y="449198"/>
                  </a:lnTo>
                  <a:lnTo>
                    <a:pt x="38100" y="38100"/>
                  </a:lnTo>
                  <a:lnTo>
                    <a:pt x="19050" y="38100"/>
                  </a:lnTo>
                  <a:lnTo>
                    <a:pt x="38100" y="19050"/>
                  </a:lnTo>
                  <a:lnTo>
                    <a:pt x="39369" y="19050"/>
                  </a:lnTo>
                  <a:lnTo>
                    <a:pt x="39369" y="0"/>
                  </a:lnTo>
                  <a:close/>
                </a:path>
                <a:path w="4497070" h="525779">
                  <a:moveTo>
                    <a:pt x="4458970" y="449198"/>
                  </a:moveTo>
                  <a:lnTo>
                    <a:pt x="4401820" y="449198"/>
                  </a:lnTo>
                  <a:lnTo>
                    <a:pt x="4401820" y="487298"/>
                  </a:lnTo>
                  <a:lnTo>
                    <a:pt x="4458970" y="487298"/>
                  </a:lnTo>
                  <a:lnTo>
                    <a:pt x="4497070" y="468248"/>
                  </a:lnTo>
                  <a:lnTo>
                    <a:pt x="4458970" y="449198"/>
                  </a:lnTo>
                  <a:close/>
                </a:path>
                <a:path w="4497070" h="525779">
                  <a:moveTo>
                    <a:pt x="38100" y="449198"/>
                  </a:moveTo>
                  <a:lnTo>
                    <a:pt x="19050" y="449198"/>
                  </a:lnTo>
                  <a:lnTo>
                    <a:pt x="38100" y="468248"/>
                  </a:lnTo>
                  <a:lnTo>
                    <a:pt x="38100" y="449198"/>
                  </a:lnTo>
                  <a:close/>
                </a:path>
                <a:path w="4497070" h="525779">
                  <a:moveTo>
                    <a:pt x="4382770" y="449198"/>
                  </a:moveTo>
                  <a:lnTo>
                    <a:pt x="38100" y="449198"/>
                  </a:lnTo>
                  <a:lnTo>
                    <a:pt x="38100" y="468248"/>
                  </a:lnTo>
                  <a:lnTo>
                    <a:pt x="4382770" y="468248"/>
                  </a:lnTo>
                  <a:lnTo>
                    <a:pt x="4382770" y="449198"/>
                  </a:lnTo>
                  <a:close/>
                </a:path>
                <a:path w="4497070" h="525779">
                  <a:moveTo>
                    <a:pt x="38100" y="19050"/>
                  </a:moveTo>
                  <a:lnTo>
                    <a:pt x="19050" y="38100"/>
                  </a:lnTo>
                  <a:lnTo>
                    <a:pt x="38100" y="38100"/>
                  </a:lnTo>
                  <a:lnTo>
                    <a:pt x="38100" y="19050"/>
                  </a:lnTo>
                  <a:close/>
                </a:path>
                <a:path w="4497070" h="525779">
                  <a:moveTo>
                    <a:pt x="39369" y="19050"/>
                  </a:moveTo>
                  <a:lnTo>
                    <a:pt x="38100" y="19050"/>
                  </a:lnTo>
                  <a:lnTo>
                    <a:pt x="38100" y="38100"/>
                  </a:lnTo>
                  <a:lnTo>
                    <a:pt x="39369" y="38100"/>
                  </a:lnTo>
                  <a:lnTo>
                    <a:pt x="39369" y="1905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12770" y="3496055"/>
              <a:ext cx="4371340" cy="357505"/>
            </a:xfrm>
            <a:custGeom>
              <a:avLst/>
              <a:gdLst/>
              <a:ahLst/>
              <a:cxnLst/>
              <a:rect l="l" t="t" r="r" b="b"/>
              <a:pathLst>
                <a:path w="4371340" h="357504">
                  <a:moveTo>
                    <a:pt x="4295835" y="243889"/>
                  </a:moveTo>
                  <a:lnTo>
                    <a:pt x="4257039" y="245745"/>
                  </a:lnTo>
                  <a:lnTo>
                    <a:pt x="4319524" y="357124"/>
                  </a:lnTo>
                  <a:lnTo>
                    <a:pt x="4361549" y="262128"/>
                  </a:lnTo>
                  <a:lnTo>
                    <a:pt x="4295902" y="262128"/>
                  </a:lnTo>
                  <a:lnTo>
                    <a:pt x="4295835" y="243889"/>
                  </a:lnTo>
                  <a:close/>
                </a:path>
                <a:path w="4371340" h="357504">
                  <a:moveTo>
                    <a:pt x="4333934" y="242067"/>
                  </a:moveTo>
                  <a:lnTo>
                    <a:pt x="4295835" y="243889"/>
                  </a:lnTo>
                  <a:lnTo>
                    <a:pt x="4295902" y="262128"/>
                  </a:lnTo>
                  <a:lnTo>
                    <a:pt x="4334002" y="262128"/>
                  </a:lnTo>
                  <a:lnTo>
                    <a:pt x="4333934" y="242067"/>
                  </a:lnTo>
                  <a:close/>
                </a:path>
                <a:path w="4371340" h="357504">
                  <a:moveTo>
                    <a:pt x="4371212" y="240284"/>
                  </a:moveTo>
                  <a:lnTo>
                    <a:pt x="4333934" y="242067"/>
                  </a:lnTo>
                  <a:lnTo>
                    <a:pt x="4334002" y="262128"/>
                  </a:lnTo>
                  <a:lnTo>
                    <a:pt x="4361549" y="262128"/>
                  </a:lnTo>
                  <a:lnTo>
                    <a:pt x="4371212" y="240284"/>
                  </a:lnTo>
                  <a:close/>
                </a:path>
                <a:path w="4371340" h="357504">
                  <a:moveTo>
                    <a:pt x="4333178" y="19177"/>
                  </a:moveTo>
                  <a:lnTo>
                    <a:pt x="4295012" y="19177"/>
                  </a:lnTo>
                  <a:lnTo>
                    <a:pt x="4314062" y="38100"/>
                  </a:lnTo>
                  <a:lnTo>
                    <a:pt x="4295082" y="38100"/>
                  </a:lnTo>
                  <a:lnTo>
                    <a:pt x="4295822" y="240284"/>
                  </a:lnTo>
                  <a:lnTo>
                    <a:pt x="4295835" y="243889"/>
                  </a:lnTo>
                  <a:lnTo>
                    <a:pt x="4333934" y="242067"/>
                  </a:lnTo>
                  <a:lnTo>
                    <a:pt x="4333242" y="38100"/>
                  </a:lnTo>
                  <a:lnTo>
                    <a:pt x="4314062" y="38100"/>
                  </a:lnTo>
                  <a:lnTo>
                    <a:pt x="4295012" y="19177"/>
                  </a:lnTo>
                  <a:lnTo>
                    <a:pt x="4333178" y="19177"/>
                  </a:lnTo>
                  <a:close/>
                </a:path>
                <a:path w="4371340" h="357504">
                  <a:moveTo>
                    <a:pt x="4333112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4295082" y="38100"/>
                  </a:lnTo>
                  <a:lnTo>
                    <a:pt x="4295012" y="19177"/>
                  </a:lnTo>
                  <a:lnTo>
                    <a:pt x="4333178" y="19177"/>
                  </a:lnTo>
                  <a:lnTo>
                    <a:pt x="4333112" y="0"/>
                  </a:lnTo>
                  <a:close/>
                </a:path>
              </a:pathLst>
            </a:custGeom>
            <a:solidFill>
              <a:srgbClr val="3BA711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83024" y="3215639"/>
              <a:ext cx="996950" cy="1122045"/>
            </a:xfrm>
            <a:custGeom>
              <a:avLst/>
              <a:gdLst/>
              <a:ahLst/>
              <a:cxnLst/>
              <a:rect l="l" t="t" r="r" b="b"/>
              <a:pathLst>
                <a:path w="996950" h="1122045">
                  <a:moveTo>
                    <a:pt x="996696" y="0"/>
                  </a:moveTo>
                  <a:lnTo>
                    <a:pt x="0" y="0"/>
                  </a:lnTo>
                  <a:lnTo>
                    <a:pt x="0" y="1121663"/>
                  </a:lnTo>
                  <a:lnTo>
                    <a:pt x="996696" y="1121663"/>
                  </a:lnTo>
                  <a:lnTo>
                    <a:pt x="996696" y="0"/>
                  </a:lnTo>
                  <a:close/>
                </a:path>
              </a:pathLst>
            </a:custGeom>
            <a:solidFill>
              <a:srgbClr val="D9E7B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83024" y="3215639"/>
              <a:ext cx="996950" cy="1122045"/>
            </a:xfrm>
            <a:custGeom>
              <a:avLst/>
              <a:gdLst/>
              <a:ahLst/>
              <a:cxnLst/>
              <a:rect l="l" t="t" r="r" b="b"/>
              <a:pathLst>
                <a:path w="996950" h="1122045">
                  <a:moveTo>
                    <a:pt x="0" y="1121663"/>
                  </a:moveTo>
                  <a:lnTo>
                    <a:pt x="996696" y="1121663"/>
                  </a:lnTo>
                  <a:lnTo>
                    <a:pt x="996696" y="0"/>
                  </a:lnTo>
                  <a:lnTo>
                    <a:pt x="0" y="0"/>
                  </a:lnTo>
                  <a:lnTo>
                    <a:pt x="0" y="1121663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999477" y="3870959"/>
            <a:ext cx="321945" cy="274434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27940" rIns="0" bIns="0" rtlCol="0">
            <a:spAutoFit/>
          </a:bodyPr>
          <a:lstStyle/>
          <a:p>
            <a:pPr marL="60325">
              <a:spcBef>
                <a:spcPts val="220"/>
              </a:spcBef>
              <a:defRPr/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IV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91100" y="4943856"/>
            <a:ext cx="2824480" cy="1199687"/>
          </a:xfrm>
          <a:prstGeom prst="rect">
            <a:avLst/>
          </a:prstGeom>
          <a:solidFill>
            <a:srgbClr val="D9E7B8"/>
          </a:solidFill>
          <a:ln w="9144">
            <a:solidFill>
              <a:srgbClr val="C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ts val="1430"/>
              </a:lnSpc>
              <a:spcBef>
                <a:spcPts val="295"/>
              </a:spcBef>
              <a:defRPr/>
            </a:pPr>
            <a:r>
              <a:rPr sz="1200" spc="-10" dirty="0">
                <a:solidFill>
                  <a:srgbClr val="7E7E7E"/>
                </a:solidFill>
                <a:latin typeface="Consolas"/>
                <a:cs typeface="Consolas"/>
              </a:rPr>
              <a:t>@Override</a:t>
            </a:r>
            <a:endParaRPr sz="1200" dirty="0">
              <a:latin typeface="Consolas"/>
              <a:cs typeface="Consolas"/>
            </a:endParaRPr>
          </a:p>
          <a:p>
            <a:pPr marL="92075">
              <a:lnSpc>
                <a:spcPts val="1910"/>
              </a:lnSpc>
              <a:defRPr/>
            </a:pPr>
            <a:r>
              <a:rPr sz="1600" b="1" dirty="0">
                <a:latin typeface="Consolas"/>
                <a:cs typeface="Consolas"/>
              </a:rPr>
              <a:t>getView(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position</a:t>
            </a:r>
            <a:r>
              <a:rPr sz="1600" b="1" dirty="0">
                <a:latin typeface="Consolas"/>
                <a:cs typeface="Consolas"/>
              </a:rPr>
              <a:t>,</a:t>
            </a:r>
            <a:r>
              <a:rPr sz="1600" b="1" spc="-80" dirty="0"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...)</a:t>
            </a:r>
            <a:r>
              <a:rPr sz="1600" spc="-1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92075">
              <a:defRPr/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 dirty="0">
              <a:latin typeface="Consolas"/>
              <a:cs typeface="Consolas"/>
            </a:endParaRPr>
          </a:p>
          <a:p>
            <a:pPr>
              <a:spcBef>
                <a:spcPts val="45"/>
              </a:spcBef>
              <a:defRPr/>
            </a:pPr>
            <a:endParaRPr sz="1600" dirty="0">
              <a:latin typeface="Consolas"/>
              <a:cs typeface="Consolas"/>
            </a:endParaRPr>
          </a:p>
          <a:p>
            <a:pPr marL="92075">
              <a:defRPr/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57900" y="3302508"/>
            <a:ext cx="809244" cy="999744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15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00" dirty="0"/>
              <a:t> </a:t>
            </a:r>
            <a:r>
              <a:rPr dirty="0"/>
              <a:t>à</a:t>
            </a:r>
            <a:r>
              <a:rPr spc="-80" dirty="0"/>
              <a:t> </a:t>
            </a:r>
            <a:r>
              <a:rPr spc="-10" dirty="0"/>
              <a:t>adaptateur</a:t>
            </a:r>
            <a:r>
              <a:rPr spc="-85" dirty="0"/>
              <a:t> </a:t>
            </a:r>
            <a:r>
              <a:rPr spc="-10" dirty="0"/>
              <a:t>personnalisé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2" y="683514"/>
            <a:ext cx="2947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400" dirty="0">
                <a:solidFill>
                  <a:srgbClr val="3A8B39"/>
                </a:solidFill>
                <a:latin typeface="Calibri Light"/>
                <a:cs typeface="Calibri Light"/>
              </a:rPr>
              <a:t>1.</a:t>
            </a:r>
            <a:r>
              <a:rPr sz="2400" spc="-75" dirty="0">
                <a:solidFill>
                  <a:srgbClr val="3A8B39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Créer</a:t>
            </a:r>
            <a:r>
              <a:rPr sz="2400" spc="-6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l’entité</a:t>
            </a:r>
            <a:r>
              <a:rPr sz="2400" spc="-6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000" b="1" spc="-10" dirty="0">
                <a:solidFill>
                  <a:srgbClr val="252525"/>
                </a:solidFill>
                <a:latin typeface="Consolas"/>
                <a:cs typeface="Consolas"/>
              </a:rPr>
              <a:t>Country</a:t>
            </a:r>
            <a:endParaRPr sz="20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69948" y="3093656"/>
            <a:ext cx="8570595" cy="2989580"/>
            <a:chOff x="345947" y="3093656"/>
            <a:chExt cx="8570595" cy="298958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622" y="3124024"/>
              <a:ext cx="2748616" cy="50098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091" y="3093656"/>
              <a:ext cx="2579370" cy="63011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4903" y="3139440"/>
              <a:ext cx="2600325" cy="352425"/>
            </a:xfrm>
            <a:custGeom>
              <a:avLst/>
              <a:gdLst/>
              <a:ahLst/>
              <a:cxnLst/>
              <a:rect l="l" t="t" r="r" b="b"/>
              <a:pathLst>
                <a:path w="2600325" h="352425">
                  <a:moveTo>
                    <a:pt x="2437765" y="0"/>
                  </a:moveTo>
                  <a:lnTo>
                    <a:pt x="162115" y="0"/>
                  </a:lnTo>
                  <a:lnTo>
                    <a:pt x="119018" y="5795"/>
                  </a:lnTo>
                  <a:lnTo>
                    <a:pt x="80292" y="22149"/>
                  </a:lnTo>
                  <a:lnTo>
                    <a:pt x="47482" y="47513"/>
                  </a:lnTo>
                  <a:lnTo>
                    <a:pt x="22133" y="80339"/>
                  </a:lnTo>
                  <a:lnTo>
                    <a:pt x="5790" y="119077"/>
                  </a:lnTo>
                  <a:lnTo>
                    <a:pt x="0" y="162179"/>
                  </a:lnTo>
                  <a:lnTo>
                    <a:pt x="0" y="352044"/>
                  </a:lnTo>
                  <a:lnTo>
                    <a:pt x="2599944" y="352044"/>
                  </a:lnTo>
                  <a:lnTo>
                    <a:pt x="2599944" y="162179"/>
                  </a:lnTo>
                  <a:lnTo>
                    <a:pt x="2594148" y="119077"/>
                  </a:lnTo>
                  <a:lnTo>
                    <a:pt x="2577794" y="80339"/>
                  </a:lnTo>
                  <a:lnTo>
                    <a:pt x="2552430" y="47513"/>
                  </a:lnTo>
                  <a:lnTo>
                    <a:pt x="2519604" y="22149"/>
                  </a:lnTo>
                  <a:lnTo>
                    <a:pt x="2480866" y="5795"/>
                  </a:lnTo>
                  <a:lnTo>
                    <a:pt x="2437765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947" y="3462515"/>
              <a:ext cx="8570214" cy="25778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7763" y="3529596"/>
              <a:ext cx="6087618" cy="255346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903" y="3491484"/>
              <a:ext cx="8394700" cy="2402205"/>
            </a:xfrm>
            <a:custGeom>
              <a:avLst/>
              <a:gdLst/>
              <a:ahLst/>
              <a:cxnLst/>
              <a:rect l="l" t="t" r="r" b="b"/>
              <a:pathLst>
                <a:path w="8394700" h="2402204">
                  <a:moveTo>
                    <a:pt x="8112633" y="0"/>
                  </a:moveTo>
                  <a:lnTo>
                    <a:pt x="0" y="0"/>
                  </a:lnTo>
                  <a:lnTo>
                    <a:pt x="0" y="2120277"/>
                  </a:lnTo>
                  <a:lnTo>
                    <a:pt x="3684" y="2165947"/>
                  </a:lnTo>
                  <a:lnTo>
                    <a:pt x="14352" y="2209270"/>
                  </a:lnTo>
                  <a:lnTo>
                    <a:pt x="31424" y="2249666"/>
                  </a:lnTo>
                  <a:lnTo>
                    <a:pt x="54320" y="2286557"/>
                  </a:lnTo>
                  <a:lnTo>
                    <a:pt x="82461" y="2319362"/>
                  </a:lnTo>
                  <a:lnTo>
                    <a:pt x="115266" y="2347503"/>
                  </a:lnTo>
                  <a:lnTo>
                    <a:pt x="152157" y="2370399"/>
                  </a:lnTo>
                  <a:lnTo>
                    <a:pt x="192553" y="2387471"/>
                  </a:lnTo>
                  <a:lnTo>
                    <a:pt x="235876" y="2398139"/>
                  </a:lnTo>
                  <a:lnTo>
                    <a:pt x="281546" y="2401824"/>
                  </a:lnTo>
                  <a:lnTo>
                    <a:pt x="8394192" y="2401824"/>
                  </a:lnTo>
                  <a:lnTo>
                    <a:pt x="8394192" y="281558"/>
                  </a:lnTo>
                  <a:lnTo>
                    <a:pt x="8390505" y="235901"/>
                  </a:lnTo>
                  <a:lnTo>
                    <a:pt x="8379832" y="192584"/>
                  </a:lnTo>
                  <a:lnTo>
                    <a:pt x="8362754" y="152189"/>
                  </a:lnTo>
                  <a:lnTo>
                    <a:pt x="8339852" y="115296"/>
                  </a:lnTo>
                  <a:lnTo>
                    <a:pt x="8311705" y="82486"/>
                  </a:lnTo>
                  <a:lnTo>
                    <a:pt x="8278895" y="54339"/>
                  </a:lnTo>
                  <a:lnTo>
                    <a:pt x="8242002" y="31437"/>
                  </a:lnTo>
                  <a:lnTo>
                    <a:pt x="8201607" y="14359"/>
                  </a:lnTo>
                  <a:lnTo>
                    <a:pt x="8158290" y="3686"/>
                  </a:lnTo>
                  <a:lnTo>
                    <a:pt x="8112633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24888" y="3162046"/>
            <a:ext cx="5730875" cy="2654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/java/Country.java</a:t>
            </a:r>
            <a:endParaRPr sz="1700">
              <a:latin typeface="Consolas"/>
              <a:cs typeface="Consolas"/>
            </a:endParaRPr>
          </a:p>
          <a:p>
            <a:pPr marL="381000" marR="3228340" indent="-334010" algn="just">
              <a:spcBef>
                <a:spcPts val="1375"/>
              </a:spcBef>
              <a:defRPr/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3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Country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flagResourceId;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String</a:t>
            </a:r>
            <a:r>
              <a:rPr sz="16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name;</a:t>
            </a:r>
            <a:endParaRPr sz="1600">
              <a:latin typeface="Consolas"/>
              <a:cs typeface="Consolas"/>
            </a:endParaRPr>
          </a:p>
          <a:p>
            <a:pPr marL="381000">
              <a:defRPr/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715010" marR="5080" indent="-334010">
              <a:defRPr/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50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Country(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600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flagResourceId,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String</a:t>
            </a:r>
            <a:r>
              <a:rPr sz="1600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name){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600" dirty="0">
                <a:latin typeface="Consolas"/>
                <a:cs typeface="Consolas"/>
              </a:rPr>
              <a:t>.flagResourceId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6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flagResourceId;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600" dirty="0">
                <a:latin typeface="Consolas"/>
                <a:cs typeface="Consolas"/>
              </a:rPr>
              <a:t>.name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name;</a:t>
            </a:r>
            <a:endParaRPr sz="1600">
              <a:latin typeface="Consolas"/>
              <a:cs typeface="Consolas"/>
            </a:endParaRPr>
          </a:p>
          <a:p>
            <a:pPr marL="381000">
              <a:defRPr/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47625">
              <a:defRPr/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86343" y="1534668"/>
            <a:ext cx="2337816" cy="2955035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16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00" dirty="0"/>
              <a:t> </a:t>
            </a:r>
            <a:r>
              <a:rPr dirty="0"/>
              <a:t>à</a:t>
            </a:r>
            <a:r>
              <a:rPr spc="-80" dirty="0"/>
              <a:t> </a:t>
            </a:r>
            <a:r>
              <a:rPr spc="-10" dirty="0"/>
              <a:t>adaptateur</a:t>
            </a:r>
            <a:r>
              <a:rPr spc="-85" dirty="0"/>
              <a:t> </a:t>
            </a:r>
            <a:r>
              <a:rPr spc="-10" dirty="0"/>
              <a:t>personnalisé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2" y="683514"/>
            <a:ext cx="3449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400" dirty="0">
                <a:solidFill>
                  <a:srgbClr val="3A8B39"/>
                </a:solidFill>
                <a:latin typeface="Calibri Light"/>
                <a:cs typeface="Calibri Light"/>
              </a:rPr>
              <a:t>2.</a:t>
            </a:r>
            <a:r>
              <a:rPr sz="2400" spc="-70" dirty="0">
                <a:solidFill>
                  <a:srgbClr val="3A8B39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Créer</a:t>
            </a:r>
            <a:r>
              <a:rPr sz="2400" spc="-5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une</a:t>
            </a:r>
            <a:r>
              <a:rPr sz="2400" spc="-4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vue</a:t>
            </a:r>
            <a:r>
              <a:rPr sz="2400" spc="-4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pour</a:t>
            </a:r>
            <a:r>
              <a:rPr sz="2400" spc="-4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l'</a:t>
            </a:r>
            <a:r>
              <a:rPr sz="2000" b="1" spc="-10" dirty="0">
                <a:solidFill>
                  <a:srgbClr val="252525"/>
                </a:solidFill>
                <a:latin typeface="Consolas"/>
                <a:cs typeface="Consolas"/>
              </a:rPr>
              <a:t>item</a:t>
            </a:r>
            <a:endParaRPr sz="20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79092" y="1943037"/>
            <a:ext cx="3959225" cy="630555"/>
            <a:chOff x="355091" y="1943036"/>
            <a:chExt cx="3959225" cy="63055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629" y="1973352"/>
              <a:ext cx="3954086" cy="49955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091" y="1943036"/>
              <a:ext cx="3769614" cy="63011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4903" y="1988819"/>
              <a:ext cx="3805554" cy="350520"/>
            </a:xfrm>
            <a:custGeom>
              <a:avLst/>
              <a:gdLst/>
              <a:ahLst/>
              <a:cxnLst/>
              <a:rect l="l" t="t" r="r" b="b"/>
              <a:pathLst>
                <a:path w="3805554" h="350519">
                  <a:moveTo>
                    <a:pt x="3644011" y="0"/>
                  </a:moveTo>
                  <a:lnTo>
                    <a:pt x="161416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805428" y="350519"/>
                  </a:lnTo>
                  <a:lnTo>
                    <a:pt x="3805428" y="161416"/>
                  </a:lnTo>
                  <a:lnTo>
                    <a:pt x="3799662" y="118503"/>
                  </a:lnTo>
                  <a:lnTo>
                    <a:pt x="3783391" y="79944"/>
                  </a:lnTo>
                  <a:lnTo>
                    <a:pt x="3758152" y="47275"/>
                  </a:lnTo>
                  <a:lnTo>
                    <a:pt x="3725483" y="22036"/>
                  </a:lnTo>
                  <a:lnTo>
                    <a:pt x="3686924" y="5765"/>
                  </a:lnTo>
                  <a:lnTo>
                    <a:pt x="3644011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24887" y="2010919"/>
            <a:ext cx="33591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/res/layout/item_country.xml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869948" y="2310383"/>
            <a:ext cx="8570595" cy="3835400"/>
            <a:chOff x="345947" y="2310383"/>
            <a:chExt cx="8570595" cy="383540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947" y="2310383"/>
              <a:ext cx="8570214" cy="383514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8619" y="2369832"/>
              <a:ext cx="5976366" cy="377266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74903" y="2339339"/>
              <a:ext cx="8394700" cy="3659504"/>
            </a:xfrm>
            <a:custGeom>
              <a:avLst/>
              <a:gdLst/>
              <a:ahLst/>
              <a:cxnLst/>
              <a:rect l="l" t="t" r="r" b="b"/>
              <a:pathLst>
                <a:path w="8394700" h="3659504">
                  <a:moveTo>
                    <a:pt x="8142986" y="0"/>
                  </a:moveTo>
                  <a:lnTo>
                    <a:pt x="0" y="0"/>
                  </a:lnTo>
                  <a:lnTo>
                    <a:pt x="0" y="3407918"/>
                  </a:lnTo>
                  <a:lnTo>
                    <a:pt x="4047" y="3453071"/>
                  </a:lnTo>
                  <a:lnTo>
                    <a:pt x="15716" y="3495570"/>
                  </a:lnTo>
                  <a:lnTo>
                    <a:pt x="34297" y="3534705"/>
                  </a:lnTo>
                  <a:lnTo>
                    <a:pt x="59081" y="3569765"/>
                  </a:lnTo>
                  <a:lnTo>
                    <a:pt x="89358" y="3600042"/>
                  </a:lnTo>
                  <a:lnTo>
                    <a:pt x="124418" y="3624826"/>
                  </a:lnTo>
                  <a:lnTo>
                    <a:pt x="163553" y="3643407"/>
                  </a:lnTo>
                  <a:lnTo>
                    <a:pt x="206052" y="3655076"/>
                  </a:lnTo>
                  <a:lnTo>
                    <a:pt x="251205" y="3659124"/>
                  </a:lnTo>
                  <a:lnTo>
                    <a:pt x="8394192" y="3659124"/>
                  </a:lnTo>
                  <a:lnTo>
                    <a:pt x="8394192" y="251206"/>
                  </a:lnTo>
                  <a:lnTo>
                    <a:pt x="8390142" y="206065"/>
                  </a:lnTo>
                  <a:lnTo>
                    <a:pt x="8378469" y="163573"/>
                  </a:lnTo>
                  <a:lnTo>
                    <a:pt x="8359883" y="124441"/>
                  </a:lnTo>
                  <a:lnTo>
                    <a:pt x="8335093" y="89379"/>
                  </a:lnTo>
                  <a:lnTo>
                    <a:pt x="8304812" y="59098"/>
                  </a:lnTo>
                  <a:lnTo>
                    <a:pt x="8269750" y="34308"/>
                  </a:lnTo>
                  <a:lnTo>
                    <a:pt x="8230618" y="15722"/>
                  </a:lnTo>
                  <a:lnTo>
                    <a:pt x="8188126" y="4049"/>
                  </a:lnTo>
                  <a:lnTo>
                    <a:pt x="8142986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051100" y="2436064"/>
            <a:ext cx="5584190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&lt;LinearLayout</a:t>
            </a:r>
            <a:endParaRPr sz="1600">
              <a:latin typeface="Consolas"/>
              <a:cs typeface="Consolas"/>
            </a:endParaRPr>
          </a:p>
          <a:p>
            <a:pPr marL="457200" marR="5080">
              <a:spcBef>
                <a:spcPts val="5"/>
              </a:spcBef>
              <a:defRPr/>
            </a:pPr>
            <a:r>
              <a:rPr sz="1600" spc="-10" dirty="0">
                <a:latin typeface="Consolas"/>
                <a:cs typeface="Consolas"/>
              </a:rPr>
              <a:t>xmlns:android=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  <a:hlinkClick r:id="rId10"/>
              </a:rPr>
              <a:t>"http://schemas.android.com/..."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android:layout_width=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"match_parent" </a:t>
            </a:r>
            <a:r>
              <a:rPr sz="1600" spc="-10" dirty="0">
                <a:latin typeface="Consolas"/>
                <a:cs typeface="Consolas"/>
              </a:rPr>
              <a:t>android:layout_height=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"wrap_content" </a:t>
            </a:r>
            <a:r>
              <a:rPr sz="1600" spc="-10" dirty="0">
                <a:latin typeface="Consolas"/>
                <a:cs typeface="Consolas"/>
              </a:rPr>
              <a:t>android:orientation=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"horizontal"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457200">
              <a:defRPr/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&lt;ImageView</a:t>
            </a:r>
            <a:endParaRPr sz="1600">
              <a:latin typeface="Consolas"/>
              <a:cs typeface="Consolas"/>
            </a:endParaRPr>
          </a:p>
          <a:p>
            <a:pPr marL="902335" marR="337820">
              <a:defRPr/>
            </a:pPr>
            <a:r>
              <a:rPr sz="1600" spc="-10" dirty="0">
                <a:latin typeface="Consolas"/>
                <a:cs typeface="Consolas"/>
              </a:rPr>
              <a:t>android:id=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</a:t>
            </a:r>
            <a:r>
              <a:rPr sz="1600" u="sng" spc="-10" dirty="0">
                <a:solidFill>
                  <a:srgbClr val="C55A11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@+id/flagIV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 </a:t>
            </a:r>
            <a:r>
              <a:rPr sz="1600" spc="-10" dirty="0">
                <a:latin typeface="Consolas"/>
                <a:cs typeface="Consolas"/>
              </a:rPr>
              <a:t>android:layout_width=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"wrap_content" </a:t>
            </a:r>
            <a:r>
              <a:rPr sz="1600" dirty="0">
                <a:latin typeface="Consolas"/>
                <a:cs typeface="Consolas"/>
              </a:rPr>
              <a:t>android:layout_height=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"wrap_content"</a:t>
            </a:r>
            <a:r>
              <a:rPr sz="1600" spc="-150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600">
              <a:latin typeface="Consolas"/>
              <a:cs typeface="Consolas"/>
            </a:endParaRPr>
          </a:p>
          <a:p>
            <a:pPr marL="457200">
              <a:defRPr/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&lt;TextView</a:t>
            </a:r>
            <a:endParaRPr sz="1600">
              <a:latin typeface="Consolas"/>
              <a:cs typeface="Consolas"/>
            </a:endParaRPr>
          </a:p>
          <a:p>
            <a:pPr marL="902335" marR="337820">
              <a:defRPr/>
            </a:pPr>
            <a:r>
              <a:rPr sz="1600" spc="-10" dirty="0">
                <a:latin typeface="Consolas"/>
                <a:cs typeface="Consolas"/>
              </a:rPr>
              <a:t>android:id=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</a:t>
            </a:r>
            <a:r>
              <a:rPr sz="1600" u="sng" spc="-10" dirty="0">
                <a:solidFill>
                  <a:srgbClr val="C55A11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@+id/nameTV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 </a:t>
            </a:r>
            <a:r>
              <a:rPr sz="1600" spc="-10" dirty="0">
                <a:latin typeface="Consolas"/>
                <a:cs typeface="Consolas"/>
              </a:rPr>
              <a:t>android:layout_width=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"wrap_content" </a:t>
            </a:r>
            <a:r>
              <a:rPr sz="1600" dirty="0">
                <a:latin typeface="Consolas"/>
                <a:cs typeface="Consolas"/>
              </a:rPr>
              <a:t>android:layout_height=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"wrap_content"</a:t>
            </a:r>
            <a:r>
              <a:rPr sz="1600" spc="-150" dirty="0">
                <a:solidFill>
                  <a:srgbClr val="C55A11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600">
              <a:latin typeface="Consolas"/>
              <a:cs typeface="Consolas"/>
            </a:endParaRPr>
          </a:p>
          <a:p>
            <a:pPr marL="12700">
              <a:spcBef>
                <a:spcPts val="5"/>
              </a:spcBef>
              <a:defRPr/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&lt;/LinearLayout&gt;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086343" y="1534667"/>
            <a:ext cx="2338070" cy="2955290"/>
            <a:chOff x="6562343" y="1534667"/>
            <a:chExt cx="2338070" cy="2955290"/>
          </a:xfrm>
        </p:grpSpPr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62343" y="1534667"/>
              <a:ext cx="2337816" cy="295503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720077" y="3310889"/>
              <a:ext cx="1483360" cy="414655"/>
            </a:xfrm>
            <a:custGeom>
              <a:avLst/>
              <a:gdLst/>
              <a:ahLst/>
              <a:cxnLst/>
              <a:rect l="l" t="t" r="r" b="b"/>
              <a:pathLst>
                <a:path w="1483359" h="414654">
                  <a:moveTo>
                    <a:pt x="0" y="414528"/>
                  </a:moveTo>
                  <a:lnTo>
                    <a:pt x="1482852" y="414528"/>
                  </a:lnTo>
                  <a:lnTo>
                    <a:pt x="1482852" y="0"/>
                  </a:lnTo>
                  <a:lnTo>
                    <a:pt x="0" y="0"/>
                  </a:lnTo>
                  <a:lnTo>
                    <a:pt x="0" y="41452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665464" y="3358896"/>
            <a:ext cx="1003300" cy="280846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34290" rIns="0" bIns="0" rtlCol="0">
            <a:spAutoFit/>
          </a:bodyPr>
          <a:lstStyle/>
          <a:p>
            <a:pPr algn="ctr">
              <a:spcBef>
                <a:spcPts val="270"/>
              </a:spcBef>
              <a:defRPr/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TV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17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01229" y="3355848"/>
            <a:ext cx="323215" cy="28020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33655" rIns="0" bIns="0" rtlCol="0">
            <a:spAutoFit/>
          </a:bodyPr>
          <a:lstStyle/>
          <a:p>
            <a:pPr marL="59055">
              <a:spcBef>
                <a:spcPts val="265"/>
              </a:spcBef>
              <a:defRPr/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IV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00" dirty="0"/>
              <a:t> </a:t>
            </a:r>
            <a:r>
              <a:rPr dirty="0"/>
              <a:t>à</a:t>
            </a:r>
            <a:r>
              <a:rPr spc="-80" dirty="0"/>
              <a:t> </a:t>
            </a:r>
            <a:r>
              <a:rPr spc="-10" dirty="0"/>
              <a:t>adaptateur</a:t>
            </a:r>
            <a:r>
              <a:rPr spc="-85" dirty="0"/>
              <a:t> </a:t>
            </a:r>
            <a:r>
              <a:rPr spc="-10" dirty="0"/>
              <a:t>personnalisé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2" y="685038"/>
            <a:ext cx="4626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400" dirty="0">
                <a:solidFill>
                  <a:srgbClr val="3A8B39"/>
                </a:solidFill>
                <a:latin typeface="Calibri Light"/>
                <a:cs typeface="Calibri Light"/>
              </a:rPr>
              <a:t>3.a.</a:t>
            </a:r>
            <a:r>
              <a:rPr sz="2400" spc="-120" dirty="0">
                <a:solidFill>
                  <a:srgbClr val="3A8B39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Créer</a:t>
            </a:r>
            <a:r>
              <a:rPr sz="2400" spc="-6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un</a:t>
            </a:r>
            <a:r>
              <a:rPr sz="2400" spc="-6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adaptateur</a:t>
            </a:r>
            <a:r>
              <a:rPr sz="2400" spc="-7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personnalisé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24000" y="1754124"/>
            <a:ext cx="9005570" cy="3355975"/>
            <a:chOff x="0" y="1754123"/>
            <a:chExt cx="9005570" cy="335597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0548" y="1754123"/>
              <a:ext cx="6840347" cy="3162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2464" y="3238499"/>
              <a:ext cx="1482852" cy="18714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3073857"/>
              <a:ext cx="1782318" cy="50665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003" y="3092246"/>
              <a:ext cx="1669542" cy="54947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432" y="3102863"/>
              <a:ext cx="1607820" cy="330835"/>
            </a:xfrm>
            <a:custGeom>
              <a:avLst/>
              <a:gdLst/>
              <a:ahLst/>
              <a:cxnLst/>
              <a:rect l="l" t="t" r="r" b="b"/>
              <a:pathLst>
                <a:path w="1607820" h="330835">
                  <a:moveTo>
                    <a:pt x="1442466" y="0"/>
                  </a:moveTo>
                  <a:lnTo>
                    <a:pt x="165354" y="0"/>
                  </a:lnTo>
                  <a:lnTo>
                    <a:pt x="121396" y="5907"/>
                  </a:lnTo>
                  <a:lnTo>
                    <a:pt x="81896" y="22577"/>
                  </a:lnTo>
                  <a:lnTo>
                    <a:pt x="48430" y="48434"/>
                  </a:lnTo>
                  <a:lnTo>
                    <a:pt x="22575" y="81900"/>
                  </a:lnTo>
                  <a:lnTo>
                    <a:pt x="5906" y="121399"/>
                  </a:lnTo>
                  <a:lnTo>
                    <a:pt x="0" y="165353"/>
                  </a:lnTo>
                  <a:lnTo>
                    <a:pt x="0" y="330708"/>
                  </a:lnTo>
                  <a:lnTo>
                    <a:pt x="1607820" y="330708"/>
                  </a:lnTo>
                  <a:lnTo>
                    <a:pt x="1607820" y="165353"/>
                  </a:lnTo>
                  <a:lnTo>
                    <a:pt x="1601912" y="121399"/>
                  </a:lnTo>
                  <a:lnTo>
                    <a:pt x="1585242" y="81900"/>
                  </a:lnTo>
                  <a:lnTo>
                    <a:pt x="1559385" y="48434"/>
                  </a:lnTo>
                  <a:lnTo>
                    <a:pt x="1525919" y="22577"/>
                  </a:lnTo>
                  <a:lnTo>
                    <a:pt x="1486420" y="5907"/>
                  </a:lnTo>
                  <a:lnTo>
                    <a:pt x="1442466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3404590"/>
              <a:ext cx="2655570" cy="123675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576" y="3451872"/>
              <a:ext cx="2554986" cy="118946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7432" y="3433572"/>
              <a:ext cx="2481580" cy="1061085"/>
            </a:xfrm>
            <a:custGeom>
              <a:avLst/>
              <a:gdLst/>
              <a:ahLst/>
              <a:cxnLst/>
              <a:rect l="l" t="t" r="r" b="b"/>
              <a:pathLst>
                <a:path w="2481580" h="1061085">
                  <a:moveTo>
                    <a:pt x="2297684" y="0"/>
                  </a:moveTo>
                  <a:lnTo>
                    <a:pt x="0" y="0"/>
                  </a:lnTo>
                  <a:lnTo>
                    <a:pt x="0" y="877315"/>
                  </a:lnTo>
                  <a:lnTo>
                    <a:pt x="6549" y="926089"/>
                  </a:lnTo>
                  <a:lnTo>
                    <a:pt x="25031" y="969903"/>
                  </a:lnTo>
                  <a:lnTo>
                    <a:pt x="53699" y="1007014"/>
                  </a:lnTo>
                  <a:lnTo>
                    <a:pt x="90804" y="1035680"/>
                  </a:lnTo>
                  <a:lnTo>
                    <a:pt x="134599" y="1054157"/>
                  </a:lnTo>
                  <a:lnTo>
                    <a:pt x="183337" y="1060703"/>
                  </a:lnTo>
                  <a:lnTo>
                    <a:pt x="2481072" y="1060703"/>
                  </a:lnTo>
                  <a:lnTo>
                    <a:pt x="2481072" y="183387"/>
                  </a:lnTo>
                  <a:lnTo>
                    <a:pt x="2474525" y="134614"/>
                  </a:lnTo>
                  <a:lnTo>
                    <a:pt x="2456048" y="90800"/>
                  </a:lnTo>
                  <a:lnTo>
                    <a:pt x="2427382" y="53689"/>
                  </a:lnTo>
                  <a:lnTo>
                    <a:pt x="2390271" y="25023"/>
                  </a:lnTo>
                  <a:lnTo>
                    <a:pt x="2346457" y="6546"/>
                  </a:lnTo>
                  <a:lnTo>
                    <a:pt x="2297684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678025" y="3152013"/>
            <a:ext cx="2195830" cy="1238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400" b="1" spc="-10" dirty="0">
                <a:solidFill>
                  <a:srgbClr val="FFFFFF"/>
                </a:solidFill>
                <a:latin typeface="Consolas"/>
                <a:cs typeface="Consolas"/>
              </a:rPr>
              <a:t>List&lt;</a:t>
            </a:r>
            <a:r>
              <a:rPr sz="1400" b="1" spc="-10" dirty="0">
                <a:solidFill>
                  <a:srgbClr val="C5DFB4"/>
                </a:solidFill>
                <a:latin typeface="Consolas"/>
                <a:cs typeface="Consolas"/>
              </a:rPr>
              <a:t>Country</a:t>
            </a:r>
            <a:r>
              <a:rPr sz="1400" b="1" spc="-10" dirty="0">
                <a:solidFill>
                  <a:srgbClr val="FFFFFF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17780" marR="5080">
              <a:spcBef>
                <a:spcPts val="1140"/>
              </a:spcBef>
              <a:defRPr/>
            </a:pPr>
            <a:r>
              <a:rPr sz="1400" b="1" spc="-10" dirty="0">
                <a:latin typeface="Consolas"/>
                <a:cs typeface="Consolas"/>
              </a:rPr>
              <a:t>(flagId,</a:t>
            </a:r>
            <a:r>
              <a:rPr sz="1400" b="1" spc="-10" dirty="0">
                <a:solidFill>
                  <a:srgbClr val="C55A11"/>
                </a:solidFill>
                <a:latin typeface="Consolas"/>
                <a:cs typeface="Consolas"/>
              </a:rPr>
              <a:t>"Sweden"</a:t>
            </a:r>
            <a:r>
              <a:rPr sz="1400" b="1" spc="-10" dirty="0">
                <a:latin typeface="Consolas"/>
                <a:cs typeface="Consolas"/>
              </a:rPr>
              <a:t>) (flagId,</a:t>
            </a:r>
            <a:r>
              <a:rPr sz="1400" b="1" spc="-10" dirty="0">
                <a:solidFill>
                  <a:srgbClr val="C55A11"/>
                </a:solidFill>
                <a:latin typeface="Consolas"/>
                <a:cs typeface="Consolas"/>
              </a:rPr>
              <a:t>"Switzerland"</a:t>
            </a:r>
            <a:r>
              <a:rPr sz="1400" b="1" spc="-10" dirty="0">
                <a:latin typeface="Consolas"/>
                <a:cs typeface="Consolas"/>
              </a:rPr>
              <a:t>) (flagId,</a:t>
            </a:r>
            <a:r>
              <a:rPr sz="1400" b="1" spc="-10" dirty="0">
                <a:solidFill>
                  <a:srgbClr val="C55A11"/>
                </a:solidFill>
                <a:latin typeface="Consolas"/>
                <a:cs typeface="Consolas"/>
              </a:rPr>
              <a:t>"Taiwan"</a:t>
            </a:r>
            <a:r>
              <a:rPr sz="1400" b="1" spc="-10" dirty="0"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  <a:p>
            <a:pPr marL="17780">
              <a:defRPr/>
            </a:pPr>
            <a:r>
              <a:rPr sz="1400" b="1" spc="-25" dirty="0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111497" y="3406140"/>
            <a:ext cx="1805939" cy="1804670"/>
            <a:chOff x="3587496" y="3406140"/>
            <a:chExt cx="1805939" cy="1804670"/>
          </a:xfrm>
        </p:grpSpPr>
        <p:sp>
          <p:nvSpPr>
            <p:cNvPr id="20" name="object 20"/>
            <p:cNvSpPr/>
            <p:nvPr/>
          </p:nvSpPr>
          <p:spPr>
            <a:xfrm>
              <a:off x="3606546" y="3425190"/>
              <a:ext cx="1767839" cy="1766570"/>
            </a:xfrm>
            <a:custGeom>
              <a:avLst/>
              <a:gdLst/>
              <a:ahLst/>
              <a:cxnLst/>
              <a:rect l="l" t="t" r="r" b="b"/>
              <a:pathLst>
                <a:path w="1767839" h="1766570">
                  <a:moveTo>
                    <a:pt x="0" y="883158"/>
                  </a:moveTo>
                  <a:lnTo>
                    <a:pt x="1307" y="834696"/>
                  </a:lnTo>
                  <a:lnTo>
                    <a:pt x="5186" y="786919"/>
                  </a:lnTo>
                  <a:lnTo>
                    <a:pt x="11568" y="739892"/>
                  </a:lnTo>
                  <a:lnTo>
                    <a:pt x="20386" y="693684"/>
                  </a:lnTo>
                  <a:lnTo>
                    <a:pt x="31573" y="648361"/>
                  </a:lnTo>
                  <a:lnTo>
                    <a:pt x="45061" y="603991"/>
                  </a:lnTo>
                  <a:lnTo>
                    <a:pt x="60783" y="560642"/>
                  </a:lnTo>
                  <a:lnTo>
                    <a:pt x="78671" y="518380"/>
                  </a:lnTo>
                  <a:lnTo>
                    <a:pt x="98659" y="477272"/>
                  </a:lnTo>
                  <a:lnTo>
                    <a:pt x="120678" y="437388"/>
                  </a:lnTo>
                  <a:lnTo>
                    <a:pt x="144661" y="398792"/>
                  </a:lnTo>
                  <a:lnTo>
                    <a:pt x="170541" y="361553"/>
                  </a:lnTo>
                  <a:lnTo>
                    <a:pt x="198251" y="325739"/>
                  </a:lnTo>
                  <a:lnTo>
                    <a:pt x="227723" y="291415"/>
                  </a:lnTo>
                  <a:lnTo>
                    <a:pt x="258889" y="258651"/>
                  </a:lnTo>
                  <a:lnTo>
                    <a:pt x="291683" y="227512"/>
                  </a:lnTo>
                  <a:lnTo>
                    <a:pt x="326036" y="198067"/>
                  </a:lnTo>
                  <a:lnTo>
                    <a:pt x="361882" y="170383"/>
                  </a:lnTo>
                  <a:lnTo>
                    <a:pt x="399154" y="144526"/>
                  </a:lnTo>
                  <a:lnTo>
                    <a:pt x="437783" y="120565"/>
                  </a:lnTo>
                  <a:lnTo>
                    <a:pt x="477702" y="98566"/>
                  </a:lnTo>
                  <a:lnTo>
                    <a:pt x="518844" y="78597"/>
                  </a:lnTo>
                  <a:lnTo>
                    <a:pt x="561142" y="60726"/>
                  </a:lnTo>
                  <a:lnTo>
                    <a:pt x="604528" y="45018"/>
                  </a:lnTo>
                  <a:lnTo>
                    <a:pt x="648934" y="31543"/>
                  </a:lnTo>
                  <a:lnTo>
                    <a:pt x="694294" y="20367"/>
                  </a:lnTo>
                  <a:lnTo>
                    <a:pt x="740540" y="11557"/>
                  </a:lnTo>
                  <a:lnTo>
                    <a:pt x="787605" y="5181"/>
                  </a:lnTo>
                  <a:lnTo>
                    <a:pt x="835420" y="1306"/>
                  </a:lnTo>
                  <a:lnTo>
                    <a:pt x="883919" y="0"/>
                  </a:lnTo>
                  <a:lnTo>
                    <a:pt x="932419" y="1306"/>
                  </a:lnTo>
                  <a:lnTo>
                    <a:pt x="980234" y="5181"/>
                  </a:lnTo>
                  <a:lnTo>
                    <a:pt x="1027299" y="11557"/>
                  </a:lnTo>
                  <a:lnTo>
                    <a:pt x="1073545" y="20367"/>
                  </a:lnTo>
                  <a:lnTo>
                    <a:pt x="1118905" y="31543"/>
                  </a:lnTo>
                  <a:lnTo>
                    <a:pt x="1163311" y="45018"/>
                  </a:lnTo>
                  <a:lnTo>
                    <a:pt x="1206697" y="60726"/>
                  </a:lnTo>
                  <a:lnTo>
                    <a:pt x="1248995" y="78597"/>
                  </a:lnTo>
                  <a:lnTo>
                    <a:pt x="1290137" y="98566"/>
                  </a:lnTo>
                  <a:lnTo>
                    <a:pt x="1330056" y="120565"/>
                  </a:lnTo>
                  <a:lnTo>
                    <a:pt x="1368685" y="144526"/>
                  </a:lnTo>
                  <a:lnTo>
                    <a:pt x="1405957" y="170383"/>
                  </a:lnTo>
                  <a:lnTo>
                    <a:pt x="1441803" y="198067"/>
                  </a:lnTo>
                  <a:lnTo>
                    <a:pt x="1476156" y="227512"/>
                  </a:lnTo>
                  <a:lnTo>
                    <a:pt x="1508950" y="258651"/>
                  </a:lnTo>
                  <a:lnTo>
                    <a:pt x="1540116" y="291415"/>
                  </a:lnTo>
                  <a:lnTo>
                    <a:pt x="1569588" y="325739"/>
                  </a:lnTo>
                  <a:lnTo>
                    <a:pt x="1597298" y="361553"/>
                  </a:lnTo>
                  <a:lnTo>
                    <a:pt x="1623178" y="398792"/>
                  </a:lnTo>
                  <a:lnTo>
                    <a:pt x="1647161" y="437388"/>
                  </a:lnTo>
                  <a:lnTo>
                    <a:pt x="1669180" y="477272"/>
                  </a:lnTo>
                  <a:lnTo>
                    <a:pt x="1689168" y="518380"/>
                  </a:lnTo>
                  <a:lnTo>
                    <a:pt x="1707056" y="560642"/>
                  </a:lnTo>
                  <a:lnTo>
                    <a:pt x="1722778" y="603991"/>
                  </a:lnTo>
                  <a:lnTo>
                    <a:pt x="1736266" y="648361"/>
                  </a:lnTo>
                  <a:lnTo>
                    <a:pt x="1747453" y="693684"/>
                  </a:lnTo>
                  <a:lnTo>
                    <a:pt x="1756271" y="739892"/>
                  </a:lnTo>
                  <a:lnTo>
                    <a:pt x="1762653" y="786919"/>
                  </a:lnTo>
                  <a:lnTo>
                    <a:pt x="1766532" y="834696"/>
                  </a:lnTo>
                  <a:lnTo>
                    <a:pt x="1767839" y="883158"/>
                  </a:lnTo>
                  <a:lnTo>
                    <a:pt x="1766532" y="931619"/>
                  </a:lnTo>
                  <a:lnTo>
                    <a:pt x="1762653" y="979396"/>
                  </a:lnTo>
                  <a:lnTo>
                    <a:pt x="1756271" y="1026423"/>
                  </a:lnTo>
                  <a:lnTo>
                    <a:pt x="1747453" y="1072631"/>
                  </a:lnTo>
                  <a:lnTo>
                    <a:pt x="1736266" y="1117954"/>
                  </a:lnTo>
                  <a:lnTo>
                    <a:pt x="1722778" y="1162324"/>
                  </a:lnTo>
                  <a:lnTo>
                    <a:pt x="1707056" y="1205673"/>
                  </a:lnTo>
                  <a:lnTo>
                    <a:pt x="1689168" y="1247935"/>
                  </a:lnTo>
                  <a:lnTo>
                    <a:pt x="1669180" y="1289043"/>
                  </a:lnTo>
                  <a:lnTo>
                    <a:pt x="1647161" y="1328928"/>
                  </a:lnTo>
                  <a:lnTo>
                    <a:pt x="1623178" y="1367523"/>
                  </a:lnTo>
                  <a:lnTo>
                    <a:pt x="1597298" y="1404762"/>
                  </a:lnTo>
                  <a:lnTo>
                    <a:pt x="1569588" y="1440576"/>
                  </a:lnTo>
                  <a:lnTo>
                    <a:pt x="1540116" y="1474900"/>
                  </a:lnTo>
                  <a:lnTo>
                    <a:pt x="1508950" y="1507664"/>
                  </a:lnTo>
                  <a:lnTo>
                    <a:pt x="1476156" y="1538803"/>
                  </a:lnTo>
                  <a:lnTo>
                    <a:pt x="1441803" y="1568248"/>
                  </a:lnTo>
                  <a:lnTo>
                    <a:pt x="1405957" y="1595932"/>
                  </a:lnTo>
                  <a:lnTo>
                    <a:pt x="1368685" y="1621789"/>
                  </a:lnTo>
                  <a:lnTo>
                    <a:pt x="1330056" y="1645750"/>
                  </a:lnTo>
                  <a:lnTo>
                    <a:pt x="1290137" y="1667749"/>
                  </a:lnTo>
                  <a:lnTo>
                    <a:pt x="1248995" y="1687718"/>
                  </a:lnTo>
                  <a:lnTo>
                    <a:pt x="1206697" y="1705589"/>
                  </a:lnTo>
                  <a:lnTo>
                    <a:pt x="1163311" y="1721297"/>
                  </a:lnTo>
                  <a:lnTo>
                    <a:pt x="1118905" y="1734772"/>
                  </a:lnTo>
                  <a:lnTo>
                    <a:pt x="1073545" y="1745948"/>
                  </a:lnTo>
                  <a:lnTo>
                    <a:pt x="1027299" y="1754758"/>
                  </a:lnTo>
                  <a:lnTo>
                    <a:pt x="980234" y="1761134"/>
                  </a:lnTo>
                  <a:lnTo>
                    <a:pt x="932419" y="1765009"/>
                  </a:lnTo>
                  <a:lnTo>
                    <a:pt x="883919" y="1766316"/>
                  </a:lnTo>
                  <a:lnTo>
                    <a:pt x="835420" y="1765009"/>
                  </a:lnTo>
                  <a:lnTo>
                    <a:pt x="787605" y="1761134"/>
                  </a:lnTo>
                  <a:lnTo>
                    <a:pt x="740540" y="1754758"/>
                  </a:lnTo>
                  <a:lnTo>
                    <a:pt x="694294" y="1745948"/>
                  </a:lnTo>
                  <a:lnTo>
                    <a:pt x="648934" y="1734772"/>
                  </a:lnTo>
                  <a:lnTo>
                    <a:pt x="604528" y="1721297"/>
                  </a:lnTo>
                  <a:lnTo>
                    <a:pt x="561142" y="1705589"/>
                  </a:lnTo>
                  <a:lnTo>
                    <a:pt x="518844" y="1687718"/>
                  </a:lnTo>
                  <a:lnTo>
                    <a:pt x="477702" y="1667749"/>
                  </a:lnTo>
                  <a:lnTo>
                    <a:pt x="437783" y="1645750"/>
                  </a:lnTo>
                  <a:lnTo>
                    <a:pt x="399154" y="1621789"/>
                  </a:lnTo>
                  <a:lnTo>
                    <a:pt x="361882" y="1595932"/>
                  </a:lnTo>
                  <a:lnTo>
                    <a:pt x="326036" y="1568248"/>
                  </a:lnTo>
                  <a:lnTo>
                    <a:pt x="291683" y="1538803"/>
                  </a:lnTo>
                  <a:lnTo>
                    <a:pt x="258889" y="1507664"/>
                  </a:lnTo>
                  <a:lnTo>
                    <a:pt x="227723" y="1474900"/>
                  </a:lnTo>
                  <a:lnTo>
                    <a:pt x="198251" y="1440576"/>
                  </a:lnTo>
                  <a:lnTo>
                    <a:pt x="170541" y="1404762"/>
                  </a:lnTo>
                  <a:lnTo>
                    <a:pt x="144661" y="1367523"/>
                  </a:lnTo>
                  <a:lnTo>
                    <a:pt x="120678" y="1328928"/>
                  </a:lnTo>
                  <a:lnTo>
                    <a:pt x="98659" y="1289043"/>
                  </a:lnTo>
                  <a:lnTo>
                    <a:pt x="78671" y="1247935"/>
                  </a:lnTo>
                  <a:lnTo>
                    <a:pt x="60783" y="1205673"/>
                  </a:lnTo>
                  <a:lnTo>
                    <a:pt x="45061" y="1162324"/>
                  </a:lnTo>
                  <a:lnTo>
                    <a:pt x="31573" y="1117954"/>
                  </a:lnTo>
                  <a:lnTo>
                    <a:pt x="20386" y="1072631"/>
                  </a:lnTo>
                  <a:lnTo>
                    <a:pt x="11568" y="1026423"/>
                  </a:lnTo>
                  <a:lnTo>
                    <a:pt x="5186" y="979396"/>
                  </a:lnTo>
                  <a:lnTo>
                    <a:pt x="1307" y="931619"/>
                  </a:lnTo>
                  <a:lnTo>
                    <a:pt x="0" y="883158"/>
                  </a:lnTo>
                  <a:close/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27932" y="3974592"/>
              <a:ext cx="1011936" cy="97078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186299" y="5256021"/>
            <a:ext cx="15830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CountryAdapter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18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00" dirty="0"/>
              <a:t> </a:t>
            </a:r>
            <a:r>
              <a:rPr dirty="0"/>
              <a:t>à</a:t>
            </a:r>
            <a:r>
              <a:rPr spc="-80" dirty="0"/>
              <a:t> </a:t>
            </a:r>
            <a:r>
              <a:rPr spc="-10" dirty="0"/>
              <a:t>adaptateur</a:t>
            </a:r>
            <a:r>
              <a:rPr spc="-85" dirty="0"/>
              <a:t> </a:t>
            </a:r>
            <a:r>
              <a:rPr spc="-10" dirty="0"/>
              <a:t>personnalisé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2" y="685038"/>
            <a:ext cx="4626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400" dirty="0">
                <a:solidFill>
                  <a:srgbClr val="3A8B39"/>
                </a:solidFill>
                <a:latin typeface="Calibri Light"/>
                <a:cs typeface="Calibri Light"/>
              </a:rPr>
              <a:t>3.a.</a:t>
            </a:r>
            <a:r>
              <a:rPr sz="2400" spc="-120" dirty="0">
                <a:solidFill>
                  <a:srgbClr val="3A8B39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Créer</a:t>
            </a:r>
            <a:r>
              <a:rPr sz="2400" spc="-6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un</a:t>
            </a:r>
            <a:r>
              <a:rPr sz="2400" spc="-6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adaptateur</a:t>
            </a:r>
            <a:r>
              <a:rPr sz="2400" spc="-7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personnalisé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69948" y="1615490"/>
            <a:ext cx="8570595" cy="4491990"/>
            <a:chOff x="345947" y="1615490"/>
            <a:chExt cx="8570595" cy="449199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619" y="1645680"/>
              <a:ext cx="3513670" cy="4995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091" y="1615490"/>
              <a:ext cx="3411474" cy="6285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4903" y="1661160"/>
              <a:ext cx="3365500" cy="350520"/>
            </a:xfrm>
            <a:custGeom>
              <a:avLst/>
              <a:gdLst/>
              <a:ahLst/>
              <a:cxnLst/>
              <a:rect l="l" t="t" r="r" b="b"/>
              <a:pathLst>
                <a:path w="3365500" h="350519">
                  <a:moveTo>
                    <a:pt x="3203574" y="0"/>
                  </a:moveTo>
                  <a:lnTo>
                    <a:pt x="161416" y="0"/>
                  </a:lnTo>
                  <a:lnTo>
                    <a:pt x="118508" y="5765"/>
                  </a:lnTo>
                  <a:lnTo>
                    <a:pt x="79949" y="22036"/>
                  </a:lnTo>
                  <a:lnTo>
                    <a:pt x="47280" y="47275"/>
                  </a:lnTo>
                  <a:lnTo>
                    <a:pt x="22039" y="79944"/>
                  </a:lnTo>
                  <a:lnTo>
                    <a:pt x="5766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364992" y="350519"/>
                  </a:lnTo>
                  <a:lnTo>
                    <a:pt x="3364992" y="161416"/>
                  </a:lnTo>
                  <a:lnTo>
                    <a:pt x="3359226" y="118503"/>
                  </a:lnTo>
                  <a:lnTo>
                    <a:pt x="3342955" y="79944"/>
                  </a:lnTo>
                  <a:lnTo>
                    <a:pt x="3317716" y="47275"/>
                  </a:lnTo>
                  <a:lnTo>
                    <a:pt x="3285047" y="22036"/>
                  </a:lnTo>
                  <a:lnTo>
                    <a:pt x="3246488" y="5765"/>
                  </a:lnTo>
                  <a:lnTo>
                    <a:pt x="3203574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947" y="1982724"/>
              <a:ext cx="8570214" cy="412470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8619" y="2040623"/>
              <a:ext cx="7088885" cy="401650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903" y="2011680"/>
              <a:ext cx="8394700" cy="3949065"/>
            </a:xfrm>
            <a:custGeom>
              <a:avLst/>
              <a:gdLst/>
              <a:ahLst/>
              <a:cxnLst/>
              <a:rect l="l" t="t" r="r" b="b"/>
              <a:pathLst>
                <a:path w="8394700" h="3949065">
                  <a:moveTo>
                    <a:pt x="8144891" y="0"/>
                  </a:moveTo>
                  <a:lnTo>
                    <a:pt x="0" y="0"/>
                  </a:lnTo>
                  <a:lnTo>
                    <a:pt x="0" y="3699357"/>
                  </a:lnTo>
                  <a:lnTo>
                    <a:pt x="4016" y="3744176"/>
                  </a:lnTo>
                  <a:lnTo>
                    <a:pt x="15597" y="3786358"/>
                  </a:lnTo>
                  <a:lnTo>
                    <a:pt x="34038" y="3825200"/>
                  </a:lnTo>
                  <a:lnTo>
                    <a:pt x="58635" y="3859998"/>
                  </a:lnTo>
                  <a:lnTo>
                    <a:pt x="88683" y="3890047"/>
                  </a:lnTo>
                  <a:lnTo>
                    <a:pt x="123479" y="3914645"/>
                  </a:lnTo>
                  <a:lnTo>
                    <a:pt x="162319" y="3933086"/>
                  </a:lnTo>
                  <a:lnTo>
                    <a:pt x="204498" y="3944667"/>
                  </a:lnTo>
                  <a:lnTo>
                    <a:pt x="249313" y="3948684"/>
                  </a:lnTo>
                  <a:lnTo>
                    <a:pt x="8394192" y="3948684"/>
                  </a:lnTo>
                  <a:lnTo>
                    <a:pt x="8394192" y="249300"/>
                  </a:lnTo>
                  <a:lnTo>
                    <a:pt x="8390174" y="204493"/>
                  </a:lnTo>
                  <a:lnTo>
                    <a:pt x="8378593" y="162318"/>
                  </a:lnTo>
                  <a:lnTo>
                    <a:pt x="8360151" y="123481"/>
                  </a:lnTo>
                  <a:lnTo>
                    <a:pt x="8335553" y="88686"/>
                  </a:lnTo>
                  <a:lnTo>
                    <a:pt x="8305505" y="58638"/>
                  </a:lnTo>
                  <a:lnTo>
                    <a:pt x="8270710" y="34040"/>
                  </a:lnTo>
                  <a:lnTo>
                    <a:pt x="8231873" y="15598"/>
                  </a:lnTo>
                  <a:lnTo>
                    <a:pt x="8189698" y="4017"/>
                  </a:lnTo>
                  <a:lnTo>
                    <a:pt x="8144891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84248" y="2595117"/>
            <a:ext cx="558482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340100">
              <a:spcBef>
                <a:spcPts val="95"/>
              </a:spcBef>
              <a:defRPr/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Activity</a:t>
            </a:r>
            <a:r>
              <a:rPr sz="16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activity;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int</a:t>
            </a: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itemResourceId</a:t>
            </a:r>
            <a:r>
              <a:rPr sz="1600" spc="-10" dirty="0">
                <a:latin typeface="Consolas"/>
                <a:cs typeface="Consolas"/>
              </a:rPr>
              <a:t>; </a:t>
            </a:r>
            <a:r>
              <a:rPr sz="1600" u="sng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List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&lt;</a:t>
            </a:r>
            <a:r>
              <a:rPr sz="1600" u="sng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Country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&gt;</a:t>
            </a:r>
            <a:r>
              <a:rPr sz="1600" u="sng" spc="-6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items</a:t>
            </a:r>
            <a:r>
              <a:rPr sz="1600" spc="-10" dirty="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12700">
              <a:defRPr/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12700">
              <a:defRPr/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8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CountryAdapter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Activity</a:t>
            </a:r>
            <a:r>
              <a:rPr sz="1600" spc="-8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activity,</a:t>
            </a:r>
            <a:endParaRPr sz="1600">
              <a:latin typeface="Consolas"/>
              <a:cs typeface="Consolas"/>
            </a:endParaRPr>
          </a:p>
          <a:p>
            <a:pPr marL="2458720" marR="5080">
              <a:spcBef>
                <a:spcPts val="5"/>
              </a:spcBef>
              <a:defRPr/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6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itemResourceId,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List</a:t>
            </a:r>
            <a:r>
              <a:rPr sz="1600" dirty="0"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Country</a:t>
            </a:r>
            <a:r>
              <a:rPr sz="1600" dirty="0">
                <a:latin typeface="Consolas"/>
                <a:cs typeface="Consolas"/>
              </a:rPr>
              <a:t>&gt;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items)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{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...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84247" y="4596510"/>
            <a:ext cx="5027930" cy="950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1200" spc="-10" dirty="0">
                <a:solidFill>
                  <a:srgbClr val="7E7E7E"/>
                </a:solidFill>
                <a:latin typeface="Consolas"/>
                <a:cs typeface="Consolas"/>
              </a:rPr>
              <a:t>@Override</a:t>
            </a:r>
            <a:endParaRPr sz="1200">
              <a:latin typeface="Consolas"/>
              <a:cs typeface="Consolas"/>
            </a:endParaRPr>
          </a:p>
          <a:p>
            <a:pPr marL="12700">
              <a:spcBef>
                <a:spcPts val="80"/>
              </a:spcBef>
              <a:defRPr/>
            </a:pP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3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u="sng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View</a:t>
            </a:r>
            <a:r>
              <a:rPr sz="1600" u="sng" spc="-4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getView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600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position,</a:t>
            </a:r>
            <a:endParaRPr sz="1600">
              <a:latin typeface="Consolas"/>
              <a:cs typeface="Consolas"/>
            </a:endParaRPr>
          </a:p>
          <a:p>
            <a:pPr marL="2236470" marR="5080">
              <a:defRPr/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600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convertView,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ViewGroup</a:t>
            </a:r>
            <a:r>
              <a:rPr sz="16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parent)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{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...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50491" y="5521858"/>
            <a:ext cx="1371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32789" y="3528048"/>
            <a:ext cx="421005" cy="488315"/>
            <a:chOff x="208788" y="3528047"/>
            <a:chExt cx="421005" cy="488315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7932" y="3546360"/>
              <a:ext cx="402386" cy="3992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8788" y="3528047"/>
              <a:ext cx="420674" cy="48769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7368" y="3585972"/>
              <a:ext cx="288036" cy="28651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885899" y="3598290"/>
            <a:ext cx="11938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741931" y="4744200"/>
            <a:ext cx="402590" cy="488315"/>
            <a:chOff x="217931" y="4744199"/>
            <a:chExt cx="402590" cy="488315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7931" y="4762512"/>
              <a:ext cx="402386" cy="3992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7931" y="4744199"/>
              <a:ext cx="402386" cy="48769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7367" y="4802123"/>
              <a:ext cx="288036" cy="286512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895653" y="4814696"/>
            <a:ext cx="1009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708404" y="2055864"/>
            <a:ext cx="413384" cy="488315"/>
            <a:chOff x="184404" y="2055863"/>
            <a:chExt cx="413384" cy="488315"/>
          </a:xfrm>
        </p:grpSpPr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0500" y="2072652"/>
              <a:ext cx="400773" cy="3992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4404" y="2055863"/>
              <a:ext cx="413042" cy="48769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9936" y="2112263"/>
              <a:ext cx="286512" cy="286512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861516" y="1681683"/>
            <a:ext cx="6885305" cy="694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5895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/java/CountryAdapter.java</a:t>
            </a:r>
            <a:endParaRPr sz="1700">
              <a:latin typeface="Consolas"/>
              <a:cs typeface="Consolas"/>
            </a:endParaRPr>
          </a:p>
          <a:p>
            <a:pPr marL="12700">
              <a:spcBef>
                <a:spcPts val="1300"/>
              </a:spcBef>
              <a:tabLst>
                <a:tab pos="312420" algn="l"/>
              </a:tabLst>
              <a:defRPr/>
            </a:pPr>
            <a:r>
              <a:rPr sz="2100" spc="-75" baseline="1984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00" baseline="1984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60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50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600" spc="-6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CountryAdapter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extends</a:t>
            </a:r>
            <a:r>
              <a:rPr sz="1600" u="sng" spc="-5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ArrayAdapter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&lt;</a:t>
            </a:r>
            <a:r>
              <a:rPr sz="1600" u="sng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Country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&gt;</a:t>
            </a:r>
            <a:r>
              <a:rPr sz="1600" spc="-50" dirty="0">
                <a:latin typeface="Consolas"/>
                <a:cs typeface="Consolas"/>
              </a:rPr>
              <a:t> {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19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00" dirty="0"/>
              <a:t> </a:t>
            </a:r>
            <a:r>
              <a:rPr dirty="0"/>
              <a:t>à</a:t>
            </a:r>
            <a:r>
              <a:rPr spc="-80" dirty="0"/>
              <a:t> </a:t>
            </a:r>
            <a:r>
              <a:rPr spc="-10" dirty="0"/>
              <a:t>adaptateur</a:t>
            </a:r>
            <a:r>
              <a:rPr spc="-85" dirty="0"/>
              <a:t> </a:t>
            </a:r>
            <a:r>
              <a:rPr spc="-10" dirty="0"/>
              <a:t>personnalisé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2" y="685038"/>
            <a:ext cx="4098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400" dirty="0">
                <a:solidFill>
                  <a:srgbClr val="3A8B39"/>
                </a:solidFill>
                <a:latin typeface="Calibri Light"/>
                <a:cs typeface="Calibri Light"/>
              </a:rPr>
              <a:t>3.b.</a:t>
            </a:r>
            <a:r>
              <a:rPr sz="2400" spc="-85" dirty="0">
                <a:solidFill>
                  <a:srgbClr val="3A8B39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Implémenter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le</a:t>
            </a:r>
            <a:r>
              <a:rPr sz="2400" spc="-4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Constructeur</a:t>
            </a:r>
            <a:endParaRPr sz="2400">
              <a:latin typeface="Calibri Light"/>
              <a:cs typeface="Calibri Ligh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69948" y="1615490"/>
            <a:ext cx="8570595" cy="3977004"/>
            <a:chOff x="345947" y="1615490"/>
            <a:chExt cx="8570595" cy="3977004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619" y="1645680"/>
              <a:ext cx="3513670" cy="4995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091" y="1615490"/>
              <a:ext cx="3411474" cy="6285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4903" y="1661160"/>
              <a:ext cx="3365500" cy="350520"/>
            </a:xfrm>
            <a:custGeom>
              <a:avLst/>
              <a:gdLst/>
              <a:ahLst/>
              <a:cxnLst/>
              <a:rect l="l" t="t" r="r" b="b"/>
              <a:pathLst>
                <a:path w="3365500" h="350519">
                  <a:moveTo>
                    <a:pt x="3203574" y="0"/>
                  </a:moveTo>
                  <a:lnTo>
                    <a:pt x="161416" y="0"/>
                  </a:lnTo>
                  <a:lnTo>
                    <a:pt x="118508" y="5765"/>
                  </a:lnTo>
                  <a:lnTo>
                    <a:pt x="79949" y="22036"/>
                  </a:lnTo>
                  <a:lnTo>
                    <a:pt x="47280" y="47275"/>
                  </a:lnTo>
                  <a:lnTo>
                    <a:pt x="22039" y="79944"/>
                  </a:lnTo>
                  <a:lnTo>
                    <a:pt x="5766" y="118503"/>
                  </a:lnTo>
                  <a:lnTo>
                    <a:pt x="0" y="161416"/>
                  </a:lnTo>
                  <a:lnTo>
                    <a:pt x="0" y="350519"/>
                  </a:lnTo>
                  <a:lnTo>
                    <a:pt x="3364992" y="350519"/>
                  </a:lnTo>
                  <a:lnTo>
                    <a:pt x="3364992" y="161416"/>
                  </a:lnTo>
                  <a:lnTo>
                    <a:pt x="3359226" y="118503"/>
                  </a:lnTo>
                  <a:lnTo>
                    <a:pt x="3342955" y="79944"/>
                  </a:lnTo>
                  <a:lnTo>
                    <a:pt x="3317716" y="47275"/>
                  </a:lnTo>
                  <a:lnTo>
                    <a:pt x="3285047" y="22036"/>
                  </a:lnTo>
                  <a:lnTo>
                    <a:pt x="3246488" y="5765"/>
                  </a:lnTo>
                  <a:lnTo>
                    <a:pt x="3203574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947" y="1982736"/>
              <a:ext cx="8570214" cy="360959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3191" y="2045208"/>
              <a:ext cx="8340090" cy="352882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903" y="2011680"/>
              <a:ext cx="8394700" cy="3434079"/>
            </a:xfrm>
            <a:custGeom>
              <a:avLst/>
              <a:gdLst/>
              <a:ahLst/>
              <a:cxnLst/>
              <a:rect l="l" t="t" r="r" b="b"/>
              <a:pathLst>
                <a:path w="8394700" h="3434079">
                  <a:moveTo>
                    <a:pt x="8129270" y="0"/>
                  </a:moveTo>
                  <a:lnTo>
                    <a:pt x="0" y="0"/>
                  </a:lnTo>
                  <a:lnTo>
                    <a:pt x="0" y="3168650"/>
                  </a:lnTo>
                  <a:lnTo>
                    <a:pt x="4269" y="3216267"/>
                  </a:lnTo>
                  <a:lnTo>
                    <a:pt x="16577" y="3261086"/>
                  </a:lnTo>
                  <a:lnTo>
                    <a:pt x="36176" y="3302357"/>
                  </a:lnTo>
                  <a:lnTo>
                    <a:pt x="62317" y="3339332"/>
                  </a:lnTo>
                  <a:lnTo>
                    <a:pt x="94253" y="3371262"/>
                  </a:lnTo>
                  <a:lnTo>
                    <a:pt x="131235" y="3397400"/>
                  </a:lnTo>
                  <a:lnTo>
                    <a:pt x="172514" y="3416996"/>
                  </a:lnTo>
                  <a:lnTo>
                    <a:pt x="217343" y="3429303"/>
                  </a:lnTo>
                  <a:lnTo>
                    <a:pt x="264972" y="3433572"/>
                  </a:lnTo>
                  <a:lnTo>
                    <a:pt x="8394192" y="3433572"/>
                  </a:lnTo>
                  <a:lnTo>
                    <a:pt x="8394192" y="264922"/>
                  </a:lnTo>
                  <a:lnTo>
                    <a:pt x="8389923" y="217304"/>
                  </a:lnTo>
                  <a:lnTo>
                    <a:pt x="8377616" y="172485"/>
                  </a:lnTo>
                  <a:lnTo>
                    <a:pt x="8358020" y="131214"/>
                  </a:lnTo>
                  <a:lnTo>
                    <a:pt x="8331882" y="94239"/>
                  </a:lnTo>
                  <a:lnTo>
                    <a:pt x="8299952" y="62309"/>
                  </a:lnTo>
                  <a:lnTo>
                    <a:pt x="8262977" y="36171"/>
                  </a:lnTo>
                  <a:lnTo>
                    <a:pt x="8221706" y="16575"/>
                  </a:lnTo>
                  <a:lnTo>
                    <a:pt x="8176887" y="4268"/>
                  </a:lnTo>
                  <a:lnTo>
                    <a:pt x="8129270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24887" y="1681683"/>
            <a:ext cx="7993380" cy="3625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/java/CountryAdapter.java</a:t>
            </a:r>
            <a:endParaRPr sz="1700">
              <a:latin typeface="Consolas"/>
              <a:cs typeface="Consolas"/>
            </a:endParaRPr>
          </a:p>
          <a:p>
            <a:pPr marL="42545">
              <a:spcBef>
                <a:spcPts val="1335"/>
              </a:spcBef>
              <a:defRPr/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42545" marR="5717540">
              <a:spcBef>
                <a:spcPts val="5"/>
              </a:spcBef>
              <a:defRPr/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Activity</a:t>
            </a:r>
            <a:r>
              <a:rPr sz="16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activity;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List</a:t>
            </a:r>
            <a:r>
              <a:rPr sz="1600" dirty="0"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Country</a:t>
            </a:r>
            <a:r>
              <a:rPr sz="1600" dirty="0">
                <a:latin typeface="Consolas"/>
                <a:cs typeface="Consolas"/>
              </a:rPr>
              <a:t>&gt;</a:t>
            </a:r>
            <a:r>
              <a:rPr sz="1600" spc="-7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items;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60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itemResourceId;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45"/>
              </a:spcBef>
              <a:defRPr/>
            </a:pPr>
            <a:endParaRPr sz="1600">
              <a:latin typeface="Consolas"/>
              <a:cs typeface="Consolas"/>
            </a:endParaRPr>
          </a:p>
          <a:p>
            <a:pPr marL="42545">
              <a:defRPr/>
            </a:pPr>
            <a:r>
              <a:rPr sz="1600" spc="-9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600" spc="-114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600" spc="-114" dirty="0">
                <a:latin typeface="Consolas"/>
                <a:cs typeface="Consolas"/>
              </a:rPr>
              <a:t>CountryAdapter(</a:t>
            </a:r>
            <a:r>
              <a:rPr sz="1600" spc="-114" dirty="0">
                <a:solidFill>
                  <a:srgbClr val="006FC0"/>
                </a:solidFill>
                <a:latin typeface="Consolas"/>
                <a:cs typeface="Consolas"/>
              </a:rPr>
              <a:t>Activity</a:t>
            </a:r>
            <a:r>
              <a:rPr sz="1600" spc="-17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120" dirty="0">
                <a:latin typeface="Consolas"/>
                <a:cs typeface="Consolas"/>
              </a:rPr>
              <a:t>activity,</a:t>
            </a:r>
            <a:r>
              <a:rPr sz="1600" spc="-160" dirty="0">
                <a:latin typeface="Consolas"/>
                <a:cs typeface="Consolas"/>
              </a:rPr>
              <a:t> </a:t>
            </a:r>
            <a:r>
              <a:rPr sz="1600" spc="-9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600" spc="-1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25" dirty="0">
                <a:latin typeface="Consolas"/>
                <a:cs typeface="Consolas"/>
              </a:rPr>
              <a:t>itemResourceId,</a:t>
            </a:r>
            <a:r>
              <a:rPr sz="1600" spc="-160" dirty="0">
                <a:latin typeface="Consolas"/>
                <a:cs typeface="Consolas"/>
              </a:rPr>
              <a:t> </a:t>
            </a:r>
            <a:r>
              <a:rPr sz="1600" spc="-125" dirty="0">
                <a:solidFill>
                  <a:srgbClr val="006FC0"/>
                </a:solidFill>
                <a:latin typeface="Consolas"/>
                <a:cs typeface="Consolas"/>
              </a:rPr>
              <a:t>List</a:t>
            </a:r>
            <a:r>
              <a:rPr sz="1600" spc="-125" dirty="0">
                <a:latin typeface="Consolas"/>
                <a:cs typeface="Consolas"/>
              </a:rPr>
              <a:t>&lt;</a:t>
            </a:r>
            <a:r>
              <a:rPr sz="1600" spc="-125" dirty="0">
                <a:solidFill>
                  <a:srgbClr val="006FC0"/>
                </a:solidFill>
                <a:latin typeface="Consolas"/>
                <a:cs typeface="Consolas"/>
              </a:rPr>
              <a:t>Country</a:t>
            </a:r>
            <a:r>
              <a:rPr sz="1600" spc="-125" dirty="0">
                <a:latin typeface="Consolas"/>
                <a:cs typeface="Consolas"/>
              </a:rPr>
              <a:t>&gt;</a:t>
            </a:r>
            <a:r>
              <a:rPr sz="1600" spc="-150" dirty="0">
                <a:latin typeface="Consolas"/>
                <a:cs typeface="Consolas"/>
              </a:rPr>
              <a:t> </a:t>
            </a:r>
            <a:r>
              <a:rPr sz="1600" spc="-45" dirty="0">
                <a:latin typeface="Consolas"/>
                <a:cs typeface="Consolas"/>
              </a:rPr>
              <a:t>items){</a:t>
            </a:r>
            <a:endParaRPr sz="1600">
              <a:latin typeface="Consolas"/>
              <a:cs typeface="Consolas"/>
            </a:endParaRPr>
          </a:p>
          <a:p>
            <a:pPr marL="487680">
              <a:defRPr/>
            </a:pPr>
            <a:r>
              <a:rPr sz="1600" u="sng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super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(activity,</a:t>
            </a:r>
            <a:r>
              <a:rPr sz="1600" u="sng" spc="-10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itemResourceId,</a:t>
            </a:r>
            <a:r>
              <a:rPr sz="1600" u="sng" spc="-9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items)</a:t>
            </a:r>
            <a:r>
              <a:rPr sz="1600" spc="-10" dirty="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50"/>
              </a:spcBef>
              <a:defRPr/>
            </a:pPr>
            <a:endParaRPr sz="1600">
              <a:latin typeface="Consolas"/>
              <a:cs typeface="Consolas"/>
            </a:endParaRPr>
          </a:p>
          <a:p>
            <a:pPr marL="487680" marR="3382645">
              <a:defRPr/>
            </a:pP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600" dirty="0">
                <a:latin typeface="Consolas"/>
                <a:cs typeface="Consolas"/>
              </a:rPr>
              <a:t>.activity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activity;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600" dirty="0">
                <a:latin typeface="Consolas"/>
                <a:cs typeface="Consolas"/>
              </a:rPr>
              <a:t>.itemResourceId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itemResourceId;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600" dirty="0">
                <a:latin typeface="Consolas"/>
                <a:cs typeface="Consolas"/>
              </a:rPr>
              <a:t>.items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items;</a:t>
            </a:r>
            <a:endParaRPr sz="1600">
              <a:latin typeface="Consolas"/>
              <a:cs typeface="Consolas"/>
            </a:endParaRPr>
          </a:p>
          <a:p>
            <a:pPr marL="42545">
              <a:defRPr/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42545">
              <a:defRPr/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20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638301" y="2372805"/>
            <a:ext cx="3609975" cy="2247265"/>
            <a:chOff x="114300" y="2372804"/>
            <a:chExt cx="3609975" cy="224726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011" y="2404632"/>
              <a:ext cx="2166375" cy="4995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444" y="2372804"/>
              <a:ext cx="1983486" cy="63011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3255" y="2420112"/>
              <a:ext cx="2018030" cy="350520"/>
            </a:xfrm>
            <a:custGeom>
              <a:avLst/>
              <a:gdLst/>
              <a:ahLst/>
              <a:cxnLst/>
              <a:rect l="l" t="t" r="r" b="b"/>
              <a:pathLst>
                <a:path w="2018030" h="350519">
                  <a:moveTo>
                    <a:pt x="1856358" y="0"/>
                  </a:moveTo>
                  <a:lnTo>
                    <a:pt x="161417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20"/>
                  </a:lnTo>
                  <a:lnTo>
                    <a:pt x="2017776" y="350520"/>
                  </a:lnTo>
                  <a:lnTo>
                    <a:pt x="2017776" y="161416"/>
                  </a:lnTo>
                  <a:lnTo>
                    <a:pt x="2012010" y="118503"/>
                  </a:lnTo>
                  <a:lnTo>
                    <a:pt x="1995739" y="79944"/>
                  </a:lnTo>
                  <a:lnTo>
                    <a:pt x="1970500" y="47275"/>
                  </a:lnTo>
                  <a:lnTo>
                    <a:pt x="1937831" y="22036"/>
                  </a:lnTo>
                  <a:lnTo>
                    <a:pt x="1899272" y="5765"/>
                  </a:lnTo>
                  <a:lnTo>
                    <a:pt x="1856358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300" y="2741676"/>
              <a:ext cx="3609594" cy="187833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260" y="2813304"/>
              <a:ext cx="3441954" cy="171983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3255" y="2770632"/>
              <a:ext cx="3434079" cy="1702435"/>
            </a:xfrm>
            <a:custGeom>
              <a:avLst/>
              <a:gdLst/>
              <a:ahLst/>
              <a:cxnLst/>
              <a:rect l="l" t="t" r="r" b="b"/>
              <a:pathLst>
                <a:path w="3434079" h="1702435">
                  <a:moveTo>
                    <a:pt x="3147948" y="0"/>
                  </a:moveTo>
                  <a:lnTo>
                    <a:pt x="0" y="0"/>
                  </a:lnTo>
                  <a:lnTo>
                    <a:pt x="0" y="1416684"/>
                  </a:lnTo>
                  <a:lnTo>
                    <a:pt x="3738" y="1463011"/>
                  </a:lnTo>
                  <a:lnTo>
                    <a:pt x="14561" y="1506959"/>
                  </a:lnTo>
                  <a:lnTo>
                    <a:pt x="31880" y="1547940"/>
                  </a:lnTo>
                  <a:lnTo>
                    <a:pt x="55107" y="1585365"/>
                  </a:lnTo>
                  <a:lnTo>
                    <a:pt x="83654" y="1618646"/>
                  </a:lnTo>
                  <a:lnTo>
                    <a:pt x="116934" y="1647196"/>
                  </a:lnTo>
                  <a:lnTo>
                    <a:pt x="154357" y="1670425"/>
                  </a:lnTo>
                  <a:lnTo>
                    <a:pt x="195336" y="1687745"/>
                  </a:lnTo>
                  <a:lnTo>
                    <a:pt x="239283" y="1698569"/>
                  </a:lnTo>
                  <a:lnTo>
                    <a:pt x="285610" y="1702307"/>
                  </a:lnTo>
                  <a:lnTo>
                    <a:pt x="3433572" y="1702307"/>
                  </a:lnTo>
                  <a:lnTo>
                    <a:pt x="3433572" y="285622"/>
                  </a:lnTo>
                  <a:lnTo>
                    <a:pt x="3429833" y="239296"/>
                  </a:lnTo>
                  <a:lnTo>
                    <a:pt x="3419009" y="195348"/>
                  </a:lnTo>
                  <a:lnTo>
                    <a:pt x="3401689" y="154367"/>
                  </a:lnTo>
                  <a:lnTo>
                    <a:pt x="3378460" y="116942"/>
                  </a:lnTo>
                  <a:lnTo>
                    <a:pt x="3349910" y="83661"/>
                  </a:lnTo>
                  <a:lnTo>
                    <a:pt x="3316629" y="55111"/>
                  </a:lnTo>
                  <a:lnTo>
                    <a:pt x="3279204" y="31882"/>
                  </a:lnTo>
                  <a:lnTo>
                    <a:pt x="3238223" y="14562"/>
                  </a:lnTo>
                  <a:lnTo>
                    <a:pt x="3194275" y="3738"/>
                  </a:lnTo>
                  <a:lnTo>
                    <a:pt x="3147948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29511" y="3334258"/>
            <a:ext cx="295910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1500" b="1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500" b="1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00" b="1" spc="-10" dirty="0">
                <a:solidFill>
                  <a:srgbClr val="006FC0"/>
                </a:solidFill>
                <a:latin typeface="Consolas"/>
                <a:cs typeface="Consolas"/>
              </a:rPr>
              <a:t>Country</a:t>
            </a:r>
            <a:r>
              <a:rPr sz="1500" b="1" spc="-10" dirty="0">
                <a:latin typeface="Consolas"/>
                <a:cs typeface="Consolas"/>
              </a:rPr>
              <a:t>(flagId,</a:t>
            </a:r>
            <a:r>
              <a:rPr sz="1500" b="1" spc="-10" dirty="0">
                <a:solidFill>
                  <a:srgbClr val="C55A11"/>
                </a:solidFill>
                <a:latin typeface="Consolas"/>
                <a:cs typeface="Consolas"/>
              </a:rPr>
              <a:t>"Taiwan"</a:t>
            </a:r>
            <a:r>
              <a:rPr sz="1500" b="1" spc="-10" dirty="0">
                <a:latin typeface="Consolas"/>
                <a:cs typeface="Consolas"/>
              </a:rPr>
              <a:t>)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9511" y="3562857"/>
            <a:ext cx="306197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defRPr/>
            </a:pPr>
            <a:r>
              <a:rPr sz="1500" dirty="0">
                <a:solidFill>
                  <a:srgbClr val="A6A6A6"/>
                </a:solidFill>
                <a:latin typeface="Consolas"/>
                <a:cs typeface="Consolas"/>
              </a:rPr>
              <a:t>new</a:t>
            </a:r>
            <a:r>
              <a:rPr sz="15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A6A6A6"/>
                </a:solidFill>
                <a:latin typeface="Consolas"/>
                <a:cs typeface="Consolas"/>
              </a:rPr>
              <a:t>Country(flagId,"United…") </a:t>
            </a:r>
            <a:r>
              <a:rPr sz="1500" dirty="0">
                <a:solidFill>
                  <a:srgbClr val="A6A6A6"/>
                </a:solidFill>
                <a:latin typeface="Consolas"/>
                <a:cs typeface="Consolas"/>
              </a:rPr>
              <a:t>new</a:t>
            </a:r>
            <a:r>
              <a:rPr sz="1500" spc="-2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A6A6A6"/>
                </a:solidFill>
                <a:latin typeface="Consolas"/>
                <a:cs typeface="Consolas"/>
              </a:rPr>
              <a:t>Country(flagId,"United…")</a:t>
            </a:r>
            <a:endParaRPr sz="1500">
              <a:latin typeface="Consolas"/>
              <a:cs typeface="Consolas"/>
            </a:endParaRPr>
          </a:p>
          <a:p>
            <a:pPr marL="12700">
              <a:defRPr/>
            </a:pPr>
            <a:r>
              <a:rPr sz="1500" spc="-25" dirty="0">
                <a:solidFill>
                  <a:srgbClr val="A6A6A6"/>
                </a:solidFill>
                <a:latin typeface="Consolas"/>
                <a:cs typeface="Consolas"/>
              </a:rPr>
              <a:t>...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00" dirty="0"/>
              <a:t> </a:t>
            </a:r>
            <a:r>
              <a:rPr dirty="0"/>
              <a:t>à</a:t>
            </a:r>
            <a:r>
              <a:rPr spc="-80" dirty="0"/>
              <a:t> </a:t>
            </a:r>
            <a:r>
              <a:rPr spc="-10" dirty="0"/>
              <a:t>adaptateur</a:t>
            </a:r>
            <a:r>
              <a:rPr spc="-85" dirty="0"/>
              <a:t> </a:t>
            </a:r>
            <a:r>
              <a:rPr spc="-10" dirty="0"/>
              <a:t>personnalisé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82572" y="683514"/>
            <a:ext cx="441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400" dirty="0">
                <a:solidFill>
                  <a:srgbClr val="3A8B39"/>
                </a:solidFill>
                <a:latin typeface="Calibri Light"/>
                <a:cs typeface="Calibri Light"/>
              </a:rPr>
              <a:t>3.c.</a:t>
            </a:r>
            <a:r>
              <a:rPr sz="2400" spc="-110" dirty="0">
                <a:solidFill>
                  <a:srgbClr val="3A8B39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Redéfinir</a:t>
            </a:r>
            <a:r>
              <a:rPr sz="2400" spc="-7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la</a:t>
            </a:r>
            <a:r>
              <a:rPr sz="2400" spc="-8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méthode</a:t>
            </a:r>
            <a:r>
              <a:rPr sz="2400" spc="-7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000" b="1" spc="-10" dirty="0">
                <a:solidFill>
                  <a:srgbClr val="252525"/>
                </a:solidFill>
                <a:latin typeface="Consolas"/>
                <a:cs typeface="Consolas"/>
              </a:rPr>
              <a:t>getView()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42693" y="3348990"/>
            <a:ext cx="3107690" cy="280670"/>
          </a:xfrm>
          <a:custGeom>
            <a:avLst/>
            <a:gdLst/>
            <a:ahLst/>
            <a:cxnLst/>
            <a:rect l="l" t="t" r="r" b="b"/>
            <a:pathLst>
              <a:path w="3107690" h="280670">
                <a:moveTo>
                  <a:pt x="0" y="280416"/>
                </a:moveTo>
                <a:lnTo>
                  <a:pt x="3107435" y="280416"/>
                </a:lnTo>
                <a:lnTo>
                  <a:pt x="3107435" y="0"/>
                </a:lnTo>
                <a:lnTo>
                  <a:pt x="0" y="0"/>
                </a:lnTo>
                <a:lnTo>
                  <a:pt x="0" y="280416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780236" y="2441195"/>
            <a:ext cx="3782695" cy="921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List&lt;</a:t>
            </a:r>
            <a:r>
              <a:rPr sz="1700" b="1" spc="-10" dirty="0">
                <a:solidFill>
                  <a:srgbClr val="C5DFB4"/>
                </a:solidFill>
                <a:latin typeface="Consolas"/>
                <a:cs typeface="Consolas"/>
              </a:rPr>
              <a:t>Country</a:t>
            </a: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&gt;</a:t>
            </a:r>
            <a:endParaRPr sz="1700">
              <a:latin typeface="Consolas"/>
              <a:cs typeface="Consolas"/>
            </a:endParaRPr>
          </a:p>
          <a:p>
            <a:pPr marL="61594">
              <a:lnSpc>
                <a:spcPts val="1750"/>
              </a:lnSpc>
              <a:spcBef>
                <a:spcPts val="1385"/>
              </a:spcBef>
              <a:defRPr/>
            </a:pPr>
            <a:r>
              <a:rPr sz="1500" dirty="0">
                <a:solidFill>
                  <a:srgbClr val="A6A6A6"/>
                </a:solidFill>
                <a:latin typeface="Consolas"/>
                <a:cs typeface="Consolas"/>
              </a:rPr>
              <a:t>new</a:t>
            </a:r>
            <a:r>
              <a:rPr sz="1500" spc="-10" dirty="0">
                <a:solidFill>
                  <a:srgbClr val="A6A6A6"/>
                </a:solidFill>
                <a:latin typeface="Consolas"/>
                <a:cs typeface="Consolas"/>
              </a:rPr>
              <a:t> Country(flagId,"Sweden")</a:t>
            </a:r>
            <a:endParaRPr sz="1500">
              <a:latin typeface="Consolas"/>
              <a:cs typeface="Consolas"/>
            </a:endParaRPr>
          </a:p>
          <a:p>
            <a:pPr marL="61594">
              <a:lnSpc>
                <a:spcPts val="1870"/>
              </a:lnSpc>
              <a:defRPr/>
            </a:pPr>
            <a:r>
              <a:rPr sz="1500" dirty="0">
                <a:solidFill>
                  <a:srgbClr val="A6A6A6"/>
                </a:solidFill>
                <a:latin typeface="Consolas"/>
                <a:cs typeface="Consolas"/>
              </a:rPr>
              <a:t>new</a:t>
            </a:r>
            <a:r>
              <a:rPr sz="1500" spc="14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1500" spc="-20" dirty="0">
                <a:solidFill>
                  <a:srgbClr val="A6A6A6"/>
                </a:solidFill>
                <a:latin typeface="Consolas"/>
                <a:cs typeface="Consolas"/>
              </a:rPr>
              <a:t>Country(flagId,"Switz…")</a:t>
            </a:r>
            <a:r>
              <a:rPr sz="1500" spc="-380" dirty="0">
                <a:solidFill>
                  <a:srgbClr val="A6A6A6"/>
                </a:solidFill>
                <a:latin typeface="Consolas"/>
                <a:cs typeface="Consolas"/>
              </a:rPr>
              <a:t> </a:t>
            </a:r>
            <a:r>
              <a:rPr sz="2400" b="1" spc="-15" baseline="17361" dirty="0">
                <a:solidFill>
                  <a:srgbClr val="FF0000"/>
                </a:solidFill>
                <a:latin typeface="Calibri"/>
                <a:cs typeface="Calibri"/>
              </a:rPr>
              <a:t>position</a:t>
            </a:r>
            <a:endParaRPr sz="2400" baseline="17361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77385" y="1711451"/>
            <a:ext cx="5473065" cy="3435350"/>
            <a:chOff x="3453384" y="1711451"/>
            <a:chExt cx="5473065" cy="343535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2324" y="3787140"/>
              <a:ext cx="1699260" cy="45415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83274" y="3768090"/>
              <a:ext cx="1737360" cy="492759"/>
            </a:xfrm>
            <a:custGeom>
              <a:avLst/>
              <a:gdLst/>
              <a:ahLst/>
              <a:cxnLst/>
              <a:rect l="l" t="t" r="r" b="b"/>
              <a:pathLst>
                <a:path w="1737359" h="492760">
                  <a:moveTo>
                    <a:pt x="0" y="492251"/>
                  </a:moveTo>
                  <a:lnTo>
                    <a:pt x="1737360" y="492251"/>
                  </a:lnTo>
                  <a:lnTo>
                    <a:pt x="1737360" y="0"/>
                  </a:lnTo>
                  <a:lnTo>
                    <a:pt x="0" y="0"/>
                  </a:lnTo>
                  <a:lnTo>
                    <a:pt x="0" y="49225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07252" y="1711451"/>
              <a:ext cx="2718816" cy="343509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403086" y="3787902"/>
              <a:ext cx="1699260" cy="445134"/>
            </a:xfrm>
            <a:custGeom>
              <a:avLst/>
              <a:gdLst/>
              <a:ahLst/>
              <a:cxnLst/>
              <a:rect l="l" t="t" r="r" b="b"/>
              <a:pathLst>
                <a:path w="1699259" h="445135">
                  <a:moveTo>
                    <a:pt x="0" y="445008"/>
                  </a:moveTo>
                  <a:lnTo>
                    <a:pt x="1699260" y="445008"/>
                  </a:lnTo>
                  <a:lnTo>
                    <a:pt x="1699260" y="0"/>
                  </a:lnTo>
                  <a:lnTo>
                    <a:pt x="0" y="0"/>
                  </a:lnTo>
                  <a:lnTo>
                    <a:pt x="0" y="44500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53384" y="3774948"/>
              <a:ext cx="2848610" cy="1176655"/>
            </a:xfrm>
            <a:custGeom>
              <a:avLst/>
              <a:gdLst/>
              <a:ahLst/>
              <a:cxnLst/>
              <a:rect l="l" t="t" r="r" b="b"/>
              <a:pathLst>
                <a:path w="2848610" h="1176654">
                  <a:moveTo>
                    <a:pt x="1723516" y="0"/>
                  </a:moveTo>
                  <a:lnTo>
                    <a:pt x="1124839" y="0"/>
                  </a:lnTo>
                  <a:lnTo>
                    <a:pt x="0" y="1176527"/>
                  </a:lnTo>
                  <a:lnTo>
                    <a:pt x="2848355" y="1176527"/>
                  </a:lnTo>
                  <a:lnTo>
                    <a:pt x="1723516" y="0"/>
                  </a:lnTo>
                  <a:close/>
                </a:path>
              </a:pathLst>
            </a:custGeom>
            <a:solidFill>
              <a:srgbClr val="D9E7B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390634" y="3474465"/>
            <a:ext cx="71310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position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82000" y="3864864"/>
            <a:ext cx="1143000" cy="280846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34290" rIns="0" bIns="0" rtlCol="0">
            <a:spAutoFit/>
          </a:bodyPr>
          <a:lstStyle/>
          <a:p>
            <a:pPr marL="1270" algn="ctr">
              <a:spcBef>
                <a:spcPts val="270"/>
              </a:spcBef>
              <a:defRPr/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TV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471164" y="3209290"/>
            <a:ext cx="5537200" cy="1134745"/>
            <a:chOff x="1947164" y="3209289"/>
            <a:chExt cx="5537200" cy="1134745"/>
          </a:xfrm>
        </p:grpSpPr>
        <p:sp>
          <p:nvSpPr>
            <p:cNvPr id="29" name="object 29"/>
            <p:cNvSpPr/>
            <p:nvPr/>
          </p:nvSpPr>
          <p:spPr>
            <a:xfrm>
              <a:off x="1947164" y="3566159"/>
              <a:ext cx="4497070" cy="525780"/>
            </a:xfrm>
            <a:custGeom>
              <a:avLst/>
              <a:gdLst/>
              <a:ahLst/>
              <a:cxnLst/>
              <a:rect l="l" t="t" r="r" b="b"/>
              <a:pathLst>
                <a:path w="4497070" h="525779">
                  <a:moveTo>
                    <a:pt x="4382770" y="411098"/>
                  </a:moveTo>
                  <a:lnTo>
                    <a:pt x="4382770" y="525398"/>
                  </a:lnTo>
                  <a:lnTo>
                    <a:pt x="4458970" y="487298"/>
                  </a:lnTo>
                  <a:lnTo>
                    <a:pt x="4401820" y="487298"/>
                  </a:lnTo>
                  <a:lnTo>
                    <a:pt x="4401820" y="449198"/>
                  </a:lnTo>
                  <a:lnTo>
                    <a:pt x="4458970" y="449198"/>
                  </a:lnTo>
                  <a:lnTo>
                    <a:pt x="4382770" y="411098"/>
                  </a:lnTo>
                  <a:close/>
                </a:path>
                <a:path w="4497070" h="525779">
                  <a:moveTo>
                    <a:pt x="39369" y="0"/>
                  </a:moveTo>
                  <a:lnTo>
                    <a:pt x="0" y="0"/>
                  </a:lnTo>
                  <a:lnTo>
                    <a:pt x="0" y="487298"/>
                  </a:lnTo>
                  <a:lnTo>
                    <a:pt x="4382770" y="487298"/>
                  </a:lnTo>
                  <a:lnTo>
                    <a:pt x="4382770" y="468248"/>
                  </a:lnTo>
                  <a:lnTo>
                    <a:pt x="38100" y="468248"/>
                  </a:lnTo>
                  <a:lnTo>
                    <a:pt x="19050" y="449198"/>
                  </a:lnTo>
                  <a:lnTo>
                    <a:pt x="38100" y="449198"/>
                  </a:lnTo>
                  <a:lnTo>
                    <a:pt x="38100" y="38100"/>
                  </a:lnTo>
                  <a:lnTo>
                    <a:pt x="19050" y="38100"/>
                  </a:lnTo>
                  <a:lnTo>
                    <a:pt x="38100" y="19050"/>
                  </a:lnTo>
                  <a:lnTo>
                    <a:pt x="39369" y="19050"/>
                  </a:lnTo>
                  <a:lnTo>
                    <a:pt x="39369" y="0"/>
                  </a:lnTo>
                  <a:close/>
                </a:path>
                <a:path w="4497070" h="525779">
                  <a:moveTo>
                    <a:pt x="4458970" y="449198"/>
                  </a:moveTo>
                  <a:lnTo>
                    <a:pt x="4401820" y="449198"/>
                  </a:lnTo>
                  <a:lnTo>
                    <a:pt x="4401820" y="487298"/>
                  </a:lnTo>
                  <a:lnTo>
                    <a:pt x="4458970" y="487298"/>
                  </a:lnTo>
                  <a:lnTo>
                    <a:pt x="4497070" y="468248"/>
                  </a:lnTo>
                  <a:lnTo>
                    <a:pt x="4458970" y="449198"/>
                  </a:lnTo>
                  <a:close/>
                </a:path>
                <a:path w="4497070" h="525779">
                  <a:moveTo>
                    <a:pt x="38100" y="449198"/>
                  </a:moveTo>
                  <a:lnTo>
                    <a:pt x="19050" y="449198"/>
                  </a:lnTo>
                  <a:lnTo>
                    <a:pt x="38100" y="468248"/>
                  </a:lnTo>
                  <a:lnTo>
                    <a:pt x="38100" y="449198"/>
                  </a:lnTo>
                  <a:close/>
                </a:path>
                <a:path w="4497070" h="525779">
                  <a:moveTo>
                    <a:pt x="4382770" y="449198"/>
                  </a:moveTo>
                  <a:lnTo>
                    <a:pt x="38100" y="449198"/>
                  </a:lnTo>
                  <a:lnTo>
                    <a:pt x="38100" y="468248"/>
                  </a:lnTo>
                  <a:lnTo>
                    <a:pt x="4382770" y="468248"/>
                  </a:lnTo>
                  <a:lnTo>
                    <a:pt x="4382770" y="449198"/>
                  </a:lnTo>
                  <a:close/>
                </a:path>
                <a:path w="4497070" h="525779">
                  <a:moveTo>
                    <a:pt x="38100" y="19050"/>
                  </a:moveTo>
                  <a:lnTo>
                    <a:pt x="19050" y="38100"/>
                  </a:lnTo>
                  <a:lnTo>
                    <a:pt x="38100" y="38100"/>
                  </a:lnTo>
                  <a:lnTo>
                    <a:pt x="38100" y="19050"/>
                  </a:lnTo>
                  <a:close/>
                </a:path>
                <a:path w="4497070" h="525779">
                  <a:moveTo>
                    <a:pt x="39369" y="19050"/>
                  </a:moveTo>
                  <a:lnTo>
                    <a:pt x="38100" y="19050"/>
                  </a:lnTo>
                  <a:lnTo>
                    <a:pt x="38100" y="38100"/>
                  </a:lnTo>
                  <a:lnTo>
                    <a:pt x="39369" y="38100"/>
                  </a:lnTo>
                  <a:lnTo>
                    <a:pt x="39369" y="1905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12770" y="3496055"/>
              <a:ext cx="4371340" cy="357505"/>
            </a:xfrm>
            <a:custGeom>
              <a:avLst/>
              <a:gdLst/>
              <a:ahLst/>
              <a:cxnLst/>
              <a:rect l="l" t="t" r="r" b="b"/>
              <a:pathLst>
                <a:path w="4371340" h="357504">
                  <a:moveTo>
                    <a:pt x="4295835" y="243889"/>
                  </a:moveTo>
                  <a:lnTo>
                    <a:pt x="4257039" y="245745"/>
                  </a:lnTo>
                  <a:lnTo>
                    <a:pt x="4319524" y="357124"/>
                  </a:lnTo>
                  <a:lnTo>
                    <a:pt x="4361549" y="262128"/>
                  </a:lnTo>
                  <a:lnTo>
                    <a:pt x="4295902" y="262128"/>
                  </a:lnTo>
                  <a:lnTo>
                    <a:pt x="4295835" y="243889"/>
                  </a:lnTo>
                  <a:close/>
                </a:path>
                <a:path w="4371340" h="357504">
                  <a:moveTo>
                    <a:pt x="4333934" y="242067"/>
                  </a:moveTo>
                  <a:lnTo>
                    <a:pt x="4295835" y="243889"/>
                  </a:lnTo>
                  <a:lnTo>
                    <a:pt x="4295902" y="262128"/>
                  </a:lnTo>
                  <a:lnTo>
                    <a:pt x="4334002" y="262128"/>
                  </a:lnTo>
                  <a:lnTo>
                    <a:pt x="4333934" y="242067"/>
                  </a:lnTo>
                  <a:close/>
                </a:path>
                <a:path w="4371340" h="357504">
                  <a:moveTo>
                    <a:pt x="4371212" y="240284"/>
                  </a:moveTo>
                  <a:lnTo>
                    <a:pt x="4333934" y="242067"/>
                  </a:lnTo>
                  <a:lnTo>
                    <a:pt x="4334002" y="262128"/>
                  </a:lnTo>
                  <a:lnTo>
                    <a:pt x="4361549" y="262128"/>
                  </a:lnTo>
                  <a:lnTo>
                    <a:pt x="4371212" y="240284"/>
                  </a:lnTo>
                  <a:close/>
                </a:path>
                <a:path w="4371340" h="357504">
                  <a:moveTo>
                    <a:pt x="4333178" y="19177"/>
                  </a:moveTo>
                  <a:lnTo>
                    <a:pt x="4295012" y="19177"/>
                  </a:lnTo>
                  <a:lnTo>
                    <a:pt x="4314062" y="38100"/>
                  </a:lnTo>
                  <a:lnTo>
                    <a:pt x="4295082" y="38100"/>
                  </a:lnTo>
                  <a:lnTo>
                    <a:pt x="4295822" y="240284"/>
                  </a:lnTo>
                  <a:lnTo>
                    <a:pt x="4295835" y="243889"/>
                  </a:lnTo>
                  <a:lnTo>
                    <a:pt x="4333934" y="242067"/>
                  </a:lnTo>
                  <a:lnTo>
                    <a:pt x="4333242" y="38100"/>
                  </a:lnTo>
                  <a:lnTo>
                    <a:pt x="4314062" y="38100"/>
                  </a:lnTo>
                  <a:lnTo>
                    <a:pt x="4295012" y="19177"/>
                  </a:lnTo>
                  <a:lnTo>
                    <a:pt x="4333178" y="19177"/>
                  </a:lnTo>
                  <a:close/>
                </a:path>
                <a:path w="4371340" h="357504">
                  <a:moveTo>
                    <a:pt x="4333112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4295082" y="38100"/>
                  </a:lnTo>
                  <a:lnTo>
                    <a:pt x="4295012" y="19177"/>
                  </a:lnTo>
                  <a:lnTo>
                    <a:pt x="4333178" y="19177"/>
                  </a:lnTo>
                  <a:lnTo>
                    <a:pt x="4333112" y="0"/>
                  </a:lnTo>
                  <a:close/>
                </a:path>
              </a:pathLst>
            </a:custGeom>
            <a:solidFill>
              <a:srgbClr val="3BA711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83024" y="3215639"/>
              <a:ext cx="996950" cy="1122045"/>
            </a:xfrm>
            <a:custGeom>
              <a:avLst/>
              <a:gdLst/>
              <a:ahLst/>
              <a:cxnLst/>
              <a:rect l="l" t="t" r="r" b="b"/>
              <a:pathLst>
                <a:path w="996950" h="1122045">
                  <a:moveTo>
                    <a:pt x="996696" y="0"/>
                  </a:moveTo>
                  <a:lnTo>
                    <a:pt x="0" y="0"/>
                  </a:lnTo>
                  <a:lnTo>
                    <a:pt x="0" y="1121663"/>
                  </a:lnTo>
                  <a:lnTo>
                    <a:pt x="996696" y="1121663"/>
                  </a:lnTo>
                  <a:lnTo>
                    <a:pt x="996696" y="0"/>
                  </a:lnTo>
                  <a:close/>
                </a:path>
              </a:pathLst>
            </a:custGeom>
            <a:solidFill>
              <a:srgbClr val="D9E7B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83024" y="3215639"/>
              <a:ext cx="996950" cy="1122045"/>
            </a:xfrm>
            <a:custGeom>
              <a:avLst/>
              <a:gdLst/>
              <a:ahLst/>
              <a:cxnLst/>
              <a:rect l="l" t="t" r="r" b="b"/>
              <a:pathLst>
                <a:path w="996950" h="1122045">
                  <a:moveTo>
                    <a:pt x="0" y="1121663"/>
                  </a:moveTo>
                  <a:lnTo>
                    <a:pt x="996696" y="1121663"/>
                  </a:lnTo>
                  <a:lnTo>
                    <a:pt x="996696" y="0"/>
                  </a:lnTo>
                  <a:lnTo>
                    <a:pt x="0" y="0"/>
                  </a:lnTo>
                  <a:lnTo>
                    <a:pt x="0" y="1121663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999477" y="3870959"/>
            <a:ext cx="321945" cy="274434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27940" rIns="0" bIns="0" rtlCol="0">
            <a:spAutoFit/>
          </a:bodyPr>
          <a:lstStyle/>
          <a:p>
            <a:pPr marL="60325">
              <a:spcBef>
                <a:spcPts val="220"/>
              </a:spcBef>
              <a:defRPr/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IV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91100" y="4943855"/>
            <a:ext cx="2824480" cy="1267014"/>
          </a:xfrm>
          <a:prstGeom prst="rect">
            <a:avLst/>
          </a:prstGeom>
          <a:solidFill>
            <a:srgbClr val="D9E7B8"/>
          </a:solidFill>
          <a:ln w="9144">
            <a:solidFill>
              <a:srgbClr val="C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2075">
              <a:spcBef>
                <a:spcPts val="280"/>
              </a:spcBef>
              <a:defRPr/>
            </a:pPr>
            <a:r>
              <a:rPr sz="1600" spc="-10" dirty="0">
                <a:solidFill>
                  <a:srgbClr val="7E7E7E"/>
                </a:solidFill>
                <a:latin typeface="Consolas"/>
                <a:cs typeface="Consolas"/>
              </a:rPr>
              <a:t>@Override</a:t>
            </a:r>
            <a:endParaRPr sz="1600">
              <a:latin typeface="Consolas"/>
              <a:cs typeface="Consolas"/>
            </a:endParaRPr>
          </a:p>
          <a:p>
            <a:pPr marL="92075">
              <a:defRPr/>
            </a:pPr>
            <a:r>
              <a:rPr sz="1600" b="1" dirty="0">
                <a:latin typeface="Consolas"/>
                <a:cs typeface="Consolas"/>
              </a:rPr>
              <a:t>getView(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position</a:t>
            </a:r>
            <a:r>
              <a:rPr sz="1600" b="1" dirty="0">
                <a:latin typeface="Consolas"/>
                <a:cs typeface="Consolas"/>
              </a:rPr>
              <a:t>,</a:t>
            </a:r>
            <a:r>
              <a:rPr sz="1600" b="1" spc="-80" dirty="0"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...)</a:t>
            </a:r>
            <a:r>
              <a:rPr sz="1600" spc="-10" dirty="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92075">
              <a:defRPr/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45"/>
              </a:spcBef>
              <a:defRPr/>
            </a:pPr>
            <a:endParaRPr sz="1600">
              <a:latin typeface="Consolas"/>
              <a:cs typeface="Consolas"/>
            </a:endParaRPr>
          </a:p>
          <a:p>
            <a:pPr marL="92075">
              <a:defRPr/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57900" y="3302508"/>
            <a:ext cx="809244" cy="999744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21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0573" y="1338009"/>
            <a:ext cx="8377555" cy="5520055"/>
            <a:chOff x="766572" y="1338008"/>
            <a:chExt cx="8377555" cy="55200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285" y="1368376"/>
              <a:ext cx="3675131" cy="50098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716" y="1338008"/>
              <a:ext cx="3411474" cy="6301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5528" y="1383792"/>
              <a:ext cx="3526790" cy="352425"/>
            </a:xfrm>
            <a:custGeom>
              <a:avLst/>
              <a:gdLst/>
              <a:ahLst/>
              <a:cxnLst/>
              <a:rect l="l" t="t" r="r" b="b"/>
              <a:pathLst>
                <a:path w="3526790" h="352425">
                  <a:moveTo>
                    <a:pt x="3364357" y="0"/>
                  </a:moveTo>
                  <a:lnTo>
                    <a:pt x="162115" y="0"/>
                  </a:lnTo>
                  <a:lnTo>
                    <a:pt x="119018" y="5795"/>
                  </a:lnTo>
                  <a:lnTo>
                    <a:pt x="80292" y="22149"/>
                  </a:lnTo>
                  <a:lnTo>
                    <a:pt x="47482" y="47513"/>
                  </a:lnTo>
                  <a:lnTo>
                    <a:pt x="22133" y="80339"/>
                  </a:lnTo>
                  <a:lnTo>
                    <a:pt x="5790" y="119077"/>
                  </a:lnTo>
                  <a:lnTo>
                    <a:pt x="0" y="162179"/>
                  </a:lnTo>
                  <a:lnTo>
                    <a:pt x="0" y="352044"/>
                  </a:lnTo>
                  <a:lnTo>
                    <a:pt x="3526536" y="352044"/>
                  </a:lnTo>
                  <a:lnTo>
                    <a:pt x="3526536" y="162179"/>
                  </a:lnTo>
                  <a:lnTo>
                    <a:pt x="3520740" y="119077"/>
                  </a:lnTo>
                  <a:lnTo>
                    <a:pt x="3504386" y="80339"/>
                  </a:lnTo>
                  <a:lnTo>
                    <a:pt x="3479022" y="47513"/>
                  </a:lnTo>
                  <a:lnTo>
                    <a:pt x="3446196" y="22149"/>
                  </a:lnTo>
                  <a:lnTo>
                    <a:pt x="3407458" y="5795"/>
                  </a:lnTo>
                  <a:lnTo>
                    <a:pt x="3364357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6572" y="1706867"/>
              <a:ext cx="8149590" cy="471601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580" y="1761743"/>
              <a:ext cx="8079485" cy="469315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95528" y="1735836"/>
              <a:ext cx="7973695" cy="4540250"/>
            </a:xfrm>
            <a:custGeom>
              <a:avLst/>
              <a:gdLst/>
              <a:ahLst/>
              <a:cxnLst/>
              <a:rect l="l" t="t" r="r" b="b"/>
              <a:pathLst>
                <a:path w="7973695" h="4540250">
                  <a:moveTo>
                    <a:pt x="7664704" y="0"/>
                  </a:moveTo>
                  <a:lnTo>
                    <a:pt x="0" y="0"/>
                  </a:lnTo>
                  <a:lnTo>
                    <a:pt x="0" y="4231182"/>
                  </a:lnTo>
                  <a:lnTo>
                    <a:pt x="3348" y="4276815"/>
                  </a:lnTo>
                  <a:lnTo>
                    <a:pt x="13075" y="4320370"/>
                  </a:lnTo>
                  <a:lnTo>
                    <a:pt x="28702" y="4361368"/>
                  </a:lnTo>
                  <a:lnTo>
                    <a:pt x="49752" y="4399332"/>
                  </a:lnTo>
                  <a:lnTo>
                    <a:pt x="75748" y="4433785"/>
                  </a:lnTo>
                  <a:lnTo>
                    <a:pt x="106210" y="4464247"/>
                  </a:lnTo>
                  <a:lnTo>
                    <a:pt x="140663" y="4490243"/>
                  </a:lnTo>
                  <a:lnTo>
                    <a:pt x="178627" y="4511293"/>
                  </a:lnTo>
                  <a:lnTo>
                    <a:pt x="219625" y="4526920"/>
                  </a:lnTo>
                  <a:lnTo>
                    <a:pt x="263180" y="4536647"/>
                  </a:lnTo>
                  <a:lnTo>
                    <a:pt x="308813" y="4539996"/>
                  </a:lnTo>
                  <a:lnTo>
                    <a:pt x="7973568" y="4539996"/>
                  </a:lnTo>
                  <a:lnTo>
                    <a:pt x="7973568" y="308863"/>
                  </a:lnTo>
                  <a:lnTo>
                    <a:pt x="7970218" y="263226"/>
                  </a:lnTo>
                  <a:lnTo>
                    <a:pt x="7960489" y="219667"/>
                  </a:lnTo>
                  <a:lnTo>
                    <a:pt x="7944858" y="178663"/>
                  </a:lnTo>
                  <a:lnTo>
                    <a:pt x="7923803" y="140693"/>
                  </a:lnTo>
                  <a:lnTo>
                    <a:pt x="7897802" y="106234"/>
                  </a:lnTo>
                  <a:lnTo>
                    <a:pt x="7867333" y="75765"/>
                  </a:lnTo>
                  <a:lnTo>
                    <a:pt x="7832874" y="49764"/>
                  </a:lnTo>
                  <a:lnTo>
                    <a:pt x="7794904" y="28709"/>
                  </a:lnTo>
                  <a:lnTo>
                    <a:pt x="7753900" y="13078"/>
                  </a:lnTo>
                  <a:lnTo>
                    <a:pt x="7710341" y="3349"/>
                  </a:lnTo>
                  <a:lnTo>
                    <a:pt x="7664704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00" dirty="0"/>
              <a:t> </a:t>
            </a:r>
            <a:r>
              <a:rPr dirty="0"/>
              <a:t>à</a:t>
            </a:r>
            <a:r>
              <a:rPr spc="-80" dirty="0"/>
              <a:t> </a:t>
            </a:r>
            <a:r>
              <a:rPr spc="-10" dirty="0"/>
              <a:t>adaptateur</a:t>
            </a:r>
            <a:r>
              <a:rPr spc="-85" dirty="0"/>
              <a:t> </a:t>
            </a:r>
            <a:r>
              <a:rPr spc="-10" dirty="0"/>
              <a:t>personnalisé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82572" y="683514"/>
            <a:ext cx="441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400" dirty="0">
                <a:solidFill>
                  <a:srgbClr val="3A8B39"/>
                </a:solidFill>
                <a:latin typeface="Calibri Light"/>
                <a:cs typeface="Calibri Light"/>
              </a:rPr>
              <a:t>3.c.</a:t>
            </a:r>
            <a:r>
              <a:rPr sz="2400" spc="-105" dirty="0">
                <a:solidFill>
                  <a:srgbClr val="3A8B39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Redéfinir</a:t>
            </a:r>
            <a:r>
              <a:rPr sz="2400" spc="-7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la</a:t>
            </a:r>
            <a:r>
              <a:rPr sz="2400" spc="-7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méthode</a:t>
            </a:r>
            <a:r>
              <a:rPr sz="2400" spc="-7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000" b="1" spc="-10" dirty="0">
                <a:solidFill>
                  <a:srgbClr val="252525"/>
                </a:solidFill>
                <a:latin typeface="Consolas"/>
                <a:cs typeface="Consolas"/>
              </a:rPr>
              <a:t>getView()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45512" y="1405890"/>
            <a:ext cx="7630159" cy="1763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/java/CountryAdapter.java</a:t>
            </a:r>
            <a:endParaRPr sz="1700">
              <a:latin typeface="Consolas"/>
              <a:cs typeface="Consolas"/>
            </a:endParaRPr>
          </a:p>
          <a:p>
            <a:pPr marL="55880" marR="5405120">
              <a:lnSpc>
                <a:spcPts val="1700"/>
              </a:lnSpc>
              <a:spcBef>
                <a:spcPts val="1460"/>
              </a:spcBef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Activity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activity;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List</a:t>
            </a:r>
            <a:r>
              <a:rPr sz="1550" dirty="0">
                <a:latin typeface="Consolas"/>
                <a:cs typeface="Consolas"/>
              </a:rPr>
              <a:t>&lt;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Country</a:t>
            </a:r>
            <a:r>
              <a:rPr sz="1550" dirty="0">
                <a:latin typeface="Consolas"/>
                <a:cs typeface="Consolas"/>
              </a:rPr>
              <a:t>&gt;</a:t>
            </a:r>
            <a:r>
              <a:rPr sz="1550" spc="-30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items; 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550" spc="-10" dirty="0">
                <a:latin typeface="Consolas"/>
                <a:cs typeface="Consolas"/>
              </a:rPr>
              <a:t>itemResourceId;</a:t>
            </a:r>
            <a:endParaRPr sz="1550">
              <a:latin typeface="Consolas"/>
              <a:cs typeface="Consolas"/>
            </a:endParaRPr>
          </a:p>
          <a:p>
            <a:pPr marL="55880">
              <a:lnSpc>
                <a:spcPts val="1780"/>
              </a:lnSpc>
              <a:spcBef>
                <a:spcPts val="1515"/>
              </a:spcBef>
              <a:defRPr/>
            </a:pPr>
            <a:r>
              <a:rPr sz="1550" spc="-10" dirty="0">
                <a:solidFill>
                  <a:srgbClr val="7E7E7E"/>
                </a:solidFill>
                <a:latin typeface="Consolas"/>
                <a:cs typeface="Consolas"/>
              </a:rPr>
              <a:t>@Override</a:t>
            </a:r>
            <a:endParaRPr sz="1550">
              <a:latin typeface="Consolas"/>
              <a:cs typeface="Consolas"/>
            </a:endParaRPr>
          </a:p>
          <a:p>
            <a:pPr marL="55880">
              <a:lnSpc>
                <a:spcPts val="1780"/>
              </a:lnSpc>
              <a:defRPr/>
            </a:pPr>
            <a:r>
              <a:rPr sz="155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550" spc="-2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getView(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55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50" b="1" dirty="0">
                <a:solidFill>
                  <a:srgbClr val="FF0000"/>
                </a:solidFill>
                <a:latin typeface="Consolas"/>
                <a:cs typeface="Consolas"/>
              </a:rPr>
              <a:t>position</a:t>
            </a:r>
            <a:r>
              <a:rPr sz="1550" dirty="0">
                <a:latin typeface="Consolas"/>
                <a:cs typeface="Consolas"/>
              </a:rPr>
              <a:t>,</a:t>
            </a:r>
            <a:r>
              <a:rPr sz="1550" spc="-15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55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convertView,</a:t>
            </a:r>
            <a:r>
              <a:rPr sz="1550" spc="-15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ViewGroup</a:t>
            </a:r>
            <a:r>
              <a:rPr sz="155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parent){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88794" y="5930595"/>
            <a:ext cx="133985" cy="25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>
              <a:latin typeface="Consolas"/>
              <a:cs typeface="Consola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59806" y="1374648"/>
            <a:ext cx="4873625" cy="2074545"/>
            <a:chOff x="4035805" y="1374647"/>
            <a:chExt cx="4873625" cy="2074545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33032" y="1383791"/>
              <a:ext cx="2167128" cy="205587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728460" y="1379219"/>
              <a:ext cx="2176780" cy="2065020"/>
            </a:xfrm>
            <a:custGeom>
              <a:avLst/>
              <a:gdLst/>
              <a:ahLst/>
              <a:cxnLst/>
              <a:rect l="l" t="t" r="r" b="b"/>
              <a:pathLst>
                <a:path w="2176779" h="2065020">
                  <a:moveTo>
                    <a:pt x="0" y="2065019"/>
                  </a:moveTo>
                  <a:lnTo>
                    <a:pt x="2176272" y="2065019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2065019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54773" y="2614422"/>
              <a:ext cx="1818639" cy="419100"/>
            </a:xfrm>
            <a:custGeom>
              <a:avLst/>
              <a:gdLst/>
              <a:ahLst/>
              <a:cxnLst/>
              <a:rect l="l" t="t" r="r" b="b"/>
              <a:pathLst>
                <a:path w="1818640" h="419100">
                  <a:moveTo>
                    <a:pt x="1818131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1818131" y="419100"/>
                  </a:lnTo>
                  <a:lnTo>
                    <a:pt x="1818131" y="0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54773" y="2614422"/>
              <a:ext cx="1818639" cy="419100"/>
            </a:xfrm>
            <a:custGeom>
              <a:avLst/>
              <a:gdLst/>
              <a:ahLst/>
              <a:cxnLst/>
              <a:rect l="l" t="t" r="r" b="b"/>
              <a:pathLst>
                <a:path w="1818640" h="419100">
                  <a:moveTo>
                    <a:pt x="0" y="419100"/>
                  </a:moveTo>
                  <a:lnTo>
                    <a:pt x="1818131" y="419100"/>
                  </a:lnTo>
                  <a:lnTo>
                    <a:pt x="1818131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35805" y="2218816"/>
              <a:ext cx="2907030" cy="741680"/>
            </a:xfrm>
            <a:custGeom>
              <a:avLst/>
              <a:gdLst/>
              <a:ahLst/>
              <a:cxnLst/>
              <a:rect l="l" t="t" r="r" b="b"/>
              <a:pathLst>
                <a:path w="2907029" h="741680">
                  <a:moveTo>
                    <a:pt x="1580769" y="0"/>
                  </a:moveTo>
                  <a:lnTo>
                    <a:pt x="1500505" y="1397"/>
                  </a:lnTo>
                  <a:lnTo>
                    <a:pt x="1421130" y="4953"/>
                  </a:lnTo>
                  <a:lnTo>
                    <a:pt x="1342517" y="10541"/>
                  </a:lnTo>
                  <a:lnTo>
                    <a:pt x="1264793" y="18415"/>
                  </a:lnTo>
                  <a:lnTo>
                    <a:pt x="1188339" y="28321"/>
                  </a:lnTo>
                  <a:lnTo>
                    <a:pt x="1112901" y="40132"/>
                  </a:lnTo>
                  <a:lnTo>
                    <a:pt x="1038860" y="54102"/>
                  </a:lnTo>
                  <a:lnTo>
                    <a:pt x="966216" y="69977"/>
                  </a:lnTo>
                  <a:lnTo>
                    <a:pt x="895223" y="87630"/>
                  </a:lnTo>
                  <a:lnTo>
                    <a:pt x="826008" y="107187"/>
                  </a:lnTo>
                  <a:lnTo>
                    <a:pt x="758444" y="128650"/>
                  </a:lnTo>
                  <a:lnTo>
                    <a:pt x="692785" y="151765"/>
                  </a:lnTo>
                  <a:lnTo>
                    <a:pt x="629158" y="176784"/>
                  </a:lnTo>
                  <a:lnTo>
                    <a:pt x="567555" y="203391"/>
                  </a:lnTo>
                  <a:lnTo>
                    <a:pt x="508508" y="231648"/>
                  </a:lnTo>
                  <a:lnTo>
                    <a:pt x="451612" y="261493"/>
                  </a:lnTo>
                  <a:lnTo>
                    <a:pt x="397383" y="292862"/>
                  </a:lnTo>
                  <a:lnTo>
                    <a:pt x="345694" y="325882"/>
                  </a:lnTo>
                  <a:lnTo>
                    <a:pt x="296799" y="360299"/>
                  </a:lnTo>
                  <a:lnTo>
                    <a:pt x="250698" y="396113"/>
                  </a:lnTo>
                  <a:lnTo>
                    <a:pt x="207518" y="433450"/>
                  </a:lnTo>
                  <a:lnTo>
                    <a:pt x="167513" y="472059"/>
                  </a:lnTo>
                  <a:lnTo>
                    <a:pt x="130683" y="512191"/>
                  </a:lnTo>
                  <a:lnTo>
                    <a:pt x="97282" y="553466"/>
                  </a:lnTo>
                  <a:lnTo>
                    <a:pt x="67310" y="596011"/>
                  </a:lnTo>
                  <a:lnTo>
                    <a:pt x="41021" y="639953"/>
                  </a:lnTo>
                  <a:lnTo>
                    <a:pt x="18415" y="684784"/>
                  </a:lnTo>
                  <a:lnTo>
                    <a:pt x="0" y="730377"/>
                  </a:lnTo>
                  <a:lnTo>
                    <a:pt x="26797" y="741299"/>
                  </a:lnTo>
                  <a:lnTo>
                    <a:pt x="45066" y="696258"/>
                  </a:lnTo>
                  <a:lnTo>
                    <a:pt x="66675" y="653415"/>
                  </a:lnTo>
                  <a:lnTo>
                    <a:pt x="91939" y="611378"/>
                  </a:lnTo>
                  <a:lnTo>
                    <a:pt x="120225" y="571241"/>
                  </a:lnTo>
                  <a:lnTo>
                    <a:pt x="120645" y="570622"/>
                  </a:lnTo>
                  <a:lnTo>
                    <a:pt x="152350" y="531363"/>
                  </a:lnTo>
                  <a:lnTo>
                    <a:pt x="152625" y="530984"/>
                  </a:lnTo>
                  <a:lnTo>
                    <a:pt x="188459" y="492008"/>
                  </a:lnTo>
                  <a:lnTo>
                    <a:pt x="188604" y="492008"/>
                  </a:lnTo>
                  <a:lnTo>
                    <a:pt x="226661" y="455179"/>
                  </a:lnTo>
                  <a:lnTo>
                    <a:pt x="269313" y="418267"/>
                  </a:lnTo>
                  <a:lnTo>
                    <a:pt x="313493" y="383932"/>
                  </a:lnTo>
                  <a:lnTo>
                    <a:pt x="361194" y="350378"/>
                  </a:lnTo>
                  <a:lnTo>
                    <a:pt x="411327" y="318283"/>
                  </a:lnTo>
                  <a:lnTo>
                    <a:pt x="411866" y="317971"/>
                  </a:lnTo>
                  <a:lnTo>
                    <a:pt x="412153" y="317755"/>
                  </a:lnTo>
                  <a:lnTo>
                    <a:pt x="412742" y="317378"/>
                  </a:lnTo>
                  <a:lnTo>
                    <a:pt x="412890" y="317378"/>
                  </a:lnTo>
                  <a:lnTo>
                    <a:pt x="465950" y="286648"/>
                  </a:lnTo>
                  <a:lnTo>
                    <a:pt x="466159" y="286648"/>
                  </a:lnTo>
                  <a:lnTo>
                    <a:pt x="521361" y="257556"/>
                  </a:lnTo>
                  <a:lnTo>
                    <a:pt x="579210" y="229996"/>
                  </a:lnTo>
                  <a:lnTo>
                    <a:pt x="639819" y="203659"/>
                  </a:lnTo>
                  <a:lnTo>
                    <a:pt x="702655" y="178979"/>
                  </a:lnTo>
                  <a:lnTo>
                    <a:pt x="702947" y="178979"/>
                  </a:lnTo>
                  <a:lnTo>
                    <a:pt x="767252" y="156256"/>
                  </a:lnTo>
                  <a:lnTo>
                    <a:pt x="833968" y="135032"/>
                  </a:lnTo>
                  <a:lnTo>
                    <a:pt x="902519" y="115697"/>
                  </a:lnTo>
                  <a:lnTo>
                    <a:pt x="971658" y="98397"/>
                  </a:lnTo>
                  <a:lnTo>
                    <a:pt x="972548" y="98219"/>
                  </a:lnTo>
                  <a:lnTo>
                    <a:pt x="1044141" y="82502"/>
                  </a:lnTo>
                  <a:lnTo>
                    <a:pt x="1117191" y="68798"/>
                  </a:lnTo>
                  <a:lnTo>
                    <a:pt x="1117019" y="68798"/>
                  </a:lnTo>
                  <a:lnTo>
                    <a:pt x="1191727" y="57042"/>
                  </a:lnTo>
                  <a:lnTo>
                    <a:pt x="1192107" y="57042"/>
                  </a:lnTo>
                  <a:lnTo>
                    <a:pt x="1267241" y="47261"/>
                  </a:lnTo>
                  <a:lnTo>
                    <a:pt x="1267799" y="47261"/>
                  </a:lnTo>
                  <a:lnTo>
                    <a:pt x="1344541" y="39408"/>
                  </a:lnTo>
                  <a:lnTo>
                    <a:pt x="1344267" y="39408"/>
                  </a:lnTo>
                  <a:lnTo>
                    <a:pt x="1422299" y="33809"/>
                  </a:lnTo>
                  <a:lnTo>
                    <a:pt x="1421899" y="33809"/>
                  </a:lnTo>
                  <a:lnTo>
                    <a:pt x="1501267" y="30369"/>
                  </a:lnTo>
                  <a:lnTo>
                    <a:pt x="1500326" y="30369"/>
                  </a:lnTo>
                  <a:lnTo>
                    <a:pt x="1580874" y="28958"/>
                  </a:lnTo>
                  <a:lnTo>
                    <a:pt x="1993956" y="28958"/>
                  </a:lnTo>
                  <a:lnTo>
                    <a:pt x="1982343" y="27178"/>
                  </a:lnTo>
                  <a:lnTo>
                    <a:pt x="1906524" y="17653"/>
                  </a:lnTo>
                  <a:lnTo>
                    <a:pt x="1824609" y="9652"/>
                  </a:lnTo>
                  <a:lnTo>
                    <a:pt x="1742821" y="4191"/>
                  </a:lnTo>
                  <a:lnTo>
                    <a:pt x="1661541" y="888"/>
                  </a:lnTo>
                  <a:lnTo>
                    <a:pt x="1580769" y="0"/>
                  </a:lnTo>
                  <a:close/>
                </a:path>
                <a:path w="2907029" h="741680">
                  <a:moveTo>
                    <a:pt x="188604" y="492008"/>
                  </a:moveTo>
                  <a:lnTo>
                    <a:pt x="188459" y="492008"/>
                  </a:lnTo>
                  <a:lnTo>
                    <a:pt x="187958" y="492635"/>
                  </a:lnTo>
                  <a:lnTo>
                    <a:pt x="188604" y="492008"/>
                  </a:lnTo>
                  <a:close/>
                </a:path>
                <a:path w="2907029" h="741680">
                  <a:moveTo>
                    <a:pt x="2777669" y="349797"/>
                  </a:moveTo>
                  <a:lnTo>
                    <a:pt x="2777311" y="349797"/>
                  </a:lnTo>
                  <a:lnTo>
                    <a:pt x="2770124" y="355346"/>
                  </a:lnTo>
                  <a:lnTo>
                    <a:pt x="2768980" y="363220"/>
                  </a:lnTo>
                  <a:lnTo>
                    <a:pt x="2767965" y="371221"/>
                  </a:lnTo>
                  <a:lnTo>
                    <a:pt x="2773553" y="378460"/>
                  </a:lnTo>
                  <a:lnTo>
                    <a:pt x="2906716" y="396113"/>
                  </a:lnTo>
                  <a:lnTo>
                    <a:pt x="2905811" y="396113"/>
                  </a:lnTo>
                  <a:lnTo>
                    <a:pt x="2903361" y="390017"/>
                  </a:lnTo>
                  <a:lnTo>
                    <a:pt x="2874518" y="390017"/>
                  </a:lnTo>
                  <a:lnTo>
                    <a:pt x="2849787" y="371908"/>
                  </a:lnTo>
                  <a:lnTo>
                    <a:pt x="2830254" y="358272"/>
                  </a:lnTo>
                  <a:lnTo>
                    <a:pt x="2827705" y="356564"/>
                  </a:lnTo>
                  <a:lnTo>
                    <a:pt x="2828527" y="356564"/>
                  </a:lnTo>
                  <a:lnTo>
                    <a:pt x="2777669" y="349797"/>
                  </a:lnTo>
                  <a:close/>
                </a:path>
                <a:path w="2907029" h="741680">
                  <a:moveTo>
                    <a:pt x="2696419" y="277141"/>
                  </a:moveTo>
                  <a:lnTo>
                    <a:pt x="2751989" y="308316"/>
                  </a:lnTo>
                  <a:lnTo>
                    <a:pt x="2802228" y="339492"/>
                  </a:lnTo>
                  <a:lnTo>
                    <a:pt x="2849787" y="371908"/>
                  </a:lnTo>
                  <a:lnTo>
                    <a:pt x="2874518" y="390017"/>
                  </a:lnTo>
                  <a:lnTo>
                    <a:pt x="2879006" y="383932"/>
                  </a:lnTo>
                  <a:lnTo>
                    <a:pt x="2879108" y="383794"/>
                  </a:lnTo>
                  <a:lnTo>
                    <a:pt x="2869692" y="383794"/>
                  </a:lnTo>
                  <a:lnTo>
                    <a:pt x="2860432" y="360831"/>
                  </a:lnTo>
                  <a:lnTo>
                    <a:pt x="2828527" y="356564"/>
                  </a:lnTo>
                  <a:lnTo>
                    <a:pt x="2858711" y="356564"/>
                  </a:lnTo>
                  <a:lnTo>
                    <a:pt x="2851010" y="337467"/>
                  </a:lnTo>
                  <a:lnTo>
                    <a:pt x="2819019" y="315975"/>
                  </a:lnTo>
                  <a:lnTo>
                    <a:pt x="2767203" y="283845"/>
                  </a:lnTo>
                  <a:lnTo>
                    <a:pt x="2758173" y="278624"/>
                  </a:lnTo>
                  <a:lnTo>
                    <a:pt x="2699243" y="278624"/>
                  </a:lnTo>
                  <a:lnTo>
                    <a:pt x="2696419" y="277141"/>
                  </a:lnTo>
                  <a:close/>
                </a:path>
                <a:path w="2907029" h="741680">
                  <a:moveTo>
                    <a:pt x="2847594" y="268732"/>
                  </a:moveTo>
                  <a:lnTo>
                    <a:pt x="2840101" y="271653"/>
                  </a:lnTo>
                  <a:lnTo>
                    <a:pt x="2832735" y="274700"/>
                  </a:lnTo>
                  <a:lnTo>
                    <a:pt x="2829179" y="283083"/>
                  </a:lnTo>
                  <a:lnTo>
                    <a:pt x="2832100" y="290575"/>
                  </a:lnTo>
                  <a:lnTo>
                    <a:pt x="2851010" y="337467"/>
                  </a:lnTo>
                  <a:lnTo>
                    <a:pt x="2868295" y="349504"/>
                  </a:lnTo>
                  <a:lnTo>
                    <a:pt x="2891663" y="366775"/>
                  </a:lnTo>
                  <a:lnTo>
                    <a:pt x="2874518" y="390017"/>
                  </a:lnTo>
                  <a:lnTo>
                    <a:pt x="2903361" y="390017"/>
                  </a:lnTo>
                  <a:lnTo>
                    <a:pt x="2858682" y="278828"/>
                  </a:lnTo>
                  <a:lnTo>
                    <a:pt x="2855976" y="272288"/>
                  </a:lnTo>
                  <a:lnTo>
                    <a:pt x="2847594" y="268732"/>
                  </a:lnTo>
                  <a:close/>
                </a:path>
                <a:path w="2907029" h="741680">
                  <a:moveTo>
                    <a:pt x="2860432" y="360831"/>
                  </a:moveTo>
                  <a:lnTo>
                    <a:pt x="2869692" y="383794"/>
                  </a:lnTo>
                  <a:lnTo>
                    <a:pt x="2884932" y="364109"/>
                  </a:lnTo>
                  <a:lnTo>
                    <a:pt x="2860432" y="360831"/>
                  </a:lnTo>
                  <a:close/>
                </a:path>
                <a:path w="2907029" h="741680">
                  <a:moveTo>
                    <a:pt x="2851010" y="337467"/>
                  </a:moveTo>
                  <a:lnTo>
                    <a:pt x="2860432" y="360831"/>
                  </a:lnTo>
                  <a:lnTo>
                    <a:pt x="2884932" y="364109"/>
                  </a:lnTo>
                  <a:lnTo>
                    <a:pt x="2869691" y="383794"/>
                  </a:lnTo>
                  <a:lnTo>
                    <a:pt x="2879108" y="383794"/>
                  </a:lnTo>
                  <a:lnTo>
                    <a:pt x="2891663" y="366775"/>
                  </a:lnTo>
                  <a:lnTo>
                    <a:pt x="2868295" y="349504"/>
                  </a:lnTo>
                  <a:lnTo>
                    <a:pt x="2851010" y="337467"/>
                  </a:lnTo>
                  <a:close/>
                </a:path>
                <a:path w="2907029" h="741680">
                  <a:moveTo>
                    <a:pt x="2858711" y="356564"/>
                  </a:moveTo>
                  <a:lnTo>
                    <a:pt x="2828527" y="356564"/>
                  </a:lnTo>
                  <a:lnTo>
                    <a:pt x="2860432" y="360831"/>
                  </a:lnTo>
                  <a:lnTo>
                    <a:pt x="2858711" y="356564"/>
                  </a:lnTo>
                  <a:close/>
                </a:path>
                <a:path w="2907029" h="741680">
                  <a:moveTo>
                    <a:pt x="412890" y="317378"/>
                  </a:moveTo>
                  <a:lnTo>
                    <a:pt x="412742" y="317378"/>
                  </a:lnTo>
                  <a:lnTo>
                    <a:pt x="412240" y="317755"/>
                  </a:lnTo>
                  <a:lnTo>
                    <a:pt x="412890" y="317378"/>
                  </a:lnTo>
                  <a:close/>
                </a:path>
                <a:path w="2907029" h="741680">
                  <a:moveTo>
                    <a:pt x="465950" y="286648"/>
                  </a:moveTo>
                  <a:lnTo>
                    <a:pt x="463791" y="287896"/>
                  </a:lnTo>
                  <a:lnTo>
                    <a:pt x="465578" y="286955"/>
                  </a:lnTo>
                  <a:lnTo>
                    <a:pt x="465950" y="286648"/>
                  </a:lnTo>
                  <a:close/>
                </a:path>
                <a:path w="2907029" h="741680">
                  <a:moveTo>
                    <a:pt x="466159" y="286648"/>
                  </a:moveTo>
                  <a:lnTo>
                    <a:pt x="465950" y="286648"/>
                  </a:lnTo>
                  <a:lnTo>
                    <a:pt x="465541" y="286955"/>
                  </a:lnTo>
                  <a:lnTo>
                    <a:pt x="466159" y="286648"/>
                  </a:lnTo>
                  <a:close/>
                </a:path>
                <a:path w="2907029" h="741680">
                  <a:moveTo>
                    <a:pt x="2049124" y="66691"/>
                  </a:moveTo>
                  <a:lnTo>
                    <a:pt x="2124680" y="80474"/>
                  </a:lnTo>
                  <a:lnTo>
                    <a:pt x="2195710" y="95599"/>
                  </a:lnTo>
                  <a:lnTo>
                    <a:pt x="2266094" y="112843"/>
                  </a:lnTo>
                  <a:lnTo>
                    <a:pt x="2333334" y="131250"/>
                  </a:lnTo>
                  <a:lnTo>
                    <a:pt x="2399145" y="151765"/>
                  </a:lnTo>
                  <a:lnTo>
                    <a:pt x="2463421" y="173895"/>
                  </a:lnTo>
                  <a:lnTo>
                    <a:pt x="2525763" y="197735"/>
                  </a:lnTo>
                  <a:lnTo>
                    <a:pt x="2525562" y="197735"/>
                  </a:lnTo>
                  <a:lnTo>
                    <a:pt x="2585980" y="223199"/>
                  </a:lnTo>
                  <a:lnTo>
                    <a:pt x="2615320" y="236594"/>
                  </a:lnTo>
                  <a:lnTo>
                    <a:pt x="2643759" y="250190"/>
                  </a:lnTo>
                  <a:lnTo>
                    <a:pt x="2671699" y="264160"/>
                  </a:lnTo>
                  <a:lnTo>
                    <a:pt x="2699243" y="278624"/>
                  </a:lnTo>
                  <a:lnTo>
                    <a:pt x="2758173" y="278624"/>
                  </a:lnTo>
                  <a:lnTo>
                    <a:pt x="2712974" y="253237"/>
                  </a:lnTo>
                  <a:lnTo>
                    <a:pt x="2656535" y="224256"/>
                  </a:lnTo>
                  <a:lnTo>
                    <a:pt x="2599897" y="197735"/>
                  </a:lnTo>
                  <a:lnTo>
                    <a:pt x="2525763" y="197735"/>
                  </a:lnTo>
                  <a:lnTo>
                    <a:pt x="2525130" y="197577"/>
                  </a:lnTo>
                  <a:lnTo>
                    <a:pt x="2599550" y="197577"/>
                  </a:lnTo>
                  <a:lnTo>
                    <a:pt x="2597404" y="196596"/>
                  </a:lnTo>
                  <a:lnTo>
                    <a:pt x="2536317" y="170815"/>
                  </a:lnTo>
                  <a:lnTo>
                    <a:pt x="2473071" y="146685"/>
                  </a:lnTo>
                  <a:lnTo>
                    <a:pt x="2407920" y="124206"/>
                  </a:lnTo>
                  <a:lnTo>
                    <a:pt x="2341118" y="103378"/>
                  </a:lnTo>
                  <a:lnTo>
                    <a:pt x="2272284" y="84455"/>
                  </a:lnTo>
                  <a:lnTo>
                    <a:pt x="2202053" y="67310"/>
                  </a:lnTo>
                  <a:lnTo>
                    <a:pt x="2053145" y="67310"/>
                  </a:lnTo>
                  <a:lnTo>
                    <a:pt x="2049124" y="66691"/>
                  </a:lnTo>
                  <a:close/>
                </a:path>
                <a:path w="2907029" h="741680">
                  <a:moveTo>
                    <a:pt x="2586004" y="223199"/>
                  </a:moveTo>
                  <a:lnTo>
                    <a:pt x="2585817" y="223199"/>
                  </a:lnTo>
                  <a:lnTo>
                    <a:pt x="2588318" y="224256"/>
                  </a:lnTo>
                  <a:lnTo>
                    <a:pt x="2586004" y="223199"/>
                  </a:lnTo>
                  <a:close/>
                </a:path>
                <a:path w="2907029" h="741680">
                  <a:moveTo>
                    <a:pt x="642124" y="202733"/>
                  </a:moveTo>
                  <a:lnTo>
                    <a:pt x="640436" y="203391"/>
                  </a:lnTo>
                  <a:lnTo>
                    <a:pt x="639986" y="203659"/>
                  </a:lnTo>
                  <a:lnTo>
                    <a:pt x="642124" y="202733"/>
                  </a:lnTo>
                  <a:close/>
                </a:path>
                <a:path w="2907029" h="741680">
                  <a:moveTo>
                    <a:pt x="2523584" y="196900"/>
                  </a:moveTo>
                  <a:lnTo>
                    <a:pt x="2525130" y="197577"/>
                  </a:lnTo>
                  <a:lnTo>
                    <a:pt x="2525763" y="197735"/>
                  </a:lnTo>
                  <a:lnTo>
                    <a:pt x="2523584" y="196900"/>
                  </a:lnTo>
                  <a:close/>
                </a:path>
                <a:path w="2907029" h="741680">
                  <a:moveTo>
                    <a:pt x="702947" y="178979"/>
                  </a:moveTo>
                  <a:lnTo>
                    <a:pt x="702655" y="178979"/>
                  </a:lnTo>
                  <a:lnTo>
                    <a:pt x="700010" y="180017"/>
                  </a:lnTo>
                  <a:lnTo>
                    <a:pt x="702634" y="179107"/>
                  </a:lnTo>
                  <a:lnTo>
                    <a:pt x="702947" y="178979"/>
                  </a:lnTo>
                  <a:close/>
                </a:path>
                <a:path w="2907029" h="741680">
                  <a:moveTo>
                    <a:pt x="2463455" y="173895"/>
                  </a:moveTo>
                  <a:lnTo>
                    <a:pt x="2463145" y="173895"/>
                  </a:lnTo>
                  <a:lnTo>
                    <a:pt x="2466358" y="175006"/>
                  </a:lnTo>
                  <a:lnTo>
                    <a:pt x="2463455" y="173895"/>
                  </a:lnTo>
                  <a:close/>
                </a:path>
                <a:path w="2907029" h="741680">
                  <a:moveTo>
                    <a:pt x="2195710" y="95599"/>
                  </a:moveTo>
                  <a:lnTo>
                    <a:pt x="2195554" y="95599"/>
                  </a:lnTo>
                  <a:lnTo>
                    <a:pt x="2196786" y="95862"/>
                  </a:lnTo>
                  <a:lnTo>
                    <a:pt x="2195710" y="95599"/>
                  </a:lnTo>
                  <a:close/>
                </a:path>
                <a:path w="2907029" h="741680">
                  <a:moveTo>
                    <a:pt x="1047038" y="81940"/>
                  </a:moveTo>
                  <a:lnTo>
                    <a:pt x="1044086" y="82502"/>
                  </a:lnTo>
                  <a:lnTo>
                    <a:pt x="1044465" y="82502"/>
                  </a:lnTo>
                  <a:lnTo>
                    <a:pt x="1047038" y="81940"/>
                  </a:lnTo>
                  <a:close/>
                </a:path>
                <a:path w="2907029" h="741680">
                  <a:moveTo>
                    <a:pt x="2124719" y="80474"/>
                  </a:moveTo>
                  <a:lnTo>
                    <a:pt x="2124471" y="80474"/>
                  </a:lnTo>
                  <a:lnTo>
                    <a:pt x="2126231" y="80796"/>
                  </a:lnTo>
                  <a:lnTo>
                    <a:pt x="2124719" y="80474"/>
                  </a:lnTo>
                  <a:close/>
                </a:path>
                <a:path w="2907029" h="741680">
                  <a:moveTo>
                    <a:pt x="1120765" y="68212"/>
                  </a:moveTo>
                  <a:lnTo>
                    <a:pt x="1117112" y="68798"/>
                  </a:lnTo>
                  <a:lnTo>
                    <a:pt x="1117617" y="68798"/>
                  </a:lnTo>
                  <a:lnTo>
                    <a:pt x="1120765" y="68212"/>
                  </a:lnTo>
                  <a:close/>
                </a:path>
                <a:path w="2907029" h="741680">
                  <a:moveTo>
                    <a:pt x="1993956" y="28958"/>
                  </a:moveTo>
                  <a:lnTo>
                    <a:pt x="1580874" y="28958"/>
                  </a:lnTo>
                  <a:lnTo>
                    <a:pt x="1662385" y="29859"/>
                  </a:lnTo>
                  <a:lnTo>
                    <a:pt x="1661033" y="29859"/>
                  </a:lnTo>
                  <a:lnTo>
                    <a:pt x="1742086" y="33046"/>
                  </a:lnTo>
                  <a:lnTo>
                    <a:pt x="1741427" y="33046"/>
                  </a:lnTo>
                  <a:lnTo>
                    <a:pt x="1823586" y="38608"/>
                  </a:lnTo>
                  <a:lnTo>
                    <a:pt x="1823152" y="38608"/>
                  </a:lnTo>
                  <a:lnTo>
                    <a:pt x="1903891" y="46443"/>
                  </a:lnTo>
                  <a:lnTo>
                    <a:pt x="1903733" y="46443"/>
                  </a:lnTo>
                  <a:lnTo>
                    <a:pt x="1978478" y="55832"/>
                  </a:lnTo>
                  <a:lnTo>
                    <a:pt x="2053145" y="67310"/>
                  </a:lnTo>
                  <a:lnTo>
                    <a:pt x="2202053" y="67310"/>
                  </a:lnTo>
                  <a:lnTo>
                    <a:pt x="2130171" y="52070"/>
                  </a:lnTo>
                  <a:lnTo>
                    <a:pt x="2056892" y="38608"/>
                  </a:lnTo>
                  <a:lnTo>
                    <a:pt x="1993956" y="28958"/>
                  </a:lnTo>
                  <a:close/>
                </a:path>
                <a:path w="2907029" h="741680">
                  <a:moveTo>
                    <a:pt x="1192107" y="57042"/>
                  </a:moveTo>
                  <a:lnTo>
                    <a:pt x="1191727" y="57042"/>
                  </a:lnTo>
                  <a:lnTo>
                    <a:pt x="1189805" y="57344"/>
                  </a:lnTo>
                  <a:lnTo>
                    <a:pt x="1192107" y="57042"/>
                  </a:lnTo>
                  <a:close/>
                </a:path>
                <a:path w="2907029" h="741680">
                  <a:moveTo>
                    <a:pt x="1978540" y="55832"/>
                  </a:moveTo>
                  <a:lnTo>
                    <a:pt x="1978155" y="55832"/>
                  </a:lnTo>
                  <a:lnTo>
                    <a:pt x="1980303" y="56103"/>
                  </a:lnTo>
                  <a:lnTo>
                    <a:pt x="1978540" y="55832"/>
                  </a:lnTo>
                  <a:close/>
                </a:path>
                <a:path w="2907029" h="741680">
                  <a:moveTo>
                    <a:pt x="1267916" y="47261"/>
                  </a:moveTo>
                  <a:lnTo>
                    <a:pt x="1267241" y="47261"/>
                  </a:lnTo>
                  <a:lnTo>
                    <a:pt x="1265193" y="47527"/>
                  </a:lnTo>
                  <a:lnTo>
                    <a:pt x="1267916" y="47261"/>
                  </a:lnTo>
                  <a:close/>
                </a:path>
                <a:path w="2907029" h="741680">
                  <a:moveTo>
                    <a:pt x="1903797" y="46443"/>
                  </a:moveTo>
                  <a:lnTo>
                    <a:pt x="1903086" y="46443"/>
                  </a:lnTo>
                  <a:lnTo>
                    <a:pt x="1906355" y="46764"/>
                  </a:lnTo>
                  <a:lnTo>
                    <a:pt x="1903797" y="46443"/>
                  </a:lnTo>
                  <a:close/>
                </a:path>
                <a:path w="2907029" h="741680">
                  <a:moveTo>
                    <a:pt x="1823236" y="38608"/>
                  </a:moveTo>
                  <a:lnTo>
                    <a:pt x="1822449" y="38608"/>
                  </a:lnTo>
                  <a:lnTo>
                    <a:pt x="1825171" y="38794"/>
                  </a:lnTo>
                  <a:lnTo>
                    <a:pt x="1823236" y="3860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22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9717" y="1338009"/>
            <a:ext cx="8368665" cy="5520055"/>
            <a:chOff x="775716" y="1338008"/>
            <a:chExt cx="8368665" cy="55200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285" y="1368376"/>
              <a:ext cx="3675131" cy="50098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716" y="1338008"/>
              <a:ext cx="3411474" cy="6301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5528" y="1383792"/>
              <a:ext cx="3526790" cy="352425"/>
            </a:xfrm>
            <a:custGeom>
              <a:avLst/>
              <a:gdLst/>
              <a:ahLst/>
              <a:cxnLst/>
              <a:rect l="l" t="t" r="r" b="b"/>
              <a:pathLst>
                <a:path w="3526790" h="352425">
                  <a:moveTo>
                    <a:pt x="3364357" y="0"/>
                  </a:moveTo>
                  <a:lnTo>
                    <a:pt x="162115" y="0"/>
                  </a:lnTo>
                  <a:lnTo>
                    <a:pt x="119018" y="5795"/>
                  </a:lnTo>
                  <a:lnTo>
                    <a:pt x="80292" y="22149"/>
                  </a:lnTo>
                  <a:lnTo>
                    <a:pt x="47482" y="47513"/>
                  </a:lnTo>
                  <a:lnTo>
                    <a:pt x="22133" y="80339"/>
                  </a:lnTo>
                  <a:lnTo>
                    <a:pt x="5790" y="119077"/>
                  </a:lnTo>
                  <a:lnTo>
                    <a:pt x="0" y="162179"/>
                  </a:lnTo>
                  <a:lnTo>
                    <a:pt x="0" y="352044"/>
                  </a:lnTo>
                  <a:lnTo>
                    <a:pt x="3526536" y="352044"/>
                  </a:lnTo>
                  <a:lnTo>
                    <a:pt x="3526536" y="162179"/>
                  </a:lnTo>
                  <a:lnTo>
                    <a:pt x="3520740" y="119077"/>
                  </a:lnTo>
                  <a:lnTo>
                    <a:pt x="3504386" y="80339"/>
                  </a:lnTo>
                  <a:lnTo>
                    <a:pt x="3479022" y="47513"/>
                  </a:lnTo>
                  <a:lnTo>
                    <a:pt x="3446196" y="22149"/>
                  </a:lnTo>
                  <a:lnTo>
                    <a:pt x="3407458" y="5795"/>
                  </a:lnTo>
                  <a:lnTo>
                    <a:pt x="3364357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00" dirty="0"/>
              <a:t> </a:t>
            </a:r>
            <a:r>
              <a:rPr dirty="0"/>
              <a:t>à</a:t>
            </a:r>
            <a:r>
              <a:rPr spc="-80" dirty="0"/>
              <a:t> </a:t>
            </a:r>
            <a:r>
              <a:rPr spc="-10" dirty="0"/>
              <a:t>adaptateur</a:t>
            </a:r>
            <a:r>
              <a:rPr spc="-85" dirty="0"/>
              <a:t> </a:t>
            </a:r>
            <a:r>
              <a:rPr spc="-10" dirty="0"/>
              <a:t>personnalisé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2572" y="683514"/>
            <a:ext cx="441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400" dirty="0">
                <a:solidFill>
                  <a:srgbClr val="3A8B39"/>
                </a:solidFill>
                <a:latin typeface="Calibri Light"/>
                <a:cs typeface="Calibri Light"/>
              </a:rPr>
              <a:t>3.c.</a:t>
            </a:r>
            <a:r>
              <a:rPr sz="2400" spc="-105" dirty="0">
                <a:solidFill>
                  <a:srgbClr val="3A8B39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Redéfinir</a:t>
            </a:r>
            <a:r>
              <a:rPr sz="2400" spc="-7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la</a:t>
            </a:r>
            <a:r>
              <a:rPr sz="2400" spc="-7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méthode</a:t>
            </a:r>
            <a:r>
              <a:rPr sz="2400" spc="-7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000" b="1" spc="-10" dirty="0">
                <a:solidFill>
                  <a:srgbClr val="252525"/>
                </a:solidFill>
                <a:latin typeface="Consolas"/>
                <a:cs typeface="Consolas"/>
              </a:rPr>
              <a:t>getView()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5512" y="1405890"/>
            <a:ext cx="300037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/java/CountryAdapter.java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90572" y="1706867"/>
            <a:ext cx="8149590" cy="4748530"/>
            <a:chOff x="766572" y="1706867"/>
            <a:chExt cx="8149590" cy="474853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6572" y="1706867"/>
              <a:ext cx="8149590" cy="47160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0580" y="1761743"/>
              <a:ext cx="8079485" cy="46931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5528" y="1735836"/>
              <a:ext cx="7973695" cy="4540250"/>
            </a:xfrm>
            <a:custGeom>
              <a:avLst/>
              <a:gdLst/>
              <a:ahLst/>
              <a:cxnLst/>
              <a:rect l="l" t="t" r="r" b="b"/>
              <a:pathLst>
                <a:path w="7973695" h="4540250">
                  <a:moveTo>
                    <a:pt x="7664704" y="0"/>
                  </a:moveTo>
                  <a:lnTo>
                    <a:pt x="0" y="0"/>
                  </a:lnTo>
                  <a:lnTo>
                    <a:pt x="0" y="4231182"/>
                  </a:lnTo>
                  <a:lnTo>
                    <a:pt x="3348" y="4276815"/>
                  </a:lnTo>
                  <a:lnTo>
                    <a:pt x="13075" y="4320370"/>
                  </a:lnTo>
                  <a:lnTo>
                    <a:pt x="28702" y="4361368"/>
                  </a:lnTo>
                  <a:lnTo>
                    <a:pt x="49752" y="4399332"/>
                  </a:lnTo>
                  <a:lnTo>
                    <a:pt x="75748" y="4433785"/>
                  </a:lnTo>
                  <a:lnTo>
                    <a:pt x="106210" y="4464247"/>
                  </a:lnTo>
                  <a:lnTo>
                    <a:pt x="140663" y="4490243"/>
                  </a:lnTo>
                  <a:lnTo>
                    <a:pt x="178627" y="4511293"/>
                  </a:lnTo>
                  <a:lnTo>
                    <a:pt x="219625" y="4526920"/>
                  </a:lnTo>
                  <a:lnTo>
                    <a:pt x="263180" y="4536647"/>
                  </a:lnTo>
                  <a:lnTo>
                    <a:pt x="308813" y="4539996"/>
                  </a:lnTo>
                  <a:lnTo>
                    <a:pt x="7973568" y="4539996"/>
                  </a:lnTo>
                  <a:lnTo>
                    <a:pt x="7973568" y="308863"/>
                  </a:lnTo>
                  <a:lnTo>
                    <a:pt x="7970218" y="263226"/>
                  </a:lnTo>
                  <a:lnTo>
                    <a:pt x="7960489" y="219667"/>
                  </a:lnTo>
                  <a:lnTo>
                    <a:pt x="7944858" y="178663"/>
                  </a:lnTo>
                  <a:lnTo>
                    <a:pt x="7923803" y="140693"/>
                  </a:lnTo>
                  <a:lnTo>
                    <a:pt x="7897802" y="106234"/>
                  </a:lnTo>
                  <a:lnTo>
                    <a:pt x="7867333" y="75765"/>
                  </a:lnTo>
                  <a:lnTo>
                    <a:pt x="7832874" y="49764"/>
                  </a:lnTo>
                  <a:lnTo>
                    <a:pt x="7794904" y="28709"/>
                  </a:lnTo>
                  <a:lnTo>
                    <a:pt x="7753900" y="13078"/>
                  </a:lnTo>
                  <a:lnTo>
                    <a:pt x="7710341" y="3349"/>
                  </a:lnTo>
                  <a:lnTo>
                    <a:pt x="7664704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88794" y="1827022"/>
            <a:ext cx="2186305" cy="69469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285"/>
              </a:spcBef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Activity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activity;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List</a:t>
            </a:r>
            <a:r>
              <a:rPr sz="1550" dirty="0">
                <a:latin typeface="Consolas"/>
                <a:cs typeface="Consolas"/>
              </a:rPr>
              <a:t>&lt;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Country</a:t>
            </a:r>
            <a:r>
              <a:rPr sz="1550" dirty="0">
                <a:latin typeface="Consolas"/>
                <a:cs typeface="Consolas"/>
              </a:rPr>
              <a:t>&gt;</a:t>
            </a:r>
            <a:r>
              <a:rPr sz="1550" spc="-30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items; 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550" spc="-10" dirty="0">
                <a:latin typeface="Consolas"/>
                <a:cs typeface="Consolas"/>
              </a:rPr>
              <a:t>itemResourceId;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88793" y="2691512"/>
            <a:ext cx="5750560" cy="478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95"/>
              </a:spcBef>
              <a:defRPr/>
            </a:pPr>
            <a:r>
              <a:rPr sz="1550" spc="-10" dirty="0">
                <a:solidFill>
                  <a:srgbClr val="7E7E7E"/>
                </a:solidFill>
                <a:latin typeface="Consolas"/>
                <a:cs typeface="Consolas"/>
              </a:rPr>
              <a:t>@Override</a:t>
            </a:r>
            <a:endParaRPr sz="1550">
              <a:latin typeface="Consolas"/>
              <a:cs typeface="Consolas"/>
            </a:endParaRPr>
          </a:p>
          <a:p>
            <a:pPr marL="12700">
              <a:lnSpc>
                <a:spcPts val="1780"/>
              </a:lnSpc>
              <a:defRPr/>
            </a:pPr>
            <a:r>
              <a:rPr sz="155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550" spc="-1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getView(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5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position,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convertView,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spc="-50" dirty="0">
                <a:solidFill>
                  <a:srgbClr val="006FC0"/>
                </a:solidFill>
                <a:latin typeface="Consolas"/>
                <a:cs typeface="Consolas"/>
              </a:rPr>
              <a:t>V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26476" y="2971207"/>
            <a:ext cx="183642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0"/>
              </a:lnSpc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iewGroup</a:t>
            </a:r>
            <a:r>
              <a:rPr sz="155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parent){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21635" y="3339211"/>
            <a:ext cx="2833370" cy="47815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285"/>
              </a:spcBef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layout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 </a:t>
            </a:r>
            <a:r>
              <a:rPr sz="1550" spc="-10" dirty="0">
                <a:latin typeface="Consolas"/>
                <a:cs typeface="Consolas"/>
              </a:rPr>
              <a:t>convertView; 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15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(convertView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0000FF"/>
                </a:solidFill>
                <a:latin typeface="Consolas"/>
                <a:cs typeface="Consolas"/>
              </a:rPr>
              <a:t>null</a:t>
            </a:r>
            <a:r>
              <a:rPr sz="1550" spc="-10" dirty="0">
                <a:latin typeface="Consolas"/>
                <a:cs typeface="Consolas"/>
              </a:rPr>
              <a:t>){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46248" y="3770198"/>
            <a:ext cx="6181725" cy="47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5"/>
              </a:lnSpc>
              <a:spcBef>
                <a:spcPts val="100"/>
              </a:spcBef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LayoutInflater</a:t>
            </a:r>
            <a:r>
              <a:rPr sz="155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inflater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activity.getLayoutInflater();</a:t>
            </a:r>
            <a:endParaRPr sz="1550">
              <a:latin typeface="Consolas"/>
              <a:cs typeface="Consolas"/>
            </a:endParaRPr>
          </a:p>
          <a:p>
            <a:pPr marL="12700">
              <a:lnSpc>
                <a:spcPts val="1785"/>
              </a:lnSpc>
              <a:defRPr/>
            </a:pPr>
            <a:r>
              <a:rPr sz="1550" dirty="0">
                <a:latin typeface="Consolas"/>
                <a:cs typeface="Consolas"/>
              </a:rPr>
              <a:t>layout</a:t>
            </a:r>
            <a:r>
              <a:rPr sz="1550" spc="-4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inflater.inflate(itemResourceId,</a:t>
            </a:r>
            <a:r>
              <a:rPr sz="1550" u="sng" spc="-25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550" u="sng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parent,</a:t>
            </a:r>
            <a:r>
              <a:rPr sz="1550" u="sng" spc="-25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550" u="sng" spc="-1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false</a:t>
            </a:r>
            <a:r>
              <a:rPr sz="155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);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21636" y="4203572"/>
            <a:ext cx="133985" cy="25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88794" y="5930595"/>
            <a:ext cx="133985" cy="25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>
              <a:latin typeface="Consolas"/>
              <a:cs typeface="Consola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247698" y="1374458"/>
            <a:ext cx="2186305" cy="2074545"/>
            <a:chOff x="6723697" y="1374457"/>
            <a:chExt cx="2186305" cy="2074545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33031" y="1383791"/>
              <a:ext cx="2167128" cy="205587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728459" y="1379219"/>
              <a:ext cx="2176780" cy="2065020"/>
            </a:xfrm>
            <a:custGeom>
              <a:avLst/>
              <a:gdLst/>
              <a:ahLst/>
              <a:cxnLst/>
              <a:rect l="l" t="t" r="r" b="b"/>
              <a:pathLst>
                <a:path w="2176779" h="2065020">
                  <a:moveTo>
                    <a:pt x="0" y="2065019"/>
                  </a:moveTo>
                  <a:lnTo>
                    <a:pt x="2176272" y="2065019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2065019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54773" y="2614422"/>
              <a:ext cx="1818639" cy="419100"/>
            </a:xfrm>
            <a:custGeom>
              <a:avLst/>
              <a:gdLst/>
              <a:ahLst/>
              <a:cxnLst/>
              <a:rect l="l" t="t" r="r" b="b"/>
              <a:pathLst>
                <a:path w="1818640" h="419100">
                  <a:moveTo>
                    <a:pt x="0" y="419100"/>
                  </a:moveTo>
                  <a:lnTo>
                    <a:pt x="1818131" y="419100"/>
                  </a:lnTo>
                  <a:lnTo>
                    <a:pt x="1818131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684426" y="3736595"/>
            <a:ext cx="84328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>
              <a:lnSpc>
                <a:spcPts val="1980"/>
              </a:lnSpc>
              <a:spcBef>
                <a:spcPts val="100"/>
              </a:spcBef>
              <a:defRPr/>
            </a:pPr>
            <a:r>
              <a:rPr b="1" spc="-10" dirty="0">
                <a:solidFill>
                  <a:srgbClr val="3A8B39"/>
                </a:solidFill>
                <a:latin typeface="Calibri"/>
                <a:cs typeface="Calibri"/>
              </a:rPr>
              <a:t>Obtenir</a:t>
            </a:r>
            <a:endParaRPr>
              <a:latin typeface="Calibri"/>
              <a:cs typeface="Calibri"/>
            </a:endParaRPr>
          </a:p>
          <a:p>
            <a:pPr marL="12700">
              <a:lnSpc>
                <a:spcPts val="1980"/>
              </a:lnSpc>
              <a:defRPr/>
            </a:pPr>
            <a:r>
              <a:rPr b="1" dirty="0">
                <a:solidFill>
                  <a:srgbClr val="3A8B39"/>
                </a:solidFill>
                <a:latin typeface="Calibri"/>
                <a:cs typeface="Calibri"/>
              </a:rPr>
              <a:t>le</a:t>
            </a:r>
            <a:r>
              <a:rPr b="1" spc="-2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3A8B39"/>
                </a:solidFill>
                <a:latin typeface="Calibri"/>
                <a:cs typeface="Calibri"/>
              </a:rPr>
              <a:t>layout</a:t>
            </a:r>
            <a:endParaRPr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903207" y="2660904"/>
            <a:ext cx="1339850" cy="279564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33020" rIns="0" bIns="0" rtlCol="0">
            <a:spAutoFit/>
          </a:bodyPr>
          <a:lstStyle/>
          <a:p>
            <a:pPr algn="ctr">
              <a:spcBef>
                <a:spcPts val="260"/>
              </a:spcBef>
              <a:defRPr/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TV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43544" y="2671573"/>
            <a:ext cx="323215" cy="283411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36830" rIns="0" bIns="0" rtlCol="0">
            <a:spAutoFit/>
          </a:bodyPr>
          <a:lstStyle/>
          <a:p>
            <a:pPr marL="74930">
              <a:spcBef>
                <a:spcPts val="290"/>
              </a:spcBef>
              <a:defRPr/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IV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29880" y="1560956"/>
            <a:ext cx="6934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layout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692908" y="1797431"/>
            <a:ext cx="5906770" cy="2672715"/>
            <a:chOff x="1168908" y="1797430"/>
            <a:chExt cx="5906770" cy="2672715"/>
          </a:xfrm>
        </p:grpSpPr>
        <p:sp>
          <p:nvSpPr>
            <p:cNvPr id="34" name="object 34"/>
            <p:cNvSpPr/>
            <p:nvPr/>
          </p:nvSpPr>
          <p:spPr>
            <a:xfrm>
              <a:off x="6349999" y="1797430"/>
              <a:ext cx="725170" cy="814069"/>
            </a:xfrm>
            <a:custGeom>
              <a:avLst/>
              <a:gdLst/>
              <a:ahLst/>
              <a:cxnLst/>
              <a:rect l="l" t="t" r="r" b="b"/>
              <a:pathLst>
                <a:path w="725170" h="814069">
                  <a:moveTo>
                    <a:pt x="617854" y="704469"/>
                  </a:moveTo>
                  <a:lnTo>
                    <a:pt x="608838" y="704977"/>
                  </a:lnTo>
                  <a:lnTo>
                    <a:pt x="603630" y="710819"/>
                  </a:lnTo>
                  <a:lnTo>
                    <a:pt x="598297" y="716661"/>
                  </a:lnTo>
                  <a:lnTo>
                    <a:pt x="598804" y="725805"/>
                  </a:lnTo>
                  <a:lnTo>
                    <a:pt x="696595" y="813816"/>
                  </a:lnTo>
                  <a:lnTo>
                    <a:pt x="701610" y="791210"/>
                  </a:lnTo>
                  <a:lnTo>
                    <a:pt x="674370" y="791210"/>
                  </a:lnTo>
                  <a:lnTo>
                    <a:pt x="672333" y="784860"/>
                  </a:lnTo>
                  <a:lnTo>
                    <a:pt x="660398" y="750486"/>
                  </a:lnTo>
                  <a:lnTo>
                    <a:pt x="656011" y="738832"/>
                  </a:lnTo>
                  <a:lnTo>
                    <a:pt x="617854" y="704469"/>
                  </a:lnTo>
                  <a:close/>
                </a:path>
                <a:path w="725170" h="814069">
                  <a:moveTo>
                    <a:pt x="656017" y="738832"/>
                  </a:moveTo>
                  <a:lnTo>
                    <a:pt x="660398" y="750486"/>
                  </a:lnTo>
                  <a:lnTo>
                    <a:pt x="672210" y="784479"/>
                  </a:lnTo>
                  <a:lnTo>
                    <a:pt x="674370" y="791210"/>
                  </a:lnTo>
                  <a:lnTo>
                    <a:pt x="697609" y="783717"/>
                  </a:lnTo>
                  <a:lnTo>
                    <a:pt x="673989" y="783717"/>
                  </a:lnTo>
                  <a:lnTo>
                    <a:pt x="679283" y="759812"/>
                  </a:lnTo>
                  <a:lnTo>
                    <a:pt x="656017" y="738832"/>
                  </a:lnTo>
                  <a:close/>
                </a:path>
                <a:path w="725170" h="814069">
                  <a:moveTo>
                    <a:pt x="704850" y="674243"/>
                  </a:moveTo>
                  <a:lnTo>
                    <a:pt x="697229" y="679069"/>
                  </a:lnTo>
                  <a:lnTo>
                    <a:pt x="695506" y="686576"/>
                  </a:lnTo>
                  <a:lnTo>
                    <a:pt x="684881" y="734540"/>
                  </a:lnTo>
                  <a:lnTo>
                    <a:pt x="687704" y="742061"/>
                  </a:lnTo>
                  <a:lnTo>
                    <a:pt x="699389" y="775589"/>
                  </a:lnTo>
                  <a:lnTo>
                    <a:pt x="701548" y="782447"/>
                  </a:lnTo>
                  <a:lnTo>
                    <a:pt x="674370" y="791210"/>
                  </a:lnTo>
                  <a:lnTo>
                    <a:pt x="701610" y="791210"/>
                  </a:lnTo>
                  <a:lnTo>
                    <a:pt x="723392" y="693039"/>
                  </a:lnTo>
                  <a:lnTo>
                    <a:pt x="725170" y="685292"/>
                  </a:lnTo>
                  <a:lnTo>
                    <a:pt x="720217" y="677672"/>
                  </a:lnTo>
                  <a:lnTo>
                    <a:pt x="713183" y="676148"/>
                  </a:lnTo>
                  <a:lnTo>
                    <a:pt x="704850" y="674243"/>
                  </a:lnTo>
                  <a:close/>
                </a:path>
                <a:path w="725170" h="814069">
                  <a:moveTo>
                    <a:pt x="679283" y="759812"/>
                  </a:moveTo>
                  <a:lnTo>
                    <a:pt x="673989" y="783717"/>
                  </a:lnTo>
                  <a:lnTo>
                    <a:pt x="697483" y="776224"/>
                  </a:lnTo>
                  <a:lnTo>
                    <a:pt x="679283" y="759812"/>
                  </a:lnTo>
                  <a:close/>
                </a:path>
                <a:path w="725170" h="814069">
                  <a:moveTo>
                    <a:pt x="684881" y="734540"/>
                  </a:moveTo>
                  <a:lnTo>
                    <a:pt x="679283" y="759812"/>
                  </a:lnTo>
                  <a:lnTo>
                    <a:pt x="697483" y="776224"/>
                  </a:lnTo>
                  <a:lnTo>
                    <a:pt x="673989" y="783717"/>
                  </a:lnTo>
                  <a:lnTo>
                    <a:pt x="697609" y="783717"/>
                  </a:lnTo>
                  <a:lnTo>
                    <a:pt x="701548" y="782447"/>
                  </a:lnTo>
                  <a:lnTo>
                    <a:pt x="699389" y="775589"/>
                  </a:lnTo>
                  <a:lnTo>
                    <a:pt x="687704" y="742061"/>
                  </a:lnTo>
                  <a:lnTo>
                    <a:pt x="684881" y="734540"/>
                  </a:lnTo>
                  <a:close/>
                </a:path>
                <a:path w="725170" h="814069">
                  <a:moveTo>
                    <a:pt x="12064" y="0"/>
                  </a:moveTo>
                  <a:lnTo>
                    <a:pt x="0" y="25908"/>
                  </a:lnTo>
                  <a:lnTo>
                    <a:pt x="30631" y="40083"/>
                  </a:lnTo>
                  <a:lnTo>
                    <a:pt x="61925" y="55928"/>
                  </a:lnTo>
                  <a:lnTo>
                    <a:pt x="89581" y="70784"/>
                  </a:lnTo>
                  <a:lnTo>
                    <a:pt x="118111" y="87104"/>
                  </a:lnTo>
                  <a:lnTo>
                    <a:pt x="117954" y="87104"/>
                  </a:lnTo>
                  <a:lnTo>
                    <a:pt x="146584" y="104585"/>
                  </a:lnTo>
                  <a:lnTo>
                    <a:pt x="174291" y="122547"/>
                  </a:lnTo>
                  <a:lnTo>
                    <a:pt x="198372" y="139117"/>
                  </a:lnTo>
                  <a:lnTo>
                    <a:pt x="201547" y="141339"/>
                  </a:lnTo>
                  <a:lnTo>
                    <a:pt x="201731" y="141576"/>
                  </a:lnTo>
                  <a:lnTo>
                    <a:pt x="225421" y="158877"/>
                  </a:lnTo>
                  <a:lnTo>
                    <a:pt x="228186" y="160953"/>
                  </a:lnTo>
                  <a:lnTo>
                    <a:pt x="230094" y="162350"/>
                  </a:lnTo>
                  <a:lnTo>
                    <a:pt x="255747" y="182115"/>
                  </a:lnTo>
                  <a:lnTo>
                    <a:pt x="280139" y="202084"/>
                  </a:lnTo>
                  <a:lnTo>
                    <a:pt x="280432" y="202292"/>
                  </a:lnTo>
                  <a:lnTo>
                    <a:pt x="280726" y="202565"/>
                  </a:lnTo>
                  <a:lnTo>
                    <a:pt x="330368" y="246660"/>
                  </a:lnTo>
                  <a:lnTo>
                    <a:pt x="377554" y="293370"/>
                  </a:lnTo>
                  <a:lnTo>
                    <a:pt x="400020" y="317444"/>
                  </a:lnTo>
                  <a:lnTo>
                    <a:pt x="400336" y="317713"/>
                  </a:lnTo>
                  <a:lnTo>
                    <a:pt x="443015" y="367269"/>
                  </a:lnTo>
                  <a:lnTo>
                    <a:pt x="483660" y="419546"/>
                  </a:lnTo>
                  <a:lnTo>
                    <a:pt x="522073" y="474594"/>
                  </a:lnTo>
                  <a:lnTo>
                    <a:pt x="558687" y="533642"/>
                  </a:lnTo>
                  <a:lnTo>
                    <a:pt x="592082" y="594248"/>
                  </a:lnTo>
                  <a:lnTo>
                    <a:pt x="621666" y="655412"/>
                  </a:lnTo>
                  <a:lnTo>
                    <a:pt x="648134" y="717862"/>
                  </a:lnTo>
                  <a:lnTo>
                    <a:pt x="656017" y="738832"/>
                  </a:lnTo>
                  <a:lnTo>
                    <a:pt x="679283" y="759812"/>
                  </a:lnTo>
                  <a:lnTo>
                    <a:pt x="675258" y="708914"/>
                  </a:lnTo>
                  <a:lnTo>
                    <a:pt x="647953" y="644017"/>
                  </a:lnTo>
                  <a:lnTo>
                    <a:pt x="617347" y="581025"/>
                  </a:lnTo>
                  <a:lnTo>
                    <a:pt x="583819" y="520065"/>
                  </a:lnTo>
                  <a:lnTo>
                    <a:pt x="547370" y="461137"/>
                  </a:lnTo>
                  <a:lnTo>
                    <a:pt x="508126" y="404495"/>
                  </a:lnTo>
                  <a:lnTo>
                    <a:pt x="465963" y="350139"/>
                  </a:lnTo>
                  <a:lnTo>
                    <a:pt x="421385" y="298323"/>
                  </a:lnTo>
                  <a:lnTo>
                    <a:pt x="374142" y="249174"/>
                  </a:lnTo>
                  <a:lnTo>
                    <a:pt x="324357" y="202565"/>
                  </a:lnTo>
                  <a:lnTo>
                    <a:pt x="272415" y="158877"/>
                  </a:lnTo>
                  <a:lnTo>
                    <a:pt x="218185" y="118110"/>
                  </a:lnTo>
                  <a:lnTo>
                    <a:pt x="161671" y="80391"/>
                  </a:lnTo>
                  <a:lnTo>
                    <a:pt x="103250" y="45720"/>
                  </a:lnTo>
                  <a:lnTo>
                    <a:pt x="42799" y="14351"/>
                  </a:lnTo>
                  <a:lnTo>
                    <a:pt x="12064" y="0"/>
                  </a:lnTo>
                  <a:close/>
                </a:path>
                <a:path w="725170" h="814069">
                  <a:moveTo>
                    <a:pt x="198372" y="139117"/>
                  </a:moveTo>
                  <a:lnTo>
                    <a:pt x="201731" y="141576"/>
                  </a:lnTo>
                  <a:lnTo>
                    <a:pt x="201547" y="141339"/>
                  </a:lnTo>
                  <a:lnTo>
                    <a:pt x="198372" y="139117"/>
                  </a:lnTo>
                  <a:close/>
                </a:path>
                <a:path w="725170" h="814069">
                  <a:moveTo>
                    <a:pt x="146598" y="104585"/>
                  </a:moveTo>
                  <a:lnTo>
                    <a:pt x="146455" y="104585"/>
                  </a:lnTo>
                  <a:lnTo>
                    <a:pt x="149085" y="106197"/>
                  </a:lnTo>
                  <a:lnTo>
                    <a:pt x="146598" y="104585"/>
                  </a:lnTo>
                  <a:close/>
                </a:path>
                <a:path w="725170" h="814069">
                  <a:moveTo>
                    <a:pt x="115779" y="85770"/>
                  </a:moveTo>
                  <a:lnTo>
                    <a:pt x="118316" y="87326"/>
                  </a:lnTo>
                  <a:lnTo>
                    <a:pt x="118077" y="87104"/>
                  </a:lnTo>
                  <a:lnTo>
                    <a:pt x="115768" y="85770"/>
                  </a:lnTo>
                  <a:close/>
                </a:path>
                <a:path w="725170" h="814069">
                  <a:moveTo>
                    <a:pt x="89566" y="70784"/>
                  </a:moveTo>
                  <a:lnTo>
                    <a:pt x="89383" y="70784"/>
                  </a:lnTo>
                  <a:lnTo>
                    <a:pt x="92624" y="72536"/>
                  </a:lnTo>
                  <a:lnTo>
                    <a:pt x="89566" y="70784"/>
                  </a:lnTo>
                  <a:close/>
                </a:path>
                <a:path w="725170" h="814069">
                  <a:moveTo>
                    <a:pt x="30196" y="39941"/>
                  </a:moveTo>
                  <a:lnTo>
                    <a:pt x="32148" y="40848"/>
                  </a:lnTo>
                  <a:lnTo>
                    <a:pt x="30631" y="40083"/>
                  </a:lnTo>
                  <a:lnTo>
                    <a:pt x="30196" y="3994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87958" y="3451098"/>
              <a:ext cx="152400" cy="1000125"/>
            </a:xfrm>
            <a:custGeom>
              <a:avLst/>
              <a:gdLst/>
              <a:ahLst/>
              <a:cxnLst/>
              <a:rect l="l" t="t" r="r" b="b"/>
              <a:pathLst>
                <a:path w="152400" h="1000125">
                  <a:moveTo>
                    <a:pt x="152400" y="999744"/>
                  </a:moveTo>
                  <a:lnTo>
                    <a:pt x="122759" y="992745"/>
                  </a:lnTo>
                  <a:lnTo>
                    <a:pt x="98536" y="973661"/>
                  </a:lnTo>
                  <a:lnTo>
                    <a:pt x="82194" y="945362"/>
                  </a:lnTo>
                  <a:lnTo>
                    <a:pt x="76200" y="910716"/>
                  </a:lnTo>
                  <a:lnTo>
                    <a:pt x="76200" y="588899"/>
                  </a:lnTo>
                  <a:lnTo>
                    <a:pt x="70212" y="554253"/>
                  </a:lnTo>
                  <a:lnTo>
                    <a:pt x="53882" y="525954"/>
                  </a:lnTo>
                  <a:lnTo>
                    <a:pt x="29662" y="506870"/>
                  </a:lnTo>
                  <a:lnTo>
                    <a:pt x="0" y="499871"/>
                  </a:lnTo>
                  <a:lnTo>
                    <a:pt x="29662" y="492873"/>
                  </a:lnTo>
                  <a:lnTo>
                    <a:pt x="53882" y="473789"/>
                  </a:lnTo>
                  <a:lnTo>
                    <a:pt x="70212" y="445490"/>
                  </a:lnTo>
                  <a:lnTo>
                    <a:pt x="76200" y="410844"/>
                  </a:lnTo>
                  <a:lnTo>
                    <a:pt x="76200" y="89026"/>
                  </a:lnTo>
                  <a:lnTo>
                    <a:pt x="82194" y="54381"/>
                  </a:lnTo>
                  <a:lnTo>
                    <a:pt x="98536" y="26082"/>
                  </a:lnTo>
                  <a:lnTo>
                    <a:pt x="122759" y="6998"/>
                  </a:lnTo>
                  <a:lnTo>
                    <a:pt x="152400" y="0"/>
                  </a:lnTo>
                </a:path>
              </a:pathLst>
            </a:custGeom>
            <a:ln w="38100">
              <a:solidFill>
                <a:srgbClr val="3BA711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23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9717" y="1338009"/>
            <a:ext cx="8368665" cy="5520055"/>
            <a:chOff x="775716" y="1338008"/>
            <a:chExt cx="8368665" cy="55200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285" y="1368376"/>
              <a:ext cx="3675131" cy="50098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716" y="1338008"/>
              <a:ext cx="3411474" cy="6301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5528" y="1383792"/>
              <a:ext cx="3526790" cy="352425"/>
            </a:xfrm>
            <a:custGeom>
              <a:avLst/>
              <a:gdLst/>
              <a:ahLst/>
              <a:cxnLst/>
              <a:rect l="l" t="t" r="r" b="b"/>
              <a:pathLst>
                <a:path w="3526790" h="352425">
                  <a:moveTo>
                    <a:pt x="3364357" y="0"/>
                  </a:moveTo>
                  <a:lnTo>
                    <a:pt x="162115" y="0"/>
                  </a:lnTo>
                  <a:lnTo>
                    <a:pt x="119018" y="5795"/>
                  </a:lnTo>
                  <a:lnTo>
                    <a:pt x="80292" y="22149"/>
                  </a:lnTo>
                  <a:lnTo>
                    <a:pt x="47482" y="47513"/>
                  </a:lnTo>
                  <a:lnTo>
                    <a:pt x="22133" y="80339"/>
                  </a:lnTo>
                  <a:lnTo>
                    <a:pt x="5790" y="119077"/>
                  </a:lnTo>
                  <a:lnTo>
                    <a:pt x="0" y="162179"/>
                  </a:lnTo>
                  <a:lnTo>
                    <a:pt x="0" y="352044"/>
                  </a:lnTo>
                  <a:lnTo>
                    <a:pt x="3526536" y="352044"/>
                  </a:lnTo>
                  <a:lnTo>
                    <a:pt x="3526536" y="162179"/>
                  </a:lnTo>
                  <a:lnTo>
                    <a:pt x="3520740" y="119077"/>
                  </a:lnTo>
                  <a:lnTo>
                    <a:pt x="3504386" y="80339"/>
                  </a:lnTo>
                  <a:lnTo>
                    <a:pt x="3479022" y="47513"/>
                  </a:lnTo>
                  <a:lnTo>
                    <a:pt x="3446196" y="22149"/>
                  </a:lnTo>
                  <a:lnTo>
                    <a:pt x="3407458" y="5795"/>
                  </a:lnTo>
                  <a:lnTo>
                    <a:pt x="3364357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00" dirty="0"/>
              <a:t> </a:t>
            </a:r>
            <a:r>
              <a:rPr dirty="0"/>
              <a:t>à</a:t>
            </a:r>
            <a:r>
              <a:rPr spc="-80" dirty="0"/>
              <a:t> </a:t>
            </a:r>
            <a:r>
              <a:rPr spc="-10" dirty="0"/>
              <a:t>adaptateur</a:t>
            </a:r>
            <a:r>
              <a:rPr spc="-85" dirty="0"/>
              <a:t> </a:t>
            </a:r>
            <a:r>
              <a:rPr spc="-10" dirty="0"/>
              <a:t>personnalisé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82572" y="683514"/>
            <a:ext cx="441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400" dirty="0">
                <a:solidFill>
                  <a:srgbClr val="3A8B39"/>
                </a:solidFill>
                <a:latin typeface="Calibri Light"/>
                <a:cs typeface="Calibri Light"/>
              </a:rPr>
              <a:t>3.c.</a:t>
            </a:r>
            <a:r>
              <a:rPr sz="2400" spc="-110" dirty="0">
                <a:solidFill>
                  <a:srgbClr val="3A8B39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Redéfinir</a:t>
            </a:r>
            <a:r>
              <a:rPr sz="2400" spc="-7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la</a:t>
            </a:r>
            <a:r>
              <a:rPr sz="2400" spc="-8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méthode</a:t>
            </a:r>
            <a:r>
              <a:rPr sz="2400" spc="-7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000" b="1" spc="-10" dirty="0">
                <a:solidFill>
                  <a:srgbClr val="252525"/>
                </a:solidFill>
                <a:latin typeface="Consolas"/>
                <a:cs typeface="Consolas"/>
              </a:rPr>
              <a:t>getView()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5512" y="1405890"/>
            <a:ext cx="300037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/java/CountryAdapter.java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90572" y="1706867"/>
            <a:ext cx="8149590" cy="4748530"/>
            <a:chOff x="766572" y="1706867"/>
            <a:chExt cx="8149590" cy="474853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6572" y="1706867"/>
              <a:ext cx="8149590" cy="47160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0580" y="1761743"/>
              <a:ext cx="8079485" cy="46931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5528" y="1735836"/>
              <a:ext cx="7973695" cy="4540250"/>
            </a:xfrm>
            <a:custGeom>
              <a:avLst/>
              <a:gdLst/>
              <a:ahLst/>
              <a:cxnLst/>
              <a:rect l="l" t="t" r="r" b="b"/>
              <a:pathLst>
                <a:path w="7973695" h="4540250">
                  <a:moveTo>
                    <a:pt x="7664704" y="0"/>
                  </a:moveTo>
                  <a:lnTo>
                    <a:pt x="0" y="0"/>
                  </a:lnTo>
                  <a:lnTo>
                    <a:pt x="0" y="4231182"/>
                  </a:lnTo>
                  <a:lnTo>
                    <a:pt x="3348" y="4276815"/>
                  </a:lnTo>
                  <a:lnTo>
                    <a:pt x="13075" y="4320370"/>
                  </a:lnTo>
                  <a:lnTo>
                    <a:pt x="28702" y="4361368"/>
                  </a:lnTo>
                  <a:lnTo>
                    <a:pt x="49752" y="4399332"/>
                  </a:lnTo>
                  <a:lnTo>
                    <a:pt x="75748" y="4433785"/>
                  </a:lnTo>
                  <a:lnTo>
                    <a:pt x="106210" y="4464247"/>
                  </a:lnTo>
                  <a:lnTo>
                    <a:pt x="140663" y="4490243"/>
                  </a:lnTo>
                  <a:lnTo>
                    <a:pt x="178627" y="4511293"/>
                  </a:lnTo>
                  <a:lnTo>
                    <a:pt x="219625" y="4526920"/>
                  </a:lnTo>
                  <a:lnTo>
                    <a:pt x="263180" y="4536647"/>
                  </a:lnTo>
                  <a:lnTo>
                    <a:pt x="308813" y="4539996"/>
                  </a:lnTo>
                  <a:lnTo>
                    <a:pt x="7973568" y="4539996"/>
                  </a:lnTo>
                  <a:lnTo>
                    <a:pt x="7973568" y="308863"/>
                  </a:lnTo>
                  <a:lnTo>
                    <a:pt x="7970218" y="263226"/>
                  </a:lnTo>
                  <a:lnTo>
                    <a:pt x="7960489" y="219667"/>
                  </a:lnTo>
                  <a:lnTo>
                    <a:pt x="7944858" y="178663"/>
                  </a:lnTo>
                  <a:lnTo>
                    <a:pt x="7923803" y="140693"/>
                  </a:lnTo>
                  <a:lnTo>
                    <a:pt x="7897802" y="106234"/>
                  </a:lnTo>
                  <a:lnTo>
                    <a:pt x="7867333" y="75765"/>
                  </a:lnTo>
                  <a:lnTo>
                    <a:pt x="7832874" y="49764"/>
                  </a:lnTo>
                  <a:lnTo>
                    <a:pt x="7794904" y="28709"/>
                  </a:lnTo>
                  <a:lnTo>
                    <a:pt x="7753900" y="13078"/>
                  </a:lnTo>
                  <a:lnTo>
                    <a:pt x="7710341" y="3349"/>
                  </a:lnTo>
                  <a:lnTo>
                    <a:pt x="7664704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88794" y="1827022"/>
            <a:ext cx="2186305" cy="69469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285"/>
              </a:spcBef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Activity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activity;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List</a:t>
            </a:r>
            <a:r>
              <a:rPr sz="1550" dirty="0">
                <a:latin typeface="Consolas"/>
                <a:cs typeface="Consolas"/>
              </a:rPr>
              <a:t>&lt;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Country</a:t>
            </a:r>
            <a:r>
              <a:rPr sz="1550" dirty="0">
                <a:latin typeface="Consolas"/>
                <a:cs typeface="Consolas"/>
              </a:rPr>
              <a:t>&gt;</a:t>
            </a:r>
            <a:r>
              <a:rPr sz="1550" spc="-30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items; 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550" spc="-10" dirty="0">
                <a:latin typeface="Consolas"/>
                <a:cs typeface="Consolas"/>
              </a:rPr>
              <a:t>itemResourceId;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88793" y="2691512"/>
            <a:ext cx="5750560" cy="478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95"/>
              </a:spcBef>
              <a:defRPr/>
            </a:pPr>
            <a:r>
              <a:rPr sz="1550" spc="-10" dirty="0">
                <a:solidFill>
                  <a:srgbClr val="7E7E7E"/>
                </a:solidFill>
                <a:latin typeface="Consolas"/>
                <a:cs typeface="Consolas"/>
              </a:rPr>
              <a:t>@Override</a:t>
            </a:r>
            <a:endParaRPr sz="1550">
              <a:latin typeface="Consolas"/>
              <a:cs typeface="Consolas"/>
            </a:endParaRPr>
          </a:p>
          <a:p>
            <a:pPr marL="12700">
              <a:lnSpc>
                <a:spcPts val="1780"/>
              </a:lnSpc>
              <a:defRPr/>
            </a:pPr>
            <a:r>
              <a:rPr sz="155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550" spc="-1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getView(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5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position,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convertView,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spc="-50" dirty="0">
                <a:solidFill>
                  <a:srgbClr val="006FC0"/>
                </a:solidFill>
                <a:latin typeface="Consolas"/>
                <a:cs typeface="Consolas"/>
              </a:rPr>
              <a:t>V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26476" y="2971207"/>
            <a:ext cx="183642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0"/>
              </a:lnSpc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iewGroup</a:t>
            </a:r>
            <a:r>
              <a:rPr sz="155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parent){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21635" y="3339211"/>
            <a:ext cx="2833370" cy="47815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285"/>
              </a:spcBef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layout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 </a:t>
            </a:r>
            <a:r>
              <a:rPr sz="1550" spc="-10" dirty="0">
                <a:latin typeface="Consolas"/>
                <a:cs typeface="Consolas"/>
              </a:rPr>
              <a:t>convertView; 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15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(convertView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0000FF"/>
                </a:solidFill>
                <a:latin typeface="Consolas"/>
                <a:cs typeface="Consolas"/>
              </a:rPr>
              <a:t>null</a:t>
            </a:r>
            <a:r>
              <a:rPr sz="1550" spc="-10" dirty="0">
                <a:latin typeface="Consolas"/>
                <a:cs typeface="Consolas"/>
              </a:rPr>
              <a:t>){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46248" y="3770198"/>
            <a:ext cx="6181725" cy="47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5"/>
              </a:lnSpc>
              <a:spcBef>
                <a:spcPts val="100"/>
              </a:spcBef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LayoutInflater</a:t>
            </a:r>
            <a:r>
              <a:rPr sz="155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inflater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activity.getLayoutInflater();</a:t>
            </a:r>
            <a:endParaRPr sz="1550">
              <a:latin typeface="Consolas"/>
              <a:cs typeface="Consolas"/>
            </a:endParaRPr>
          </a:p>
          <a:p>
            <a:pPr marL="12700">
              <a:lnSpc>
                <a:spcPts val="1785"/>
              </a:lnSpc>
              <a:defRPr/>
            </a:pPr>
            <a:r>
              <a:rPr sz="1550" dirty="0">
                <a:latin typeface="Consolas"/>
                <a:cs typeface="Consolas"/>
              </a:rPr>
              <a:t>layout</a:t>
            </a:r>
            <a:r>
              <a:rPr sz="1550" spc="-4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inflater.inflate(itemResourceId,</a:t>
            </a:r>
            <a:r>
              <a:rPr sz="1550" spc="-2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parent,</a:t>
            </a:r>
            <a:r>
              <a:rPr sz="1550" spc="-25" dirty="0"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sz="1550" spc="-10" dirty="0">
                <a:latin typeface="Consolas"/>
                <a:cs typeface="Consolas"/>
              </a:rPr>
              <a:t>);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21636" y="4203572"/>
            <a:ext cx="133985" cy="25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21636" y="4634865"/>
            <a:ext cx="6938009" cy="47815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285"/>
              </a:spcBef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TextView</a:t>
            </a:r>
            <a:r>
              <a:rPr sz="155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nameTV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(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TextView</a:t>
            </a:r>
            <a:r>
              <a:rPr sz="1550" dirty="0">
                <a:latin typeface="Consolas"/>
                <a:cs typeface="Consolas"/>
              </a:rPr>
              <a:t>)</a:t>
            </a:r>
            <a:r>
              <a:rPr sz="1550" spc="-5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layout.</a:t>
            </a:r>
            <a:r>
              <a:rPr sz="155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findViewById(</a:t>
            </a:r>
            <a:r>
              <a:rPr sz="155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R</a:t>
            </a:r>
            <a:r>
              <a:rPr sz="155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</a:t>
            </a:r>
            <a:r>
              <a:rPr sz="155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id</a:t>
            </a:r>
            <a:r>
              <a:rPr sz="155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.nameTV)</a:t>
            </a:r>
            <a:r>
              <a:rPr sz="1550" spc="-10" dirty="0">
                <a:latin typeface="Consolas"/>
                <a:cs typeface="Consolas"/>
              </a:rPr>
              <a:t>;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ImageView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flagIV</a:t>
            </a:r>
            <a:r>
              <a:rPr sz="1550" spc="-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(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ImageView</a:t>
            </a:r>
            <a:r>
              <a:rPr sz="1550" dirty="0">
                <a:latin typeface="Consolas"/>
                <a:cs typeface="Consolas"/>
              </a:rPr>
              <a:t>) </a:t>
            </a:r>
            <a:r>
              <a:rPr sz="1550" spc="-10" dirty="0">
                <a:latin typeface="Consolas"/>
                <a:cs typeface="Consolas"/>
              </a:rPr>
              <a:t>layout.</a:t>
            </a:r>
            <a:r>
              <a:rPr sz="155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findViewById(</a:t>
            </a:r>
            <a:r>
              <a:rPr sz="155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R</a:t>
            </a:r>
            <a:r>
              <a:rPr sz="155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</a:t>
            </a:r>
            <a:r>
              <a:rPr sz="155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id</a:t>
            </a:r>
            <a:r>
              <a:rPr sz="155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.flagIV)</a:t>
            </a:r>
            <a:r>
              <a:rPr sz="1550" spc="-10" dirty="0">
                <a:latin typeface="Consolas"/>
                <a:cs typeface="Consolas"/>
              </a:rPr>
              <a:t>;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88794" y="5930595"/>
            <a:ext cx="133985" cy="25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>
              <a:latin typeface="Consolas"/>
              <a:cs typeface="Consola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692908" y="1374457"/>
            <a:ext cx="7740650" cy="3823970"/>
            <a:chOff x="1168908" y="1374457"/>
            <a:chExt cx="7740650" cy="3823970"/>
          </a:xfrm>
        </p:grpSpPr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33031" y="1383791"/>
              <a:ext cx="2167128" cy="205587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728460" y="1379219"/>
              <a:ext cx="2176780" cy="2065020"/>
            </a:xfrm>
            <a:custGeom>
              <a:avLst/>
              <a:gdLst/>
              <a:ahLst/>
              <a:cxnLst/>
              <a:rect l="l" t="t" r="r" b="b"/>
              <a:pathLst>
                <a:path w="2176779" h="2065020">
                  <a:moveTo>
                    <a:pt x="0" y="2065019"/>
                  </a:moveTo>
                  <a:lnTo>
                    <a:pt x="2176272" y="2065019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2065019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54773" y="2614422"/>
              <a:ext cx="1818639" cy="419100"/>
            </a:xfrm>
            <a:custGeom>
              <a:avLst/>
              <a:gdLst/>
              <a:ahLst/>
              <a:cxnLst/>
              <a:rect l="l" t="t" r="r" b="b"/>
              <a:pathLst>
                <a:path w="1818640" h="419100">
                  <a:moveTo>
                    <a:pt x="0" y="419100"/>
                  </a:moveTo>
                  <a:lnTo>
                    <a:pt x="1818131" y="419100"/>
                  </a:lnTo>
                  <a:lnTo>
                    <a:pt x="1818131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87958" y="4639817"/>
              <a:ext cx="152400" cy="539750"/>
            </a:xfrm>
            <a:custGeom>
              <a:avLst/>
              <a:gdLst/>
              <a:ahLst/>
              <a:cxnLst/>
              <a:rect l="l" t="t" r="r" b="b"/>
              <a:pathLst>
                <a:path w="152400" h="539750">
                  <a:moveTo>
                    <a:pt x="152400" y="539495"/>
                  </a:moveTo>
                  <a:lnTo>
                    <a:pt x="122759" y="533943"/>
                  </a:lnTo>
                  <a:lnTo>
                    <a:pt x="98536" y="518794"/>
                  </a:lnTo>
                  <a:lnTo>
                    <a:pt x="82194" y="496312"/>
                  </a:lnTo>
                  <a:lnTo>
                    <a:pt x="76200" y="468756"/>
                  </a:lnTo>
                  <a:lnTo>
                    <a:pt x="76200" y="340486"/>
                  </a:lnTo>
                  <a:lnTo>
                    <a:pt x="70212" y="312931"/>
                  </a:lnTo>
                  <a:lnTo>
                    <a:pt x="53882" y="290448"/>
                  </a:lnTo>
                  <a:lnTo>
                    <a:pt x="29662" y="275300"/>
                  </a:lnTo>
                  <a:lnTo>
                    <a:pt x="0" y="269747"/>
                  </a:lnTo>
                  <a:lnTo>
                    <a:pt x="29662" y="264195"/>
                  </a:lnTo>
                  <a:lnTo>
                    <a:pt x="53882" y="249046"/>
                  </a:lnTo>
                  <a:lnTo>
                    <a:pt x="70212" y="226564"/>
                  </a:lnTo>
                  <a:lnTo>
                    <a:pt x="76200" y="199008"/>
                  </a:lnTo>
                  <a:lnTo>
                    <a:pt x="76200" y="70738"/>
                  </a:lnTo>
                  <a:lnTo>
                    <a:pt x="82194" y="43183"/>
                  </a:lnTo>
                  <a:lnTo>
                    <a:pt x="98536" y="20700"/>
                  </a:lnTo>
                  <a:lnTo>
                    <a:pt x="122759" y="5552"/>
                  </a:lnTo>
                  <a:lnTo>
                    <a:pt x="152400" y="0"/>
                  </a:lnTo>
                </a:path>
              </a:pathLst>
            </a:custGeom>
            <a:ln w="38100">
              <a:solidFill>
                <a:srgbClr val="3BA711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684426" y="3736595"/>
            <a:ext cx="84328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>
              <a:lnSpc>
                <a:spcPts val="1980"/>
              </a:lnSpc>
              <a:spcBef>
                <a:spcPts val="100"/>
              </a:spcBef>
              <a:defRPr/>
            </a:pPr>
            <a:r>
              <a:rPr b="1" spc="-10" dirty="0">
                <a:solidFill>
                  <a:srgbClr val="3A8B39"/>
                </a:solidFill>
                <a:latin typeface="Calibri"/>
                <a:cs typeface="Calibri"/>
              </a:rPr>
              <a:t>Obtenir</a:t>
            </a:r>
            <a:endParaRPr>
              <a:latin typeface="Calibri"/>
              <a:cs typeface="Calibri"/>
            </a:endParaRPr>
          </a:p>
          <a:p>
            <a:pPr marL="12700">
              <a:lnSpc>
                <a:spcPts val="1980"/>
              </a:lnSpc>
              <a:defRPr/>
            </a:pPr>
            <a:r>
              <a:rPr b="1" dirty="0">
                <a:solidFill>
                  <a:srgbClr val="3A8B39"/>
                </a:solidFill>
                <a:latin typeface="Calibri"/>
                <a:cs typeface="Calibri"/>
              </a:rPr>
              <a:t>le</a:t>
            </a:r>
            <a:r>
              <a:rPr b="1" spc="-2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3A8B39"/>
                </a:solidFill>
                <a:latin typeface="Calibri"/>
                <a:cs typeface="Calibri"/>
              </a:rPr>
              <a:t>layout</a:t>
            </a:r>
            <a:endParaRPr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06398" y="4581525"/>
            <a:ext cx="998855" cy="5283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3825" marR="5080" indent="-111760">
              <a:lnSpc>
                <a:spcPts val="1800"/>
              </a:lnSpc>
              <a:spcBef>
                <a:spcPts val="459"/>
              </a:spcBef>
              <a:defRPr/>
            </a:pPr>
            <a:r>
              <a:rPr b="1" spc="-10" dirty="0">
                <a:solidFill>
                  <a:srgbClr val="3A8B39"/>
                </a:solidFill>
                <a:latin typeface="Calibri"/>
                <a:cs typeface="Calibri"/>
              </a:rPr>
              <a:t>Récupérer </a:t>
            </a:r>
            <a:r>
              <a:rPr b="1" dirty="0">
                <a:solidFill>
                  <a:srgbClr val="3A8B39"/>
                </a:solidFill>
                <a:latin typeface="Calibri"/>
                <a:cs typeface="Calibri"/>
              </a:rPr>
              <a:t>les</a:t>
            </a:r>
            <a:r>
              <a:rPr b="1" spc="-3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3A8B39"/>
                </a:solidFill>
                <a:latin typeface="Calibri"/>
                <a:cs typeface="Calibri"/>
              </a:rPr>
              <a:t>vues</a:t>
            </a:r>
            <a:endParaRPr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903207" y="2660904"/>
            <a:ext cx="1339850" cy="279564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33020" rIns="0" bIns="0" rtlCol="0">
            <a:spAutoFit/>
          </a:bodyPr>
          <a:lstStyle/>
          <a:p>
            <a:pPr algn="ctr">
              <a:spcBef>
                <a:spcPts val="260"/>
              </a:spcBef>
              <a:defRPr/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TV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43544" y="2671573"/>
            <a:ext cx="323215" cy="283411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36830" rIns="0" bIns="0" rtlCol="0">
            <a:spAutoFit/>
          </a:bodyPr>
          <a:lstStyle/>
          <a:p>
            <a:pPr marL="74930">
              <a:spcBef>
                <a:spcPts val="290"/>
              </a:spcBef>
              <a:defRPr/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IV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371458" y="1529334"/>
            <a:ext cx="6934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nameTV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429880" y="1560956"/>
            <a:ext cx="6934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flagIV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692908" y="1851660"/>
            <a:ext cx="6821170" cy="2618740"/>
            <a:chOff x="1168908" y="1851660"/>
            <a:chExt cx="6821170" cy="2618740"/>
          </a:xfrm>
        </p:grpSpPr>
        <p:sp>
          <p:nvSpPr>
            <p:cNvPr id="38" name="object 38"/>
            <p:cNvSpPr/>
            <p:nvPr/>
          </p:nvSpPr>
          <p:spPr>
            <a:xfrm>
              <a:off x="6376924" y="1851659"/>
              <a:ext cx="1612900" cy="842644"/>
            </a:xfrm>
            <a:custGeom>
              <a:avLst/>
              <a:gdLst/>
              <a:ahLst/>
              <a:cxnLst/>
              <a:rect l="l" t="t" r="r" b="b"/>
              <a:pathLst>
                <a:path w="1612900" h="842644">
                  <a:moveTo>
                    <a:pt x="121043" y="117246"/>
                  </a:moveTo>
                  <a:lnTo>
                    <a:pt x="118389" y="115633"/>
                  </a:lnTo>
                  <a:lnTo>
                    <a:pt x="118237" y="115633"/>
                  </a:lnTo>
                  <a:lnTo>
                    <a:pt x="121043" y="117246"/>
                  </a:lnTo>
                  <a:close/>
                </a:path>
                <a:path w="1612900" h="842644">
                  <a:moveTo>
                    <a:pt x="725170" y="713613"/>
                  </a:moveTo>
                  <a:lnTo>
                    <a:pt x="720344" y="705993"/>
                  </a:lnTo>
                  <a:lnTo>
                    <a:pt x="712597" y="704342"/>
                  </a:lnTo>
                  <a:lnTo>
                    <a:pt x="704850" y="702564"/>
                  </a:lnTo>
                  <a:lnTo>
                    <a:pt x="697230" y="707517"/>
                  </a:lnTo>
                  <a:lnTo>
                    <a:pt x="695579" y="715137"/>
                  </a:lnTo>
                  <a:lnTo>
                    <a:pt x="684999" y="762863"/>
                  </a:lnTo>
                  <a:lnTo>
                    <a:pt x="675386" y="737235"/>
                  </a:lnTo>
                  <a:lnTo>
                    <a:pt x="672325" y="729818"/>
                  </a:lnTo>
                  <a:lnTo>
                    <a:pt x="672325" y="813181"/>
                  </a:lnTo>
                  <a:lnTo>
                    <a:pt x="665848" y="794524"/>
                  </a:lnTo>
                  <a:lnTo>
                    <a:pt x="672211" y="812800"/>
                  </a:lnTo>
                  <a:lnTo>
                    <a:pt x="672325" y="813181"/>
                  </a:lnTo>
                  <a:lnTo>
                    <a:pt x="672325" y="729818"/>
                  </a:lnTo>
                  <a:lnTo>
                    <a:pt x="647954" y="672338"/>
                  </a:lnTo>
                  <a:lnTo>
                    <a:pt x="617347" y="609346"/>
                  </a:lnTo>
                  <a:lnTo>
                    <a:pt x="583946" y="548386"/>
                  </a:lnTo>
                  <a:lnTo>
                    <a:pt x="547370" y="489458"/>
                  </a:lnTo>
                  <a:lnTo>
                    <a:pt x="508127" y="432816"/>
                  </a:lnTo>
                  <a:lnTo>
                    <a:pt x="466090" y="378460"/>
                  </a:lnTo>
                  <a:lnTo>
                    <a:pt x="421386" y="326771"/>
                  </a:lnTo>
                  <a:lnTo>
                    <a:pt x="374142" y="277495"/>
                  </a:lnTo>
                  <a:lnTo>
                    <a:pt x="324485" y="231013"/>
                  </a:lnTo>
                  <a:lnTo>
                    <a:pt x="272415" y="187198"/>
                  </a:lnTo>
                  <a:lnTo>
                    <a:pt x="218173" y="146431"/>
                  </a:lnTo>
                  <a:lnTo>
                    <a:pt x="161671" y="108585"/>
                  </a:lnTo>
                  <a:lnTo>
                    <a:pt x="103251" y="74041"/>
                  </a:lnTo>
                  <a:lnTo>
                    <a:pt x="42799" y="42672"/>
                  </a:lnTo>
                  <a:lnTo>
                    <a:pt x="12065" y="28321"/>
                  </a:lnTo>
                  <a:lnTo>
                    <a:pt x="0" y="54356"/>
                  </a:lnTo>
                  <a:lnTo>
                    <a:pt x="29057" y="67741"/>
                  </a:lnTo>
                  <a:lnTo>
                    <a:pt x="60299" y="83439"/>
                  </a:lnTo>
                  <a:lnTo>
                    <a:pt x="87553" y="97955"/>
                  </a:lnTo>
                  <a:lnTo>
                    <a:pt x="87693" y="98044"/>
                  </a:lnTo>
                  <a:lnTo>
                    <a:pt x="89204" y="98920"/>
                  </a:lnTo>
                  <a:lnTo>
                    <a:pt x="89547" y="99110"/>
                  </a:lnTo>
                  <a:lnTo>
                    <a:pt x="118389" y="115633"/>
                  </a:lnTo>
                  <a:lnTo>
                    <a:pt x="121043" y="117246"/>
                  </a:lnTo>
                  <a:lnTo>
                    <a:pt x="144094" y="131305"/>
                  </a:lnTo>
                  <a:lnTo>
                    <a:pt x="201231" y="169418"/>
                  </a:lnTo>
                  <a:lnTo>
                    <a:pt x="228180" y="189153"/>
                  </a:lnTo>
                  <a:lnTo>
                    <a:pt x="229870" y="190385"/>
                  </a:lnTo>
                  <a:lnTo>
                    <a:pt x="278879" y="229400"/>
                  </a:lnTo>
                  <a:lnTo>
                    <a:pt x="330365" y="274993"/>
                  </a:lnTo>
                  <a:lnTo>
                    <a:pt x="377545" y="321691"/>
                  </a:lnTo>
                  <a:lnTo>
                    <a:pt x="422211" y="370890"/>
                  </a:lnTo>
                  <a:lnTo>
                    <a:pt x="422440" y="371055"/>
                  </a:lnTo>
                  <a:lnTo>
                    <a:pt x="463791" y="421601"/>
                  </a:lnTo>
                  <a:lnTo>
                    <a:pt x="503428" y="475335"/>
                  </a:lnTo>
                  <a:lnTo>
                    <a:pt x="542226" y="534492"/>
                  </a:lnTo>
                  <a:lnTo>
                    <a:pt x="559104" y="562660"/>
                  </a:lnTo>
                  <a:lnTo>
                    <a:pt x="559358" y="562965"/>
                  </a:lnTo>
                  <a:lnTo>
                    <a:pt x="568236" y="578612"/>
                  </a:lnTo>
                  <a:lnTo>
                    <a:pt x="575881" y="592264"/>
                  </a:lnTo>
                  <a:lnTo>
                    <a:pt x="576110" y="592556"/>
                  </a:lnTo>
                  <a:lnTo>
                    <a:pt x="592074" y="622579"/>
                  </a:lnTo>
                  <a:lnTo>
                    <a:pt x="601116" y="640588"/>
                  </a:lnTo>
                  <a:lnTo>
                    <a:pt x="607288" y="652995"/>
                  </a:lnTo>
                  <a:lnTo>
                    <a:pt x="607466" y="653275"/>
                  </a:lnTo>
                  <a:lnTo>
                    <a:pt x="621779" y="684022"/>
                  </a:lnTo>
                  <a:lnTo>
                    <a:pt x="635419" y="715137"/>
                  </a:lnTo>
                  <a:lnTo>
                    <a:pt x="648995" y="748309"/>
                  </a:lnTo>
                  <a:lnTo>
                    <a:pt x="655980" y="767092"/>
                  </a:lnTo>
                  <a:lnTo>
                    <a:pt x="658939" y="775055"/>
                  </a:lnTo>
                  <a:lnTo>
                    <a:pt x="655980" y="767092"/>
                  </a:lnTo>
                  <a:lnTo>
                    <a:pt x="617982" y="732917"/>
                  </a:lnTo>
                  <a:lnTo>
                    <a:pt x="608838" y="733298"/>
                  </a:lnTo>
                  <a:lnTo>
                    <a:pt x="603631" y="739267"/>
                  </a:lnTo>
                  <a:lnTo>
                    <a:pt x="598297" y="745109"/>
                  </a:lnTo>
                  <a:lnTo>
                    <a:pt x="598805" y="754126"/>
                  </a:lnTo>
                  <a:lnTo>
                    <a:pt x="696595" y="842137"/>
                  </a:lnTo>
                  <a:lnTo>
                    <a:pt x="701598" y="819531"/>
                  </a:lnTo>
                  <a:lnTo>
                    <a:pt x="723392" y="721360"/>
                  </a:lnTo>
                  <a:lnTo>
                    <a:pt x="725170" y="713613"/>
                  </a:lnTo>
                  <a:close/>
                </a:path>
                <a:path w="1612900" h="842644">
                  <a:moveTo>
                    <a:pt x="951052" y="56692"/>
                  </a:moveTo>
                  <a:lnTo>
                    <a:pt x="947953" y="55029"/>
                  </a:lnTo>
                  <a:lnTo>
                    <a:pt x="947737" y="55029"/>
                  </a:lnTo>
                  <a:lnTo>
                    <a:pt x="951052" y="56692"/>
                  </a:lnTo>
                  <a:close/>
                </a:path>
                <a:path w="1612900" h="842644">
                  <a:moveTo>
                    <a:pt x="1355242" y="398526"/>
                  </a:moveTo>
                  <a:lnTo>
                    <a:pt x="1352511" y="394893"/>
                  </a:lnTo>
                  <a:lnTo>
                    <a:pt x="1352181" y="394677"/>
                  </a:lnTo>
                  <a:lnTo>
                    <a:pt x="1355242" y="398526"/>
                  </a:lnTo>
                  <a:close/>
                </a:path>
                <a:path w="1612900" h="842644">
                  <a:moveTo>
                    <a:pt x="1612646" y="685800"/>
                  </a:moveTo>
                  <a:lnTo>
                    <a:pt x="1607693" y="678180"/>
                  </a:lnTo>
                  <a:lnTo>
                    <a:pt x="1600657" y="676656"/>
                  </a:lnTo>
                  <a:lnTo>
                    <a:pt x="1592326" y="674751"/>
                  </a:lnTo>
                  <a:lnTo>
                    <a:pt x="1584706" y="679704"/>
                  </a:lnTo>
                  <a:lnTo>
                    <a:pt x="1582928" y="687324"/>
                  </a:lnTo>
                  <a:lnTo>
                    <a:pt x="1572361" y="735012"/>
                  </a:lnTo>
                  <a:lnTo>
                    <a:pt x="1562862" y="709422"/>
                  </a:lnTo>
                  <a:lnTo>
                    <a:pt x="1559801" y="701903"/>
                  </a:lnTo>
                  <a:lnTo>
                    <a:pt x="1559801" y="785368"/>
                  </a:lnTo>
                  <a:lnTo>
                    <a:pt x="1552422" y="764146"/>
                  </a:lnTo>
                  <a:lnTo>
                    <a:pt x="1559687" y="784987"/>
                  </a:lnTo>
                  <a:lnTo>
                    <a:pt x="1559801" y="785368"/>
                  </a:lnTo>
                  <a:lnTo>
                    <a:pt x="1559801" y="701903"/>
                  </a:lnTo>
                  <a:lnTo>
                    <a:pt x="1535303" y="644525"/>
                  </a:lnTo>
                  <a:lnTo>
                    <a:pt x="1504950" y="581406"/>
                  </a:lnTo>
                  <a:lnTo>
                    <a:pt x="1471422" y="520319"/>
                  </a:lnTo>
                  <a:lnTo>
                    <a:pt x="1434973" y="461518"/>
                  </a:lnTo>
                  <a:lnTo>
                    <a:pt x="1395603" y="404749"/>
                  </a:lnTo>
                  <a:lnTo>
                    <a:pt x="1353566" y="350393"/>
                  </a:lnTo>
                  <a:lnTo>
                    <a:pt x="1308989" y="298577"/>
                  </a:lnTo>
                  <a:lnTo>
                    <a:pt x="1261745" y="249301"/>
                  </a:lnTo>
                  <a:lnTo>
                    <a:pt x="1212088" y="202819"/>
                  </a:lnTo>
                  <a:lnTo>
                    <a:pt x="1160018" y="158877"/>
                  </a:lnTo>
                  <a:lnTo>
                    <a:pt x="1105789" y="118237"/>
                  </a:lnTo>
                  <a:lnTo>
                    <a:pt x="1049401" y="80264"/>
                  </a:lnTo>
                  <a:lnTo>
                    <a:pt x="990981" y="45720"/>
                  </a:lnTo>
                  <a:lnTo>
                    <a:pt x="930529" y="14351"/>
                  </a:lnTo>
                  <a:lnTo>
                    <a:pt x="899795" y="0"/>
                  </a:lnTo>
                  <a:lnTo>
                    <a:pt x="887603" y="25908"/>
                  </a:lnTo>
                  <a:lnTo>
                    <a:pt x="916482" y="39344"/>
                  </a:lnTo>
                  <a:lnTo>
                    <a:pt x="947953" y="55029"/>
                  </a:lnTo>
                  <a:lnTo>
                    <a:pt x="951052" y="56692"/>
                  </a:lnTo>
                  <a:lnTo>
                    <a:pt x="974699" y="69392"/>
                  </a:lnTo>
                  <a:lnTo>
                    <a:pt x="977214" y="70815"/>
                  </a:lnTo>
                  <a:lnTo>
                    <a:pt x="1006551" y="87515"/>
                  </a:lnTo>
                  <a:lnTo>
                    <a:pt x="1031875" y="103085"/>
                  </a:lnTo>
                  <a:lnTo>
                    <a:pt x="1034224" y="104609"/>
                  </a:lnTo>
                  <a:lnTo>
                    <a:pt x="1061872" y="122542"/>
                  </a:lnTo>
                  <a:lnTo>
                    <a:pt x="1084529" y="138176"/>
                  </a:lnTo>
                  <a:lnTo>
                    <a:pt x="1089113" y="141414"/>
                  </a:lnTo>
                  <a:lnTo>
                    <a:pt x="1089418" y="141566"/>
                  </a:lnTo>
                  <a:lnTo>
                    <a:pt x="1115174" y="160426"/>
                  </a:lnTo>
                  <a:lnTo>
                    <a:pt x="1141247" y="180467"/>
                  </a:lnTo>
                  <a:lnTo>
                    <a:pt x="1142123" y="181203"/>
                  </a:lnTo>
                  <a:lnTo>
                    <a:pt x="1142517" y="181444"/>
                  </a:lnTo>
                  <a:lnTo>
                    <a:pt x="1163612" y="198742"/>
                  </a:lnTo>
                  <a:lnTo>
                    <a:pt x="1168057" y="202565"/>
                  </a:lnTo>
                  <a:lnTo>
                    <a:pt x="1191348" y="222618"/>
                  </a:lnTo>
                  <a:lnTo>
                    <a:pt x="1192834" y="223989"/>
                  </a:lnTo>
                  <a:lnTo>
                    <a:pt x="1217930" y="246761"/>
                  </a:lnTo>
                  <a:lnTo>
                    <a:pt x="1265148" y="293624"/>
                  </a:lnTo>
                  <a:lnTo>
                    <a:pt x="1309370" y="342176"/>
                  </a:lnTo>
                  <a:lnTo>
                    <a:pt x="1352511" y="394893"/>
                  </a:lnTo>
                  <a:lnTo>
                    <a:pt x="1355242" y="398526"/>
                  </a:lnTo>
                  <a:lnTo>
                    <a:pt x="1371358" y="419950"/>
                  </a:lnTo>
                  <a:lnTo>
                    <a:pt x="1392351" y="449402"/>
                  </a:lnTo>
                  <a:lnTo>
                    <a:pt x="1427607" y="503072"/>
                  </a:lnTo>
                  <a:lnTo>
                    <a:pt x="1461833" y="561301"/>
                  </a:lnTo>
                  <a:lnTo>
                    <a:pt x="1488655" y="612775"/>
                  </a:lnTo>
                  <a:lnTo>
                    <a:pt x="1510118" y="658037"/>
                  </a:lnTo>
                  <a:lnTo>
                    <a:pt x="1536420" y="720686"/>
                  </a:lnTo>
                  <a:lnTo>
                    <a:pt x="1543405" y="739279"/>
                  </a:lnTo>
                  <a:lnTo>
                    <a:pt x="1547075" y="749058"/>
                  </a:lnTo>
                  <a:lnTo>
                    <a:pt x="1543405" y="739279"/>
                  </a:lnTo>
                  <a:lnTo>
                    <a:pt x="1511300" y="710311"/>
                  </a:lnTo>
                  <a:lnTo>
                    <a:pt x="1505331" y="705104"/>
                  </a:lnTo>
                  <a:lnTo>
                    <a:pt x="1496314" y="705485"/>
                  </a:lnTo>
                  <a:lnTo>
                    <a:pt x="1491107" y="711454"/>
                  </a:lnTo>
                  <a:lnTo>
                    <a:pt x="1485773" y="717296"/>
                  </a:lnTo>
                  <a:lnTo>
                    <a:pt x="1486281" y="726313"/>
                  </a:lnTo>
                  <a:lnTo>
                    <a:pt x="1584071" y="814324"/>
                  </a:lnTo>
                  <a:lnTo>
                    <a:pt x="1589074" y="791718"/>
                  </a:lnTo>
                  <a:lnTo>
                    <a:pt x="1610868" y="693547"/>
                  </a:lnTo>
                  <a:lnTo>
                    <a:pt x="1612646" y="6858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87958" y="3451098"/>
              <a:ext cx="152400" cy="1000125"/>
            </a:xfrm>
            <a:custGeom>
              <a:avLst/>
              <a:gdLst/>
              <a:ahLst/>
              <a:cxnLst/>
              <a:rect l="l" t="t" r="r" b="b"/>
              <a:pathLst>
                <a:path w="152400" h="1000125">
                  <a:moveTo>
                    <a:pt x="152400" y="999744"/>
                  </a:moveTo>
                  <a:lnTo>
                    <a:pt x="122759" y="992745"/>
                  </a:lnTo>
                  <a:lnTo>
                    <a:pt x="98536" y="973661"/>
                  </a:lnTo>
                  <a:lnTo>
                    <a:pt x="82194" y="945362"/>
                  </a:lnTo>
                  <a:lnTo>
                    <a:pt x="76200" y="910716"/>
                  </a:lnTo>
                  <a:lnTo>
                    <a:pt x="76200" y="588899"/>
                  </a:lnTo>
                  <a:lnTo>
                    <a:pt x="70212" y="554253"/>
                  </a:lnTo>
                  <a:lnTo>
                    <a:pt x="53882" y="525954"/>
                  </a:lnTo>
                  <a:lnTo>
                    <a:pt x="29662" y="506870"/>
                  </a:lnTo>
                  <a:lnTo>
                    <a:pt x="0" y="499871"/>
                  </a:lnTo>
                  <a:lnTo>
                    <a:pt x="29662" y="492873"/>
                  </a:lnTo>
                  <a:lnTo>
                    <a:pt x="53882" y="473789"/>
                  </a:lnTo>
                  <a:lnTo>
                    <a:pt x="70212" y="445490"/>
                  </a:lnTo>
                  <a:lnTo>
                    <a:pt x="76200" y="410844"/>
                  </a:lnTo>
                  <a:lnTo>
                    <a:pt x="76200" y="89026"/>
                  </a:lnTo>
                  <a:lnTo>
                    <a:pt x="82194" y="54381"/>
                  </a:lnTo>
                  <a:lnTo>
                    <a:pt x="98536" y="26082"/>
                  </a:lnTo>
                  <a:lnTo>
                    <a:pt x="122759" y="6998"/>
                  </a:lnTo>
                  <a:lnTo>
                    <a:pt x="152400" y="0"/>
                  </a:lnTo>
                </a:path>
              </a:pathLst>
            </a:custGeom>
            <a:ln w="38100">
              <a:solidFill>
                <a:srgbClr val="3BA711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24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0573" y="1338009"/>
            <a:ext cx="8377555" cy="5520055"/>
            <a:chOff x="766572" y="1338008"/>
            <a:chExt cx="8377555" cy="55200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285" y="1368376"/>
              <a:ext cx="3675131" cy="50098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716" y="1338008"/>
              <a:ext cx="3411474" cy="6301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5528" y="1383792"/>
              <a:ext cx="3526790" cy="352425"/>
            </a:xfrm>
            <a:custGeom>
              <a:avLst/>
              <a:gdLst/>
              <a:ahLst/>
              <a:cxnLst/>
              <a:rect l="l" t="t" r="r" b="b"/>
              <a:pathLst>
                <a:path w="3526790" h="352425">
                  <a:moveTo>
                    <a:pt x="3364357" y="0"/>
                  </a:moveTo>
                  <a:lnTo>
                    <a:pt x="162115" y="0"/>
                  </a:lnTo>
                  <a:lnTo>
                    <a:pt x="119018" y="5795"/>
                  </a:lnTo>
                  <a:lnTo>
                    <a:pt x="80292" y="22149"/>
                  </a:lnTo>
                  <a:lnTo>
                    <a:pt x="47482" y="47513"/>
                  </a:lnTo>
                  <a:lnTo>
                    <a:pt x="22133" y="80339"/>
                  </a:lnTo>
                  <a:lnTo>
                    <a:pt x="5790" y="119077"/>
                  </a:lnTo>
                  <a:lnTo>
                    <a:pt x="0" y="162179"/>
                  </a:lnTo>
                  <a:lnTo>
                    <a:pt x="0" y="352044"/>
                  </a:lnTo>
                  <a:lnTo>
                    <a:pt x="3526536" y="352044"/>
                  </a:lnTo>
                  <a:lnTo>
                    <a:pt x="3526536" y="162179"/>
                  </a:lnTo>
                  <a:lnTo>
                    <a:pt x="3520740" y="119077"/>
                  </a:lnTo>
                  <a:lnTo>
                    <a:pt x="3504386" y="80339"/>
                  </a:lnTo>
                  <a:lnTo>
                    <a:pt x="3479022" y="47513"/>
                  </a:lnTo>
                  <a:lnTo>
                    <a:pt x="3446196" y="22149"/>
                  </a:lnTo>
                  <a:lnTo>
                    <a:pt x="3407458" y="5795"/>
                  </a:lnTo>
                  <a:lnTo>
                    <a:pt x="3364357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6572" y="1706867"/>
              <a:ext cx="8149590" cy="471601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580" y="1761743"/>
              <a:ext cx="8079485" cy="469315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95528" y="1735836"/>
              <a:ext cx="7973695" cy="4540250"/>
            </a:xfrm>
            <a:custGeom>
              <a:avLst/>
              <a:gdLst/>
              <a:ahLst/>
              <a:cxnLst/>
              <a:rect l="l" t="t" r="r" b="b"/>
              <a:pathLst>
                <a:path w="7973695" h="4540250">
                  <a:moveTo>
                    <a:pt x="7664704" y="0"/>
                  </a:moveTo>
                  <a:lnTo>
                    <a:pt x="0" y="0"/>
                  </a:lnTo>
                  <a:lnTo>
                    <a:pt x="0" y="4231182"/>
                  </a:lnTo>
                  <a:lnTo>
                    <a:pt x="3348" y="4276815"/>
                  </a:lnTo>
                  <a:lnTo>
                    <a:pt x="13075" y="4320370"/>
                  </a:lnTo>
                  <a:lnTo>
                    <a:pt x="28702" y="4361368"/>
                  </a:lnTo>
                  <a:lnTo>
                    <a:pt x="49752" y="4399332"/>
                  </a:lnTo>
                  <a:lnTo>
                    <a:pt x="75748" y="4433785"/>
                  </a:lnTo>
                  <a:lnTo>
                    <a:pt x="106210" y="4464247"/>
                  </a:lnTo>
                  <a:lnTo>
                    <a:pt x="140663" y="4490243"/>
                  </a:lnTo>
                  <a:lnTo>
                    <a:pt x="178627" y="4511293"/>
                  </a:lnTo>
                  <a:lnTo>
                    <a:pt x="219625" y="4526920"/>
                  </a:lnTo>
                  <a:lnTo>
                    <a:pt x="263180" y="4536647"/>
                  </a:lnTo>
                  <a:lnTo>
                    <a:pt x="308813" y="4539996"/>
                  </a:lnTo>
                  <a:lnTo>
                    <a:pt x="7973568" y="4539996"/>
                  </a:lnTo>
                  <a:lnTo>
                    <a:pt x="7973568" y="308863"/>
                  </a:lnTo>
                  <a:lnTo>
                    <a:pt x="7970218" y="263226"/>
                  </a:lnTo>
                  <a:lnTo>
                    <a:pt x="7960489" y="219667"/>
                  </a:lnTo>
                  <a:lnTo>
                    <a:pt x="7944858" y="178663"/>
                  </a:lnTo>
                  <a:lnTo>
                    <a:pt x="7923803" y="140693"/>
                  </a:lnTo>
                  <a:lnTo>
                    <a:pt x="7897802" y="106234"/>
                  </a:lnTo>
                  <a:lnTo>
                    <a:pt x="7867333" y="75765"/>
                  </a:lnTo>
                  <a:lnTo>
                    <a:pt x="7832874" y="49764"/>
                  </a:lnTo>
                  <a:lnTo>
                    <a:pt x="7794904" y="28709"/>
                  </a:lnTo>
                  <a:lnTo>
                    <a:pt x="7753900" y="13078"/>
                  </a:lnTo>
                  <a:lnTo>
                    <a:pt x="7710341" y="3349"/>
                  </a:lnTo>
                  <a:lnTo>
                    <a:pt x="7664704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00" dirty="0"/>
              <a:t> </a:t>
            </a:r>
            <a:r>
              <a:rPr dirty="0"/>
              <a:t>à</a:t>
            </a:r>
            <a:r>
              <a:rPr spc="-80" dirty="0"/>
              <a:t> </a:t>
            </a:r>
            <a:r>
              <a:rPr spc="-10" dirty="0"/>
              <a:t>adaptateur</a:t>
            </a:r>
            <a:r>
              <a:rPr spc="-85" dirty="0"/>
              <a:t> </a:t>
            </a:r>
            <a:r>
              <a:rPr spc="-10" dirty="0"/>
              <a:t>personnalisé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82572" y="683514"/>
            <a:ext cx="441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400" dirty="0">
                <a:solidFill>
                  <a:srgbClr val="3A8B39"/>
                </a:solidFill>
                <a:latin typeface="Calibri Light"/>
                <a:cs typeface="Calibri Light"/>
              </a:rPr>
              <a:t>3.c.</a:t>
            </a:r>
            <a:r>
              <a:rPr sz="2400" spc="-105" dirty="0">
                <a:solidFill>
                  <a:srgbClr val="3A8B39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Redéfinir</a:t>
            </a:r>
            <a:r>
              <a:rPr sz="2400" spc="-7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la</a:t>
            </a:r>
            <a:r>
              <a:rPr sz="2400" spc="-7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méthode</a:t>
            </a:r>
            <a:r>
              <a:rPr sz="2400" spc="-7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000" b="1" spc="-10" dirty="0">
                <a:solidFill>
                  <a:srgbClr val="252525"/>
                </a:solidFill>
                <a:latin typeface="Consolas"/>
                <a:cs typeface="Consolas"/>
              </a:rPr>
              <a:t>getView()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26476" y="2971207"/>
            <a:ext cx="1836420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0"/>
              </a:lnSpc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iewGroup</a:t>
            </a:r>
            <a:r>
              <a:rPr sz="155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parent){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45511" y="1405890"/>
            <a:ext cx="5793740" cy="24110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/java/CountryAdapter.java</a:t>
            </a:r>
            <a:endParaRPr sz="1700" dirty="0">
              <a:latin typeface="Consolas"/>
              <a:cs typeface="Consolas"/>
            </a:endParaRPr>
          </a:p>
          <a:p>
            <a:pPr marL="55880" marR="3569335">
              <a:lnSpc>
                <a:spcPts val="1700"/>
              </a:lnSpc>
              <a:spcBef>
                <a:spcPts val="1460"/>
              </a:spcBef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Activity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activity;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List</a:t>
            </a:r>
            <a:r>
              <a:rPr sz="1550" dirty="0">
                <a:latin typeface="Consolas"/>
                <a:cs typeface="Consolas"/>
              </a:rPr>
              <a:t>&lt;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Country</a:t>
            </a:r>
            <a:r>
              <a:rPr sz="1550" dirty="0">
                <a:latin typeface="Consolas"/>
                <a:cs typeface="Consolas"/>
              </a:rPr>
              <a:t>&gt;</a:t>
            </a:r>
            <a:r>
              <a:rPr sz="1550" spc="-30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items; 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550" spc="-10" dirty="0">
                <a:latin typeface="Consolas"/>
                <a:cs typeface="Consolas"/>
              </a:rPr>
              <a:t>itemResourceId;</a:t>
            </a:r>
            <a:endParaRPr sz="1550" dirty="0">
              <a:latin typeface="Consolas"/>
              <a:cs typeface="Consolas"/>
            </a:endParaRPr>
          </a:p>
          <a:p>
            <a:pPr marL="55880">
              <a:lnSpc>
                <a:spcPts val="1780"/>
              </a:lnSpc>
              <a:spcBef>
                <a:spcPts val="1515"/>
              </a:spcBef>
              <a:defRPr/>
            </a:pPr>
            <a:r>
              <a:rPr sz="1550" spc="-10" dirty="0">
                <a:solidFill>
                  <a:srgbClr val="7E7E7E"/>
                </a:solidFill>
                <a:latin typeface="Consolas"/>
                <a:cs typeface="Consolas"/>
              </a:rPr>
              <a:t>@Override</a:t>
            </a:r>
            <a:endParaRPr sz="1550" dirty="0">
              <a:latin typeface="Consolas"/>
              <a:cs typeface="Consolas"/>
            </a:endParaRPr>
          </a:p>
          <a:p>
            <a:pPr marL="55880">
              <a:lnSpc>
                <a:spcPts val="1780"/>
              </a:lnSpc>
              <a:defRPr/>
            </a:pPr>
            <a:r>
              <a:rPr sz="155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550" spc="-1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getView(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550" spc="-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position,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convertView,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spc="-50" dirty="0">
                <a:solidFill>
                  <a:srgbClr val="006FC0"/>
                </a:solidFill>
                <a:latin typeface="Consolas"/>
                <a:cs typeface="Consolas"/>
              </a:rPr>
              <a:t>V</a:t>
            </a:r>
            <a:endParaRPr sz="1550" dirty="0">
              <a:latin typeface="Consolas"/>
              <a:cs typeface="Consolas"/>
            </a:endParaRPr>
          </a:p>
          <a:p>
            <a:pPr marL="488315" marR="2489835">
              <a:lnSpc>
                <a:spcPts val="1700"/>
              </a:lnSpc>
              <a:spcBef>
                <a:spcPts val="1725"/>
              </a:spcBef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View</a:t>
            </a:r>
            <a:r>
              <a:rPr sz="155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layout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 </a:t>
            </a:r>
            <a:r>
              <a:rPr sz="1550" spc="-10" dirty="0">
                <a:latin typeface="Consolas"/>
                <a:cs typeface="Consolas"/>
              </a:rPr>
              <a:t>convertView; 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1550" spc="-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(convertView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0000FF"/>
                </a:solidFill>
                <a:latin typeface="Consolas"/>
                <a:cs typeface="Consolas"/>
              </a:rPr>
              <a:t>null</a:t>
            </a:r>
            <a:r>
              <a:rPr sz="1550" spc="-10" dirty="0">
                <a:latin typeface="Consolas"/>
                <a:cs typeface="Consolas"/>
              </a:rPr>
              <a:t>){</a:t>
            </a:r>
            <a:endParaRPr sz="1550" dirty="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46248" y="3770198"/>
            <a:ext cx="6181725" cy="47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5"/>
              </a:lnSpc>
              <a:spcBef>
                <a:spcPts val="100"/>
              </a:spcBef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LayoutInflater</a:t>
            </a:r>
            <a:r>
              <a:rPr sz="155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inflater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activity.getLayoutInflater();</a:t>
            </a:r>
            <a:endParaRPr sz="1550">
              <a:latin typeface="Consolas"/>
              <a:cs typeface="Consolas"/>
            </a:endParaRPr>
          </a:p>
          <a:p>
            <a:pPr marL="12700">
              <a:lnSpc>
                <a:spcPts val="1785"/>
              </a:lnSpc>
              <a:defRPr/>
            </a:pPr>
            <a:r>
              <a:rPr sz="1550" dirty="0">
                <a:latin typeface="Consolas"/>
                <a:cs typeface="Consolas"/>
              </a:rPr>
              <a:t>layout</a:t>
            </a:r>
            <a:r>
              <a:rPr sz="1550" spc="-4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inflater.inflate(itemResourceId,</a:t>
            </a:r>
            <a:r>
              <a:rPr sz="1550" spc="-2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parent,</a:t>
            </a:r>
            <a:r>
              <a:rPr sz="1550" spc="-25" dirty="0"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sz="1550" spc="-10" dirty="0">
                <a:latin typeface="Consolas"/>
                <a:cs typeface="Consolas"/>
              </a:rPr>
              <a:t>);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21636" y="4203572"/>
            <a:ext cx="133985" cy="25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21636" y="4634865"/>
            <a:ext cx="6938009" cy="47815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285"/>
              </a:spcBef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TextView</a:t>
            </a:r>
            <a:r>
              <a:rPr sz="155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nameTV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(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TextView</a:t>
            </a:r>
            <a:r>
              <a:rPr sz="1550" dirty="0">
                <a:latin typeface="Consolas"/>
                <a:cs typeface="Consolas"/>
              </a:rPr>
              <a:t>)</a:t>
            </a:r>
            <a:r>
              <a:rPr sz="1550" spc="-5" dirty="0"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layout.findViewById(</a:t>
            </a:r>
            <a:r>
              <a:rPr sz="1550" spc="-10" dirty="0">
                <a:solidFill>
                  <a:srgbClr val="006FC0"/>
                </a:solidFill>
                <a:latin typeface="Consolas"/>
                <a:cs typeface="Consolas"/>
              </a:rPr>
              <a:t>R</a:t>
            </a:r>
            <a:r>
              <a:rPr sz="1550" spc="-10" dirty="0">
                <a:latin typeface="Consolas"/>
                <a:cs typeface="Consolas"/>
              </a:rPr>
              <a:t>.</a:t>
            </a:r>
            <a:r>
              <a:rPr sz="1550" spc="-10" dirty="0">
                <a:solidFill>
                  <a:srgbClr val="006FC0"/>
                </a:solidFill>
                <a:latin typeface="Consolas"/>
                <a:cs typeface="Consolas"/>
              </a:rPr>
              <a:t>id</a:t>
            </a:r>
            <a:r>
              <a:rPr sz="1550" spc="-10" dirty="0">
                <a:latin typeface="Consolas"/>
                <a:cs typeface="Consolas"/>
              </a:rPr>
              <a:t>.nameTV); 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ImageView</a:t>
            </a:r>
            <a:r>
              <a:rPr sz="155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flagIV</a:t>
            </a:r>
            <a:r>
              <a:rPr sz="1550" spc="-5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(</a:t>
            </a: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ImageView</a:t>
            </a:r>
            <a:r>
              <a:rPr sz="1550" dirty="0">
                <a:latin typeface="Consolas"/>
                <a:cs typeface="Consolas"/>
              </a:rPr>
              <a:t>) </a:t>
            </a:r>
            <a:r>
              <a:rPr sz="1550" spc="-10" dirty="0">
                <a:latin typeface="Consolas"/>
                <a:cs typeface="Consolas"/>
              </a:rPr>
              <a:t>layout.findViewById(</a:t>
            </a:r>
            <a:r>
              <a:rPr sz="1550" spc="-10" dirty="0">
                <a:solidFill>
                  <a:srgbClr val="006FC0"/>
                </a:solidFill>
                <a:latin typeface="Consolas"/>
                <a:cs typeface="Consolas"/>
              </a:rPr>
              <a:t>R</a:t>
            </a:r>
            <a:r>
              <a:rPr sz="1550" spc="-10" dirty="0">
                <a:latin typeface="Consolas"/>
                <a:cs typeface="Consolas"/>
              </a:rPr>
              <a:t>.</a:t>
            </a:r>
            <a:r>
              <a:rPr sz="1550" spc="-10" dirty="0">
                <a:solidFill>
                  <a:srgbClr val="006FC0"/>
                </a:solidFill>
                <a:latin typeface="Consolas"/>
                <a:cs typeface="Consolas"/>
              </a:rPr>
              <a:t>id</a:t>
            </a:r>
            <a:r>
              <a:rPr sz="1550" spc="-10" dirty="0">
                <a:latin typeface="Consolas"/>
                <a:cs typeface="Consolas"/>
              </a:rPr>
              <a:t>.flagIV);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21636" y="5282947"/>
            <a:ext cx="6506845" cy="69278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ct val="91300"/>
              </a:lnSpc>
              <a:spcBef>
                <a:spcPts val="259"/>
              </a:spcBef>
              <a:defRPr/>
            </a:pPr>
            <a:r>
              <a:rPr sz="1550" spc="-10" dirty="0">
                <a:latin typeface="Consolas"/>
                <a:cs typeface="Consolas"/>
              </a:rPr>
              <a:t>nameTV</a:t>
            </a:r>
            <a:r>
              <a:rPr sz="155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.setText(items.get(position).name);</a:t>
            </a:r>
            <a:r>
              <a:rPr sz="1550" spc="-10" dirty="0">
                <a:latin typeface="Consolas"/>
                <a:cs typeface="Consolas"/>
              </a:rPr>
              <a:t> flagIV</a:t>
            </a:r>
            <a:r>
              <a:rPr sz="155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.setImageResource(items.get(position).flagResourceId);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55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layout;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88794" y="5930595"/>
            <a:ext cx="133985" cy="25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defRPr/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>
              <a:latin typeface="Consolas"/>
              <a:cs typeface="Consola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692908" y="1374647"/>
            <a:ext cx="7740650" cy="4409440"/>
            <a:chOff x="1168908" y="1374647"/>
            <a:chExt cx="7740650" cy="440944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33031" y="1383791"/>
              <a:ext cx="2167128" cy="20574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728460" y="1379219"/>
              <a:ext cx="2176780" cy="2066925"/>
            </a:xfrm>
            <a:custGeom>
              <a:avLst/>
              <a:gdLst/>
              <a:ahLst/>
              <a:cxnLst/>
              <a:rect l="l" t="t" r="r" b="b"/>
              <a:pathLst>
                <a:path w="2176779" h="2066925">
                  <a:moveTo>
                    <a:pt x="0" y="2066543"/>
                  </a:moveTo>
                  <a:lnTo>
                    <a:pt x="2176272" y="2066543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2066543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54011" y="2619755"/>
              <a:ext cx="1815083" cy="41300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949440" y="2615183"/>
              <a:ext cx="1824355" cy="422275"/>
            </a:xfrm>
            <a:custGeom>
              <a:avLst/>
              <a:gdLst/>
              <a:ahLst/>
              <a:cxnLst/>
              <a:rect l="l" t="t" r="r" b="b"/>
              <a:pathLst>
                <a:path w="1824354" h="422275">
                  <a:moveTo>
                    <a:pt x="0" y="422148"/>
                  </a:moveTo>
                  <a:lnTo>
                    <a:pt x="1824227" y="422148"/>
                  </a:lnTo>
                  <a:lnTo>
                    <a:pt x="1824227" y="0"/>
                  </a:lnTo>
                  <a:lnTo>
                    <a:pt x="0" y="0"/>
                  </a:lnTo>
                  <a:lnTo>
                    <a:pt x="0" y="422148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54773" y="2614422"/>
              <a:ext cx="1818639" cy="419100"/>
            </a:xfrm>
            <a:custGeom>
              <a:avLst/>
              <a:gdLst/>
              <a:ahLst/>
              <a:cxnLst/>
              <a:rect l="l" t="t" r="r" b="b"/>
              <a:pathLst>
                <a:path w="1818640" h="419100">
                  <a:moveTo>
                    <a:pt x="0" y="419100"/>
                  </a:moveTo>
                  <a:lnTo>
                    <a:pt x="1818131" y="419100"/>
                  </a:lnTo>
                  <a:lnTo>
                    <a:pt x="1818131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87958" y="3451097"/>
              <a:ext cx="152400" cy="2313940"/>
            </a:xfrm>
            <a:custGeom>
              <a:avLst/>
              <a:gdLst/>
              <a:ahLst/>
              <a:cxnLst/>
              <a:rect l="l" t="t" r="r" b="b"/>
              <a:pathLst>
                <a:path w="152400" h="2313940">
                  <a:moveTo>
                    <a:pt x="152400" y="999744"/>
                  </a:moveTo>
                  <a:lnTo>
                    <a:pt x="122759" y="992745"/>
                  </a:lnTo>
                  <a:lnTo>
                    <a:pt x="98536" y="973661"/>
                  </a:lnTo>
                  <a:lnTo>
                    <a:pt x="82194" y="945362"/>
                  </a:lnTo>
                  <a:lnTo>
                    <a:pt x="76200" y="910716"/>
                  </a:lnTo>
                  <a:lnTo>
                    <a:pt x="76200" y="588899"/>
                  </a:lnTo>
                  <a:lnTo>
                    <a:pt x="70212" y="554253"/>
                  </a:lnTo>
                  <a:lnTo>
                    <a:pt x="53882" y="525954"/>
                  </a:lnTo>
                  <a:lnTo>
                    <a:pt x="29662" y="506870"/>
                  </a:lnTo>
                  <a:lnTo>
                    <a:pt x="0" y="499871"/>
                  </a:lnTo>
                  <a:lnTo>
                    <a:pt x="29662" y="492873"/>
                  </a:lnTo>
                  <a:lnTo>
                    <a:pt x="53882" y="473789"/>
                  </a:lnTo>
                  <a:lnTo>
                    <a:pt x="70212" y="445490"/>
                  </a:lnTo>
                  <a:lnTo>
                    <a:pt x="76200" y="410844"/>
                  </a:lnTo>
                  <a:lnTo>
                    <a:pt x="76200" y="89026"/>
                  </a:lnTo>
                  <a:lnTo>
                    <a:pt x="82194" y="54381"/>
                  </a:lnTo>
                  <a:lnTo>
                    <a:pt x="98536" y="26082"/>
                  </a:lnTo>
                  <a:lnTo>
                    <a:pt x="122759" y="6998"/>
                  </a:lnTo>
                  <a:lnTo>
                    <a:pt x="152400" y="0"/>
                  </a:lnTo>
                </a:path>
                <a:path w="152400" h="2313940">
                  <a:moveTo>
                    <a:pt x="152400" y="1728215"/>
                  </a:moveTo>
                  <a:lnTo>
                    <a:pt x="122759" y="1722663"/>
                  </a:lnTo>
                  <a:lnTo>
                    <a:pt x="98536" y="1707514"/>
                  </a:lnTo>
                  <a:lnTo>
                    <a:pt x="82194" y="1685032"/>
                  </a:lnTo>
                  <a:lnTo>
                    <a:pt x="76200" y="1657477"/>
                  </a:lnTo>
                  <a:lnTo>
                    <a:pt x="76200" y="1529207"/>
                  </a:lnTo>
                  <a:lnTo>
                    <a:pt x="70212" y="1501651"/>
                  </a:lnTo>
                  <a:lnTo>
                    <a:pt x="53882" y="1479169"/>
                  </a:lnTo>
                  <a:lnTo>
                    <a:pt x="29662" y="1464020"/>
                  </a:lnTo>
                  <a:lnTo>
                    <a:pt x="0" y="1458468"/>
                  </a:lnTo>
                  <a:lnTo>
                    <a:pt x="29662" y="1452915"/>
                  </a:lnTo>
                  <a:lnTo>
                    <a:pt x="53882" y="1437767"/>
                  </a:lnTo>
                  <a:lnTo>
                    <a:pt x="70212" y="1415284"/>
                  </a:lnTo>
                  <a:lnTo>
                    <a:pt x="76200" y="1387728"/>
                  </a:lnTo>
                  <a:lnTo>
                    <a:pt x="76200" y="1259458"/>
                  </a:lnTo>
                  <a:lnTo>
                    <a:pt x="82194" y="1231903"/>
                  </a:lnTo>
                  <a:lnTo>
                    <a:pt x="98536" y="1209421"/>
                  </a:lnTo>
                  <a:lnTo>
                    <a:pt x="122759" y="1194272"/>
                  </a:lnTo>
                  <a:lnTo>
                    <a:pt x="152400" y="1188720"/>
                  </a:lnTo>
                </a:path>
                <a:path w="152400" h="2313940">
                  <a:moveTo>
                    <a:pt x="152400" y="2313432"/>
                  </a:moveTo>
                  <a:lnTo>
                    <a:pt x="122759" y="2307876"/>
                  </a:lnTo>
                  <a:lnTo>
                    <a:pt x="98536" y="2292727"/>
                  </a:lnTo>
                  <a:lnTo>
                    <a:pt x="82194" y="2270258"/>
                  </a:lnTo>
                  <a:lnTo>
                    <a:pt x="76200" y="2242743"/>
                  </a:lnTo>
                  <a:lnTo>
                    <a:pt x="76200" y="2182190"/>
                  </a:lnTo>
                  <a:lnTo>
                    <a:pt x="70212" y="2154675"/>
                  </a:lnTo>
                  <a:lnTo>
                    <a:pt x="53882" y="2132206"/>
                  </a:lnTo>
                  <a:lnTo>
                    <a:pt x="29662" y="2117057"/>
                  </a:lnTo>
                  <a:lnTo>
                    <a:pt x="0" y="2111502"/>
                  </a:lnTo>
                  <a:lnTo>
                    <a:pt x="29662" y="2105949"/>
                  </a:lnTo>
                  <a:lnTo>
                    <a:pt x="53882" y="2090801"/>
                  </a:lnTo>
                  <a:lnTo>
                    <a:pt x="70212" y="2068318"/>
                  </a:lnTo>
                  <a:lnTo>
                    <a:pt x="76200" y="2040763"/>
                  </a:lnTo>
                  <a:lnTo>
                    <a:pt x="76200" y="1980311"/>
                  </a:lnTo>
                  <a:lnTo>
                    <a:pt x="82194" y="1952755"/>
                  </a:lnTo>
                  <a:lnTo>
                    <a:pt x="98536" y="1930273"/>
                  </a:lnTo>
                  <a:lnTo>
                    <a:pt x="122759" y="1915124"/>
                  </a:lnTo>
                  <a:lnTo>
                    <a:pt x="152400" y="1909571"/>
                  </a:lnTo>
                </a:path>
              </a:pathLst>
            </a:custGeom>
            <a:ln w="38100">
              <a:solidFill>
                <a:srgbClr val="3BA711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684426" y="3736595"/>
            <a:ext cx="84328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>
              <a:lnSpc>
                <a:spcPts val="1980"/>
              </a:lnSpc>
              <a:spcBef>
                <a:spcPts val="100"/>
              </a:spcBef>
              <a:defRPr/>
            </a:pPr>
            <a:r>
              <a:rPr b="1" spc="-10" dirty="0">
                <a:solidFill>
                  <a:srgbClr val="3A8B39"/>
                </a:solidFill>
                <a:latin typeface="Calibri"/>
                <a:cs typeface="Calibri"/>
              </a:rPr>
              <a:t>Obtenir</a:t>
            </a:r>
            <a:endParaRPr>
              <a:latin typeface="Calibri"/>
              <a:cs typeface="Calibri"/>
            </a:endParaRPr>
          </a:p>
          <a:p>
            <a:pPr marL="12700">
              <a:lnSpc>
                <a:spcPts val="1980"/>
              </a:lnSpc>
              <a:defRPr/>
            </a:pPr>
            <a:r>
              <a:rPr b="1" dirty="0">
                <a:solidFill>
                  <a:srgbClr val="3A8B39"/>
                </a:solidFill>
                <a:latin typeface="Calibri"/>
                <a:cs typeface="Calibri"/>
              </a:rPr>
              <a:t>le</a:t>
            </a:r>
            <a:r>
              <a:rPr b="1" spc="-25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3A8B39"/>
                </a:solidFill>
                <a:latin typeface="Calibri"/>
                <a:cs typeface="Calibri"/>
              </a:rPr>
              <a:t>layout</a:t>
            </a:r>
            <a:endParaRPr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25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06398" y="4581525"/>
            <a:ext cx="998855" cy="5283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3825" marR="5080" indent="-111760">
              <a:lnSpc>
                <a:spcPts val="1800"/>
              </a:lnSpc>
              <a:spcBef>
                <a:spcPts val="459"/>
              </a:spcBef>
              <a:defRPr/>
            </a:pPr>
            <a:r>
              <a:rPr b="1" spc="-10" dirty="0">
                <a:solidFill>
                  <a:srgbClr val="3A8B39"/>
                </a:solidFill>
                <a:latin typeface="Calibri"/>
                <a:cs typeface="Calibri"/>
              </a:rPr>
              <a:t>Récupérer </a:t>
            </a:r>
            <a:r>
              <a:rPr b="1" dirty="0">
                <a:solidFill>
                  <a:srgbClr val="3A8B39"/>
                </a:solidFill>
                <a:latin typeface="Calibri"/>
                <a:cs typeface="Calibri"/>
              </a:rPr>
              <a:t>les</a:t>
            </a:r>
            <a:r>
              <a:rPr b="1" spc="-3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3A8B39"/>
                </a:solidFill>
                <a:latin typeface="Calibri"/>
                <a:cs typeface="Calibri"/>
              </a:rPr>
              <a:t>vues</a:t>
            </a:r>
            <a:endParaRPr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17649" y="5260340"/>
            <a:ext cx="775970" cy="5283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indent="4445">
              <a:lnSpc>
                <a:spcPts val="1800"/>
              </a:lnSpc>
              <a:spcBef>
                <a:spcPts val="459"/>
              </a:spcBef>
              <a:defRPr/>
            </a:pPr>
            <a:r>
              <a:rPr b="1" spc="-10" dirty="0">
                <a:solidFill>
                  <a:srgbClr val="3A8B39"/>
                </a:solidFill>
                <a:latin typeface="Calibri"/>
                <a:cs typeface="Calibri"/>
              </a:rPr>
              <a:t>Remplir </a:t>
            </a:r>
            <a:r>
              <a:rPr b="1" dirty="0">
                <a:solidFill>
                  <a:srgbClr val="3A8B39"/>
                </a:solidFill>
                <a:latin typeface="Calibri"/>
                <a:cs typeface="Calibri"/>
              </a:rPr>
              <a:t>les</a:t>
            </a:r>
            <a:r>
              <a:rPr b="1" spc="-30" dirty="0">
                <a:solidFill>
                  <a:srgbClr val="3A8B39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3A8B39"/>
                </a:solidFill>
                <a:latin typeface="Calibri"/>
                <a:cs typeface="Calibri"/>
              </a:rPr>
              <a:t>vues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1289050"/>
            <a:chOff x="0" y="0"/>
            <a:chExt cx="9144000" cy="1289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82168"/>
              <a:ext cx="9144000" cy="706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95883"/>
              <a:ext cx="9144000" cy="5577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778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6080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Vues</a:t>
            </a:r>
            <a:r>
              <a:rPr spc="-100" dirty="0"/>
              <a:t> </a:t>
            </a:r>
            <a:r>
              <a:rPr dirty="0"/>
              <a:t>à</a:t>
            </a:r>
            <a:r>
              <a:rPr spc="-80" dirty="0"/>
              <a:t> </a:t>
            </a:r>
            <a:r>
              <a:rPr spc="-10" dirty="0"/>
              <a:t>adaptateur</a:t>
            </a:r>
            <a:r>
              <a:rPr spc="-85" dirty="0"/>
              <a:t> </a:t>
            </a:r>
            <a:r>
              <a:rPr spc="-10" dirty="0"/>
              <a:t>personnalisé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82573" y="683514"/>
            <a:ext cx="4305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400" dirty="0">
                <a:solidFill>
                  <a:srgbClr val="3A8B39"/>
                </a:solidFill>
                <a:latin typeface="Calibri Light"/>
                <a:cs typeface="Calibri Light"/>
              </a:rPr>
              <a:t>4.</a:t>
            </a:r>
            <a:r>
              <a:rPr sz="2400" spc="-45" dirty="0">
                <a:solidFill>
                  <a:srgbClr val="3A8B39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Associer</a:t>
            </a:r>
            <a:r>
              <a:rPr sz="2400" spc="-3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alibri Light"/>
                <a:cs typeface="Calibri Light"/>
              </a:rPr>
              <a:t>l'adaptateur</a:t>
            </a:r>
            <a:r>
              <a:rPr sz="2400" spc="-3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400" dirty="0">
                <a:solidFill>
                  <a:srgbClr val="252525"/>
                </a:solidFill>
                <a:latin typeface="Calibri Light"/>
                <a:cs typeface="Calibri Light"/>
              </a:rPr>
              <a:t>au</a:t>
            </a:r>
            <a:r>
              <a:rPr sz="2400" spc="-20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sz="2000" b="1" spc="-10" dirty="0">
                <a:solidFill>
                  <a:srgbClr val="252525"/>
                </a:solidFill>
                <a:latin typeface="Consolas"/>
                <a:cs typeface="Consolas"/>
              </a:rPr>
              <a:t>Spinner</a:t>
            </a:r>
            <a:endParaRPr sz="20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69948" y="1344105"/>
            <a:ext cx="8570595" cy="5050155"/>
            <a:chOff x="345947" y="1344104"/>
            <a:chExt cx="8570595" cy="505015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610" y="3128532"/>
              <a:ext cx="3306424" cy="4995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5091" y="3096704"/>
              <a:ext cx="3173730" cy="63011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4903" y="3144012"/>
              <a:ext cx="3157855" cy="350520"/>
            </a:xfrm>
            <a:custGeom>
              <a:avLst/>
              <a:gdLst/>
              <a:ahLst/>
              <a:cxnLst/>
              <a:rect l="l" t="t" r="r" b="b"/>
              <a:pathLst>
                <a:path w="3157854" h="350520">
                  <a:moveTo>
                    <a:pt x="2996310" y="0"/>
                  </a:moveTo>
                  <a:lnTo>
                    <a:pt x="161416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20"/>
                  </a:lnTo>
                  <a:lnTo>
                    <a:pt x="3157728" y="350520"/>
                  </a:lnTo>
                  <a:lnTo>
                    <a:pt x="3157728" y="161416"/>
                  </a:lnTo>
                  <a:lnTo>
                    <a:pt x="3151962" y="118503"/>
                  </a:lnTo>
                  <a:lnTo>
                    <a:pt x="3135691" y="79944"/>
                  </a:lnTo>
                  <a:lnTo>
                    <a:pt x="3110452" y="47275"/>
                  </a:lnTo>
                  <a:lnTo>
                    <a:pt x="3077783" y="22036"/>
                  </a:lnTo>
                  <a:lnTo>
                    <a:pt x="3039224" y="5765"/>
                  </a:lnTo>
                  <a:lnTo>
                    <a:pt x="2996310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947" y="3465563"/>
              <a:ext cx="8570214" cy="287959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5571" y="3505199"/>
              <a:ext cx="7200138" cy="288874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903" y="3494531"/>
              <a:ext cx="8394700" cy="2703830"/>
            </a:xfrm>
            <a:custGeom>
              <a:avLst/>
              <a:gdLst/>
              <a:ahLst/>
              <a:cxnLst/>
              <a:rect l="l" t="t" r="r" b="b"/>
              <a:pathLst>
                <a:path w="8394700" h="2703829">
                  <a:moveTo>
                    <a:pt x="8157083" y="0"/>
                  </a:moveTo>
                  <a:lnTo>
                    <a:pt x="0" y="0"/>
                  </a:lnTo>
                  <a:lnTo>
                    <a:pt x="0" y="2466505"/>
                  </a:lnTo>
                  <a:lnTo>
                    <a:pt x="4816" y="2514281"/>
                  </a:lnTo>
                  <a:lnTo>
                    <a:pt x="18631" y="2558781"/>
                  </a:lnTo>
                  <a:lnTo>
                    <a:pt x="40489" y="2599050"/>
                  </a:lnTo>
                  <a:lnTo>
                    <a:pt x="69438" y="2634137"/>
                  </a:lnTo>
                  <a:lnTo>
                    <a:pt x="104525" y="2663086"/>
                  </a:lnTo>
                  <a:lnTo>
                    <a:pt x="144794" y="2684944"/>
                  </a:lnTo>
                  <a:lnTo>
                    <a:pt x="189294" y="2698759"/>
                  </a:lnTo>
                  <a:lnTo>
                    <a:pt x="237070" y="2703575"/>
                  </a:lnTo>
                  <a:lnTo>
                    <a:pt x="8394192" y="2703575"/>
                  </a:lnTo>
                  <a:lnTo>
                    <a:pt x="8394192" y="237108"/>
                  </a:lnTo>
                  <a:lnTo>
                    <a:pt x="8389374" y="189327"/>
                  </a:lnTo>
                  <a:lnTo>
                    <a:pt x="8375556" y="144821"/>
                  </a:lnTo>
                  <a:lnTo>
                    <a:pt x="8353693" y="104545"/>
                  </a:lnTo>
                  <a:lnTo>
                    <a:pt x="8324738" y="69453"/>
                  </a:lnTo>
                  <a:lnTo>
                    <a:pt x="8289646" y="40498"/>
                  </a:lnTo>
                  <a:lnTo>
                    <a:pt x="8249370" y="18635"/>
                  </a:lnTo>
                  <a:lnTo>
                    <a:pt x="8204864" y="4817"/>
                  </a:lnTo>
                  <a:lnTo>
                    <a:pt x="8157083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93843" y="3811904"/>
              <a:ext cx="1333500" cy="13970"/>
            </a:xfrm>
            <a:custGeom>
              <a:avLst/>
              <a:gdLst/>
              <a:ahLst/>
              <a:cxnLst/>
              <a:rect l="l" t="t" r="r" b="b"/>
              <a:pathLst>
                <a:path w="1333500" h="13970">
                  <a:moveTo>
                    <a:pt x="109715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109715" y="13716"/>
                  </a:lnTo>
                  <a:lnTo>
                    <a:pt x="109715" y="0"/>
                  </a:lnTo>
                  <a:close/>
                </a:path>
                <a:path w="1333500" h="13970">
                  <a:moveTo>
                    <a:pt x="1333500" y="0"/>
                  </a:moveTo>
                  <a:lnTo>
                    <a:pt x="443484" y="0"/>
                  </a:lnTo>
                  <a:lnTo>
                    <a:pt x="220980" y="0"/>
                  </a:lnTo>
                  <a:lnTo>
                    <a:pt x="109728" y="0"/>
                  </a:lnTo>
                  <a:lnTo>
                    <a:pt x="109728" y="13716"/>
                  </a:lnTo>
                  <a:lnTo>
                    <a:pt x="220980" y="13716"/>
                  </a:lnTo>
                  <a:lnTo>
                    <a:pt x="443484" y="13716"/>
                  </a:lnTo>
                  <a:lnTo>
                    <a:pt x="1333500" y="13716"/>
                  </a:lnTo>
                  <a:lnTo>
                    <a:pt x="13335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9651" y="1375932"/>
              <a:ext cx="4111015" cy="4995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5091" y="1344104"/>
              <a:ext cx="3888486" cy="630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74903" y="1391411"/>
              <a:ext cx="3962400" cy="350520"/>
            </a:xfrm>
            <a:custGeom>
              <a:avLst/>
              <a:gdLst/>
              <a:ahLst/>
              <a:cxnLst/>
              <a:rect l="l" t="t" r="r" b="b"/>
              <a:pathLst>
                <a:path w="3962400" h="350519">
                  <a:moveTo>
                    <a:pt x="3800983" y="0"/>
                  </a:moveTo>
                  <a:lnTo>
                    <a:pt x="161416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20"/>
                  </a:lnTo>
                  <a:lnTo>
                    <a:pt x="3962400" y="350520"/>
                  </a:lnTo>
                  <a:lnTo>
                    <a:pt x="3962400" y="161416"/>
                  </a:lnTo>
                  <a:lnTo>
                    <a:pt x="3956634" y="118503"/>
                  </a:lnTo>
                  <a:lnTo>
                    <a:pt x="3940363" y="79944"/>
                  </a:lnTo>
                  <a:lnTo>
                    <a:pt x="3915124" y="47275"/>
                  </a:lnTo>
                  <a:lnTo>
                    <a:pt x="3882455" y="22036"/>
                  </a:lnTo>
                  <a:lnTo>
                    <a:pt x="3843896" y="5765"/>
                  </a:lnTo>
                  <a:lnTo>
                    <a:pt x="3800983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5947" y="1712975"/>
              <a:ext cx="8570214" cy="13525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2523" y="1764791"/>
              <a:ext cx="4865370" cy="133426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74903" y="1741931"/>
              <a:ext cx="8394700" cy="1176655"/>
            </a:xfrm>
            <a:custGeom>
              <a:avLst/>
              <a:gdLst/>
              <a:ahLst/>
              <a:cxnLst/>
              <a:rect l="l" t="t" r="r" b="b"/>
              <a:pathLst>
                <a:path w="8394700" h="1176655">
                  <a:moveTo>
                    <a:pt x="8167370" y="0"/>
                  </a:moveTo>
                  <a:lnTo>
                    <a:pt x="0" y="0"/>
                  </a:lnTo>
                  <a:lnTo>
                    <a:pt x="0" y="949705"/>
                  </a:lnTo>
                  <a:lnTo>
                    <a:pt x="4607" y="995404"/>
                  </a:lnTo>
                  <a:lnTo>
                    <a:pt x="17822" y="1037974"/>
                  </a:lnTo>
                  <a:lnTo>
                    <a:pt x="38732" y="1076503"/>
                  </a:lnTo>
                  <a:lnTo>
                    <a:pt x="66425" y="1110075"/>
                  </a:lnTo>
                  <a:lnTo>
                    <a:pt x="99990" y="1137777"/>
                  </a:lnTo>
                  <a:lnTo>
                    <a:pt x="138515" y="1158696"/>
                  </a:lnTo>
                  <a:lnTo>
                    <a:pt x="181088" y="1171917"/>
                  </a:lnTo>
                  <a:lnTo>
                    <a:pt x="226796" y="1176527"/>
                  </a:lnTo>
                  <a:lnTo>
                    <a:pt x="8394192" y="1176527"/>
                  </a:lnTo>
                  <a:lnTo>
                    <a:pt x="8394192" y="226821"/>
                  </a:lnTo>
                  <a:lnTo>
                    <a:pt x="8389581" y="181123"/>
                  </a:lnTo>
                  <a:lnTo>
                    <a:pt x="8376360" y="138553"/>
                  </a:lnTo>
                  <a:lnTo>
                    <a:pt x="8355441" y="100024"/>
                  </a:lnTo>
                  <a:lnTo>
                    <a:pt x="8327739" y="66452"/>
                  </a:lnTo>
                  <a:lnTo>
                    <a:pt x="8294167" y="38750"/>
                  </a:lnTo>
                  <a:lnTo>
                    <a:pt x="8255638" y="17831"/>
                  </a:lnTo>
                  <a:lnTo>
                    <a:pt x="8213068" y="4610"/>
                  </a:lnTo>
                  <a:lnTo>
                    <a:pt x="8167370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024888" y="1412240"/>
            <a:ext cx="6829425" cy="4781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/res/layout/activity_main.xml</a:t>
            </a:r>
            <a:endParaRPr sz="1700">
              <a:latin typeface="Consolas"/>
              <a:cs typeface="Consolas"/>
            </a:endParaRPr>
          </a:p>
          <a:p>
            <a:pPr marL="31115">
              <a:spcBef>
                <a:spcPts val="1245"/>
              </a:spcBef>
              <a:defRPr/>
            </a:pP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&lt;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Spinner</a:t>
            </a:r>
            <a:endParaRPr sz="1600">
              <a:latin typeface="Consolas"/>
              <a:cs typeface="Consolas"/>
            </a:endParaRPr>
          </a:p>
          <a:p>
            <a:pPr marL="476884" marR="2341880">
              <a:defRPr/>
            </a:pPr>
            <a:r>
              <a:rPr sz="1600" spc="-10" dirty="0">
                <a:latin typeface="Consolas"/>
                <a:cs typeface="Consolas"/>
              </a:rPr>
              <a:t>android:layout_width=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"match_parent" </a:t>
            </a:r>
            <a:r>
              <a:rPr sz="1600" spc="-10" dirty="0">
                <a:latin typeface="Consolas"/>
                <a:cs typeface="Consolas"/>
              </a:rPr>
              <a:t>android:layout_height=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"wrap_content" </a:t>
            </a:r>
            <a:r>
              <a:rPr sz="1600" spc="-10" dirty="0">
                <a:latin typeface="Consolas"/>
                <a:cs typeface="Consolas"/>
              </a:rPr>
              <a:t>android:id=</a:t>
            </a:r>
            <a:r>
              <a:rPr sz="1600" spc="-10" dirty="0">
                <a:solidFill>
                  <a:srgbClr val="C55A11"/>
                </a:solidFill>
                <a:latin typeface="Consolas"/>
                <a:cs typeface="Consolas"/>
              </a:rPr>
              <a:t>"@+id/spinner"</a:t>
            </a:r>
            <a:r>
              <a:rPr sz="1600" spc="-10" dirty="0">
                <a:solidFill>
                  <a:srgbClr val="0000FF"/>
                </a:solidFill>
                <a:latin typeface="Consolas"/>
                <a:cs typeface="Consolas"/>
              </a:rPr>
              <a:t>/&gt;</a:t>
            </a:r>
            <a:endParaRPr sz="1600">
              <a:latin typeface="Consolas"/>
              <a:cs typeface="Consolas"/>
            </a:endParaRPr>
          </a:p>
          <a:p>
            <a:pPr>
              <a:spcBef>
                <a:spcPts val="960"/>
              </a:spcBef>
              <a:defRPr/>
            </a:pPr>
            <a:endParaRPr sz="1600">
              <a:latin typeface="Consolas"/>
              <a:cs typeface="Consolas"/>
            </a:endParaRPr>
          </a:p>
          <a:p>
            <a:pPr marL="12700"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/java/MainActivity.java</a:t>
            </a:r>
            <a:endParaRPr sz="1700">
              <a:latin typeface="Consolas"/>
              <a:cs typeface="Consolas"/>
            </a:endParaRPr>
          </a:p>
          <a:p>
            <a:pPr marL="34290">
              <a:lnSpc>
                <a:spcPts val="1860"/>
              </a:lnSpc>
              <a:spcBef>
                <a:spcPts val="1155"/>
              </a:spcBef>
              <a:defRPr/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Spinner</a:t>
            </a:r>
            <a:r>
              <a:rPr sz="16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spinner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Spinner</a:t>
            </a:r>
            <a:r>
              <a:rPr sz="1600" dirty="0">
                <a:latin typeface="Consolas"/>
                <a:cs typeface="Consolas"/>
              </a:rPr>
              <a:t>)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findViewById(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R</a:t>
            </a:r>
            <a:r>
              <a:rPr sz="1600" spc="-10" dirty="0">
                <a:latin typeface="Consolas"/>
                <a:cs typeface="Consolas"/>
              </a:rPr>
              <a:t>.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id</a:t>
            </a:r>
            <a:r>
              <a:rPr sz="1600" spc="-10" dirty="0">
                <a:latin typeface="Consolas"/>
                <a:cs typeface="Consolas"/>
              </a:rPr>
              <a:t>.spinner);</a:t>
            </a:r>
            <a:endParaRPr sz="1600">
              <a:latin typeface="Consolas"/>
              <a:cs typeface="Consolas"/>
            </a:endParaRPr>
          </a:p>
          <a:p>
            <a:pPr marL="34290">
              <a:lnSpc>
                <a:spcPts val="1800"/>
              </a:lnSpc>
              <a:defRPr/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34290">
              <a:lnSpc>
                <a:spcPts val="1800"/>
              </a:lnSpc>
              <a:defRPr/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List</a:t>
            </a:r>
            <a:r>
              <a:rPr sz="1600" dirty="0"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Country</a:t>
            </a:r>
            <a:r>
              <a:rPr sz="1600" dirty="0">
                <a:latin typeface="Consolas"/>
                <a:cs typeface="Consolas"/>
              </a:rPr>
              <a:t>&gt;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items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600" spc="-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ArrayList</a:t>
            </a:r>
            <a:r>
              <a:rPr sz="1600" spc="-10" dirty="0">
                <a:latin typeface="Consolas"/>
                <a:cs typeface="Consolas"/>
              </a:rPr>
              <a:t>&lt;&gt;();</a:t>
            </a:r>
            <a:endParaRPr sz="1600">
              <a:latin typeface="Consolas"/>
              <a:cs typeface="Consolas"/>
            </a:endParaRPr>
          </a:p>
          <a:p>
            <a:pPr marL="34290">
              <a:lnSpc>
                <a:spcPts val="1860"/>
              </a:lnSpc>
              <a:defRPr/>
            </a:pPr>
            <a:r>
              <a:rPr sz="1600" dirty="0">
                <a:latin typeface="Consolas"/>
                <a:cs typeface="Consolas"/>
              </a:rPr>
              <a:t>items.add(</a:t>
            </a:r>
            <a:r>
              <a:rPr sz="1600" dirty="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sz="1600" spc="-10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Country(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R</a:t>
            </a:r>
            <a:r>
              <a:rPr sz="1600" dirty="0">
                <a:latin typeface="Consolas"/>
                <a:cs typeface="Consolas"/>
              </a:rPr>
              <a:t>.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drawable</a:t>
            </a:r>
            <a:r>
              <a:rPr sz="1600" dirty="0">
                <a:latin typeface="Consolas"/>
                <a:cs typeface="Consolas"/>
              </a:rPr>
              <a:t>.flag_sweden,</a:t>
            </a:r>
            <a:r>
              <a:rPr sz="1600" spc="-9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C55A11"/>
                </a:solidFill>
                <a:latin typeface="Consolas"/>
                <a:cs typeface="Consolas"/>
              </a:rPr>
              <a:t>"Sweden"</a:t>
            </a:r>
            <a:r>
              <a:rPr sz="1600" dirty="0">
                <a:latin typeface="Consolas"/>
                <a:cs typeface="Consolas"/>
              </a:rPr>
              <a:t>));</a:t>
            </a:r>
            <a:r>
              <a:rPr sz="1600" spc="-85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34290">
              <a:lnSpc>
                <a:spcPts val="1860"/>
              </a:lnSpc>
              <a:spcBef>
                <a:spcPts val="1680"/>
              </a:spcBef>
              <a:defRPr/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CountryAdapter</a:t>
            </a:r>
            <a:r>
              <a:rPr sz="1600" spc="-6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adapter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=</a:t>
            </a:r>
            <a:endParaRPr sz="1600">
              <a:latin typeface="Consolas"/>
              <a:cs typeface="Consolas"/>
            </a:endParaRPr>
          </a:p>
          <a:p>
            <a:pPr marL="1369695">
              <a:lnSpc>
                <a:spcPts val="1800"/>
              </a:lnSpc>
              <a:defRPr/>
            </a:pPr>
            <a:r>
              <a:rPr sz="1600" u="sng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new</a:t>
            </a:r>
            <a:r>
              <a:rPr sz="1600" u="sng" spc="-35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 </a:t>
            </a:r>
            <a:r>
              <a:rPr sz="160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CountryAdapter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(</a:t>
            </a:r>
            <a:r>
              <a:rPr sz="160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MainActivity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this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,</a:t>
            </a:r>
            <a:endParaRPr sz="1600">
              <a:latin typeface="Consolas"/>
              <a:cs typeface="Consolas"/>
            </a:endParaRPr>
          </a:p>
          <a:p>
            <a:pPr marL="3481070" marR="894080">
              <a:lnSpc>
                <a:spcPts val="1800"/>
              </a:lnSpc>
              <a:spcBef>
                <a:spcPts val="100"/>
              </a:spcBef>
              <a:defRPr/>
            </a:pPr>
            <a:r>
              <a:rPr sz="160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R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</a:t>
            </a:r>
            <a:r>
              <a:rPr sz="1600" u="sng" spc="-10" dirty="0">
                <a:solidFill>
                  <a:srgbClr val="006FC0"/>
                </a:solidFill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layout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.ite</a:t>
            </a:r>
            <a:r>
              <a:rPr sz="1600" spc="-10" dirty="0">
                <a:latin typeface="Consolas"/>
                <a:cs typeface="Consolas"/>
              </a:rPr>
              <a:t>m_country, 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items</a:t>
            </a:r>
            <a:r>
              <a:rPr sz="1600" spc="-10" dirty="0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34290">
              <a:lnSpc>
                <a:spcPts val="1700"/>
              </a:lnSpc>
              <a:defRPr/>
            </a:pPr>
            <a:r>
              <a:rPr sz="1600" spc="-10" dirty="0">
                <a:latin typeface="Consolas"/>
                <a:cs typeface="Consolas"/>
              </a:rPr>
              <a:t>spinner</a:t>
            </a:r>
            <a:r>
              <a:rPr sz="1600" u="sng" spc="-10" dirty="0">
                <a:uFill>
                  <a:solidFill>
                    <a:srgbClr val="FF0000"/>
                  </a:solidFill>
                </a:uFill>
                <a:latin typeface="Consolas"/>
                <a:cs typeface="Consolas"/>
              </a:rPr>
              <a:t>.setAdapter(adapter)</a:t>
            </a:r>
            <a:r>
              <a:rPr sz="1600" spc="-10" dirty="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34290">
              <a:lnSpc>
                <a:spcPts val="1860"/>
              </a:lnSpc>
              <a:defRPr/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880096" y="1488947"/>
            <a:ext cx="2593340" cy="3839210"/>
            <a:chOff x="6356096" y="1488947"/>
            <a:chExt cx="2593340" cy="3839210"/>
          </a:xfrm>
        </p:grpSpPr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78980" y="1488947"/>
              <a:ext cx="1869948" cy="23637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215378" y="2631186"/>
              <a:ext cx="1170940" cy="256540"/>
            </a:xfrm>
            <a:custGeom>
              <a:avLst/>
              <a:gdLst/>
              <a:ahLst/>
              <a:cxnLst/>
              <a:rect l="l" t="t" r="r" b="b"/>
              <a:pathLst>
                <a:path w="1170940" h="256539">
                  <a:moveTo>
                    <a:pt x="0" y="256032"/>
                  </a:moveTo>
                  <a:lnTo>
                    <a:pt x="1170431" y="256032"/>
                  </a:lnTo>
                  <a:lnTo>
                    <a:pt x="1170431" y="0"/>
                  </a:lnTo>
                  <a:lnTo>
                    <a:pt x="0" y="0"/>
                  </a:lnTo>
                  <a:lnTo>
                    <a:pt x="0" y="256032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56096" y="2899155"/>
              <a:ext cx="1420495" cy="2428875"/>
            </a:xfrm>
            <a:custGeom>
              <a:avLst/>
              <a:gdLst/>
              <a:ahLst/>
              <a:cxnLst/>
              <a:rect l="l" t="t" r="r" b="b"/>
              <a:pathLst>
                <a:path w="1420495" h="2428875">
                  <a:moveTo>
                    <a:pt x="111184" y="2376570"/>
                  </a:moveTo>
                  <a:lnTo>
                    <a:pt x="26055" y="2395694"/>
                  </a:lnTo>
                  <a:lnTo>
                    <a:pt x="25901" y="2395694"/>
                  </a:lnTo>
                  <a:lnTo>
                    <a:pt x="0" y="2400427"/>
                  </a:lnTo>
                  <a:lnTo>
                    <a:pt x="5079" y="2428494"/>
                  </a:lnTo>
                  <a:lnTo>
                    <a:pt x="31876" y="2423668"/>
                  </a:lnTo>
                  <a:lnTo>
                    <a:pt x="117982" y="2404237"/>
                  </a:lnTo>
                  <a:lnTo>
                    <a:pt x="202183" y="2379599"/>
                  </a:lnTo>
                  <a:lnTo>
                    <a:pt x="209930" y="2376805"/>
                  </a:lnTo>
                  <a:lnTo>
                    <a:pt x="110362" y="2376805"/>
                  </a:lnTo>
                  <a:lnTo>
                    <a:pt x="111184" y="2376570"/>
                  </a:lnTo>
                  <a:close/>
                </a:path>
                <a:path w="1420495" h="2428875">
                  <a:moveTo>
                    <a:pt x="277535" y="2352421"/>
                  </a:moveTo>
                  <a:lnTo>
                    <a:pt x="193801" y="2352421"/>
                  </a:lnTo>
                  <a:lnTo>
                    <a:pt x="110362" y="2376805"/>
                  </a:lnTo>
                  <a:lnTo>
                    <a:pt x="209930" y="2376805"/>
                  </a:lnTo>
                  <a:lnTo>
                    <a:pt x="277535" y="2352421"/>
                  </a:lnTo>
                  <a:close/>
                </a:path>
                <a:path w="1420495" h="2428875">
                  <a:moveTo>
                    <a:pt x="1345940" y="56049"/>
                  </a:moveTo>
                  <a:lnTo>
                    <a:pt x="1335495" y="82415"/>
                  </a:lnTo>
                  <a:lnTo>
                    <a:pt x="1339611" y="109382"/>
                  </a:lnTo>
                  <a:lnTo>
                    <a:pt x="1339651" y="110099"/>
                  </a:lnTo>
                  <a:lnTo>
                    <a:pt x="1351133" y="213995"/>
                  </a:lnTo>
                  <a:lnTo>
                    <a:pt x="1351407" y="216283"/>
                  </a:lnTo>
                  <a:lnTo>
                    <a:pt x="1358668" y="321056"/>
                  </a:lnTo>
                  <a:lnTo>
                    <a:pt x="1358773" y="322200"/>
                  </a:lnTo>
                  <a:lnTo>
                    <a:pt x="1361948" y="427355"/>
                  </a:lnTo>
                  <a:lnTo>
                    <a:pt x="1360688" y="531172"/>
                  </a:lnTo>
                  <a:lnTo>
                    <a:pt x="1355417" y="633454"/>
                  </a:lnTo>
                  <a:lnTo>
                    <a:pt x="1345945" y="735713"/>
                  </a:lnTo>
                  <a:lnTo>
                    <a:pt x="1332592" y="835599"/>
                  </a:lnTo>
                  <a:lnTo>
                    <a:pt x="1332483" y="835783"/>
                  </a:lnTo>
                  <a:lnTo>
                    <a:pt x="1315211" y="934213"/>
                  </a:lnTo>
                  <a:lnTo>
                    <a:pt x="1294077" y="1030447"/>
                  </a:lnTo>
                  <a:lnTo>
                    <a:pt x="1269155" y="1125201"/>
                  </a:lnTo>
                  <a:lnTo>
                    <a:pt x="1240686" y="1217534"/>
                  </a:lnTo>
                  <a:lnTo>
                    <a:pt x="1240536" y="1217800"/>
                  </a:lnTo>
                  <a:lnTo>
                    <a:pt x="1208276" y="1308102"/>
                  </a:lnTo>
                  <a:lnTo>
                    <a:pt x="1172595" y="1395857"/>
                  </a:lnTo>
                  <a:lnTo>
                    <a:pt x="1133600" y="1481204"/>
                  </a:lnTo>
                  <a:lnTo>
                    <a:pt x="1091057" y="1563877"/>
                  </a:lnTo>
                  <a:lnTo>
                    <a:pt x="1045463" y="1643507"/>
                  </a:lnTo>
                  <a:lnTo>
                    <a:pt x="996567" y="1720343"/>
                  </a:lnTo>
                  <a:lnTo>
                    <a:pt x="944749" y="1793879"/>
                  </a:lnTo>
                  <a:lnTo>
                    <a:pt x="889759" y="1864109"/>
                  </a:lnTo>
                  <a:lnTo>
                    <a:pt x="831975" y="1930909"/>
                  </a:lnTo>
                  <a:lnTo>
                    <a:pt x="771266" y="1994157"/>
                  </a:lnTo>
                  <a:lnTo>
                    <a:pt x="770652" y="1994708"/>
                  </a:lnTo>
                  <a:lnTo>
                    <a:pt x="769793" y="1995538"/>
                  </a:lnTo>
                  <a:lnTo>
                    <a:pt x="708559" y="2052801"/>
                  </a:lnTo>
                  <a:lnTo>
                    <a:pt x="708111" y="2053302"/>
                  </a:lnTo>
                  <a:lnTo>
                    <a:pt x="707806" y="2053589"/>
                  </a:lnTo>
                  <a:lnTo>
                    <a:pt x="707172" y="2054094"/>
                  </a:lnTo>
                  <a:lnTo>
                    <a:pt x="641730" y="2109216"/>
                  </a:lnTo>
                  <a:lnTo>
                    <a:pt x="573020" y="2160653"/>
                  </a:lnTo>
                  <a:lnTo>
                    <a:pt x="501898" y="2208025"/>
                  </a:lnTo>
                  <a:lnTo>
                    <a:pt x="501135" y="2208450"/>
                  </a:lnTo>
                  <a:lnTo>
                    <a:pt x="500363" y="2208918"/>
                  </a:lnTo>
                  <a:lnTo>
                    <a:pt x="428244" y="2250947"/>
                  </a:lnTo>
                  <a:lnTo>
                    <a:pt x="352229" y="2289458"/>
                  </a:lnTo>
                  <a:lnTo>
                    <a:pt x="273856" y="2323459"/>
                  </a:lnTo>
                  <a:lnTo>
                    <a:pt x="273268" y="2323651"/>
                  </a:lnTo>
                  <a:lnTo>
                    <a:pt x="272369" y="2323996"/>
                  </a:lnTo>
                  <a:lnTo>
                    <a:pt x="192828" y="2352705"/>
                  </a:lnTo>
                  <a:lnTo>
                    <a:pt x="193801" y="2352421"/>
                  </a:lnTo>
                  <a:lnTo>
                    <a:pt x="277535" y="2352421"/>
                  </a:lnTo>
                  <a:lnTo>
                    <a:pt x="364108" y="2315464"/>
                  </a:lnTo>
                  <a:lnTo>
                    <a:pt x="441578" y="2276221"/>
                  </a:lnTo>
                  <a:lnTo>
                    <a:pt x="516635" y="2232533"/>
                  </a:lnTo>
                  <a:lnTo>
                    <a:pt x="589152" y="2184146"/>
                  </a:lnTo>
                  <a:lnTo>
                    <a:pt x="659129" y="2131822"/>
                  </a:lnTo>
                  <a:lnTo>
                    <a:pt x="726439" y="2075180"/>
                  </a:lnTo>
                  <a:lnTo>
                    <a:pt x="791082" y="2014728"/>
                  </a:lnTo>
                  <a:lnTo>
                    <a:pt x="852804" y="1950466"/>
                  </a:lnTo>
                  <a:lnTo>
                    <a:pt x="911605" y="1882521"/>
                  </a:lnTo>
                  <a:lnTo>
                    <a:pt x="967485" y="1811147"/>
                  </a:lnTo>
                  <a:lnTo>
                    <a:pt x="1020063" y="1736471"/>
                  </a:lnTo>
                  <a:lnTo>
                    <a:pt x="1069721" y="1658620"/>
                  </a:lnTo>
                  <a:lnTo>
                    <a:pt x="1116076" y="1577721"/>
                  </a:lnTo>
                  <a:lnTo>
                    <a:pt x="1159128" y="1494028"/>
                  </a:lnTo>
                  <a:lnTo>
                    <a:pt x="1198752" y="1407541"/>
                  </a:lnTo>
                  <a:lnTo>
                    <a:pt x="1234821" y="1318514"/>
                  </a:lnTo>
                  <a:lnTo>
                    <a:pt x="1267586" y="1227074"/>
                  </a:lnTo>
                  <a:lnTo>
                    <a:pt x="1296543" y="1133475"/>
                  </a:lnTo>
                  <a:lnTo>
                    <a:pt x="1321688" y="1037717"/>
                  </a:lnTo>
                  <a:lnTo>
                    <a:pt x="1343152" y="940054"/>
                  </a:lnTo>
                  <a:lnTo>
                    <a:pt x="1360677" y="840486"/>
                  </a:lnTo>
                  <a:lnTo>
                    <a:pt x="1374267" y="739267"/>
                  </a:lnTo>
                  <a:lnTo>
                    <a:pt x="1383919" y="636651"/>
                  </a:lnTo>
                  <a:lnTo>
                    <a:pt x="1389252" y="532638"/>
                  </a:lnTo>
                  <a:lnTo>
                    <a:pt x="1390515" y="427990"/>
                  </a:lnTo>
                  <a:lnTo>
                    <a:pt x="1390523" y="427355"/>
                  </a:lnTo>
                  <a:lnTo>
                    <a:pt x="1387415" y="323321"/>
                  </a:lnTo>
                  <a:lnTo>
                    <a:pt x="1387348" y="321056"/>
                  </a:lnTo>
                  <a:lnTo>
                    <a:pt x="1379854" y="213995"/>
                  </a:lnTo>
                  <a:lnTo>
                    <a:pt x="1368044" y="106172"/>
                  </a:lnTo>
                  <a:lnTo>
                    <a:pt x="1363802" y="78249"/>
                  </a:lnTo>
                  <a:lnTo>
                    <a:pt x="1345940" y="56049"/>
                  </a:lnTo>
                  <a:close/>
                </a:path>
                <a:path w="1420495" h="2428875">
                  <a:moveTo>
                    <a:pt x="1337436" y="0"/>
                  </a:moveTo>
                  <a:lnTo>
                    <a:pt x="1291844" y="115062"/>
                  </a:lnTo>
                  <a:lnTo>
                    <a:pt x="1288923" y="122301"/>
                  </a:lnTo>
                  <a:lnTo>
                    <a:pt x="1292478" y="130683"/>
                  </a:lnTo>
                  <a:lnTo>
                    <a:pt x="1307210" y="136525"/>
                  </a:lnTo>
                  <a:lnTo>
                    <a:pt x="1315465" y="132842"/>
                  </a:lnTo>
                  <a:lnTo>
                    <a:pt x="1318386" y="125603"/>
                  </a:lnTo>
                  <a:lnTo>
                    <a:pt x="1335495" y="82415"/>
                  </a:lnTo>
                  <a:lnTo>
                    <a:pt x="1327530" y="30226"/>
                  </a:lnTo>
                  <a:lnTo>
                    <a:pt x="1355852" y="25908"/>
                  </a:lnTo>
                  <a:lnTo>
                    <a:pt x="1358354" y="25908"/>
                  </a:lnTo>
                  <a:lnTo>
                    <a:pt x="1337436" y="0"/>
                  </a:lnTo>
                  <a:close/>
                </a:path>
                <a:path w="1420495" h="2428875">
                  <a:moveTo>
                    <a:pt x="1358354" y="25908"/>
                  </a:moveTo>
                  <a:lnTo>
                    <a:pt x="1355852" y="25908"/>
                  </a:lnTo>
                  <a:lnTo>
                    <a:pt x="1363802" y="78249"/>
                  </a:lnTo>
                  <a:lnTo>
                    <a:pt x="1392808" y="114300"/>
                  </a:lnTo>
                  <a:lnTo>
                    <a:pt x="1397761" y="120396"/>
                  </a:lnTo>
                  <a:lnTo>
                    <a:pt x="1406778" y="121412"/>
                  </a:lnTo>
                  <a:lnTo>
                    <a:pt x="1413002" y="116459"/>
                  </a:lnTo>
                  <a:lnTo>
                    <a:pt x="1419098" y="111506"/>
                  </a:lnTo>
                  <a:lnTo>
                    <a:pt x="1420113" y="102489"/>
                  </a:lnTo>
                  <a:lnTo>
                    <a:pt x="1415160" y="96266"/>
                  </a:lnTo>
                  <a:lnTo>
                    <a:pt x="1358354" y="25908"/>
                  </a:lnTo>
                  <a:close/>
                </a:path>
                <a:path w="1420495" h="2428875">
                  <a:moveTo>
                    <a:pt x="1355852" y="25908"/>
                  </a:moveTo>
                  <a:lnTo>
                    <a:pt x="1327530" y="30226"/>
                  </a:lnTo>
                  <a:lnTo>
                    <a:pt x="1335495" y="82415"/>
                  </a:lnTo>
                  <a:lnTo>
                    <a:pt x="1345940" y="56049"/>
                  </a:lnTo>
                  <a:lnTo>
                    <a:pt x="1330578" y="36957"/>
                  </a:lnTo>
                  <a:lnTo>
                    <a:pt x="1354962" y="33274"/>
                  </a:lnTo>
                  <a:lnTo>
                    <a:pt x="1356970" y="33274"/>
                  </a:lnTo>
                  <a:lnTo>
                    <a:pt x="1355852" y="25908"/>
                  </a:lnTo>
                  <a:close/>
                </a:path>
                <a:path w="1420495" h="2428875">
                  <a:moveTo>
                    <a:pt x="1356970" y="33274"/>
                  </a:moveTo>
                  <a:lnTo>
                    <a:pt x="1354962" y="33274"/>
                  </a:lnTo>
                  <a:lnTo>
                    <a:pt x="1345940" y="56049"/>
                  </a:lnTo>
                  <a:lnTo>
                    <a:pt x="1363802" y="78249"/>
                  </a:lnTo>
                  <a:lnTo>
                    <a:pt x="1356970" y="33274"/>
                  </a:lnTo>
                  <a:close/>
                </a:path>
                <a:path w="1420495" h="2428875">
                  <a:moveTo>
                    <a:pt x="1354962" y="33274"/>
                  </a:moveTo>
                  <a:lnTo>
                    <a:pt x="1330578" y="36957"/>
                  </a:lnTo>
                  <a:lnTo>
                    <a:pt x="1345940" y="56049"/>
                  </a:lnTo>
                  <a:lnTo>
                    <a:pt x="1354962" y="332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26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391" y="2556130"/>
            <a:ext cx="109537" cy="1249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3631" y="2885186"/>
            <a:ext cx="97853" cy="112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3460" y="3443097"/>
            <a:ext cx="98023" cy="112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3460" y="3752342"/>
            <a:ext cx="98023" cy="112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87067" y="1859732"/>
            <a:ext cx="5530850" cy="228727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spcBef>
                <a:spcPts val="994"/>
              </a:spcBef>
              <a:defRPr/>
            </a:pPr>
            <a:r>
              <a:rPr sz="2200" b="1" spc="-10" dirty="0">
                <a:latin typeface="Calibri"/>
                <a:cs typeface="Calibri"/>
              </a:rPr>
              <a:t>Personnalisation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l'activité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onsolas"/>
                <a:cs typeface="Consolas"/>
              </a:rPr>
              <a:t>ModulesActivity</a:t>
            </a:r>
            <a:endParaRPr sz="2000">
              <a:latin typeface="Consolas"/>
              <a:cs typeface="Consolas"/>
            </a:endParaRPr>
          </a:p>
          <a:p>
            <a:pPr marL="355600">
              <a:spcBef>
                <a:spcPts val="825"/>
              </a:spcBef>
              <a:defRPr/>
            </a:pPr>
            <a:r>
              <a:rPr sz="2000" dirty="0">
                <a:latin typeface="Calibri"/>
                <a:cs typeface="Calibri"/>
              </a:rPr>
              <a:t>Améliorer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vue</a:t>
            </a:r>
            <a:endParaRPr sz="2000">
              <a:latin typeface="Calibri"/>
              <a:cs typeface="Calibri"/>
            </a:endParaRPr>
          </a:p>
          <a:p>
            <a:pPr marL="570230">
              <a:lnSpc>
                <a:spcPts val="2050"/>
              </a:lnSpc>
              <a:spcBef>
                <a:spcPts val="295"/>
              </a:spcBef>
              <a:defRPr/>
            </a:pPr>
            <a:r>
              <a:rPr dirty="0">
                <a:latin typeface="Calibri"/>
                <a:cs typeface="Calibri"/>
              </a:rPr>
              <a:t>Création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l’entité</a:t>
            </a:r>
            <a:r>
              <a:rPr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Module</a:t>
            </a:r>
            <a:r>
              <a:rPr sz="1600" b="1" spc="-47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dirty="0">
                <a:latin typeface="Calibri"/>
                <a:cs typeface="Calibri"/>
              </a:rPr>
              <a:t>qui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contient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les</a:t>
            </a:r>
            <a:endParaRPr>
              <a:latin typeface="Calibri"/>
              <a:cs typeface="Calibri"/>
            </a:endParaRPr>
          </a:p>
          <a:p>
            <a:pPr marL="570230">
              <a:lnSpc>
                <a:spcPts val="2050"/>
              </a:lnSpc>
              <a:defRPr/>
            </a:pPr>
            <a:r>
              <a:rPr spc="-10" dirty="0">
                <a:latin typeface="Calibri"/>
                <a:cs typeface="Calibri"/>
              </a:rPr>
              <a:t>informations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d’un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module</a:t>
            </a:r>
            <a:endParaRPr>
              <a:latin typeface="Calibri"/>
              <a:cs typeface="Calibri"/>
            </a:endParaRPr>
          </a:p>
          <a:p>
            <a:pPr marL="570230">
              <a:spcBef>
                <a:spcPts val="290"/>
              </a:spcBef>
              <a:defRPr/>
            </a:pPr>
            <a:r>
              <a:rPr dirty="0">
                <a:latin typeface="Calibri"/>
                <a:cs typeface="Calibri"/>
              </a:rPr>
              <a:t>Création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la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vue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chaque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élément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item_module</a:t>
            </a:r>
            <a:endParaRPr sz="1600">
              <a:latin typeface="Consolas"/>
              <a:cs typeface="Consolas"/>
            </a:endParaRPr>
          </a:p>
          <a:p>
            <a:pPr marL="570230">
              <a:lnSpc>
                <a:spcPts val="2080"/>
              </a:lnSpc>
              <a:spcBef>
                <a:spcPts val="275"/>
              </a:spcBef>
              <a:defRPr/>
            </a:pPr>
            <a:r>
              <a:rPr dirty="0">
                <a:latin typeface="Calibri"/>
                <a:cs typeface="Calibri"/>
              </a:rPr>
              <a:t>Création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ModuleAdapter</a:t>
            </a:r>
            <a:r>
              <a:rPr sz="1600" b="1" spc="-47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dirty="0">
                <a:latin typeface="Calibri"/>
                <a:cs typeface="Calibri"/>
              </a:rPr>
              <a:t>dérivant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de</a:t>
            </a:r>
            <a:endParaRPr>
              <a:latin typeface="Calibri"/>
              <a:cs typeface="Calibri"/>
            </a:endParaRPr>
          </a:p>
          <a:p>
            <a:pPr marL="570230">
              <a:lnSpc>
                <a:spcPts val="1839"/>
              </a:lnSpc>
              <a:defRPr/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ArrayAdapter</a:t>
            </a:r>
            <a:r>
              <a:rPr sz="1600" b="1" spc="-10" dirty="0">
                <a:latin typeface="Consolas"/>
                <a:cs typeface="Consolas"/>
              </a:rPr>
              <a:t>&lt;</a:t>
            </a: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Module</a:t>
            </a:r>
            <a:r>
              <a:rPr sz="1600" b="1" spc="-10" dirty="0"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TP3b</a:t>
            </a:r>
            <a:r>
              <a:rPr spc="-60" dirty="0"/>
              <a:t> </a:t>
            </a:r>
            <a:r>
              <a:rPr dirty="0"/>
              <a:t>:</a:t>
            </a:r>
            <a:r>
              <a:rPr spc="-50" dirty="0"/>
              <a:t> </a:t>
            </a:r>
            <a:r>
              <a:rPr dirty="0"/>
              <a:t>Création</a:t>
            </a:r>
            <a:r>
              <a:rPr spc="-50" dirty="0"/>
              <a:t> </a:t>
            </a:r>
            <a:r>
              <a:rPr dirty="0"/>
              <a:t>d’une</a:t>
            </a:r>
            <a:r>
              <a:rPr spc="-50" dirty="0"/>
              <a:t> </a:t>
            </a:r>
            <a:r>
              <a:rPr dirty="0"/>
              <a:t>vue</a:t>
            </a:r>
            <a:r>
              <a:rPr spc="-50" dirty="0"/>
              <a:t> </a:t>
            </a:r>
            <a:r>
              <a:rPr dirty="0"/>
              <a:t>des</a:t>
            </a:r>
            <a:r>
              <a:rPr spc="-70" dirty="0"/>
              <a:t> </a:t>
            </a:r>
            <a:r>
              <a:rPr dirty="0"/>
              <a:t>modules</a:t>
            </a:r>
            <a:r>
              <a:rPr spc="-50" dirty="0"/>
              <a:t> </a:t>
            </a:r>
            <a:r>
              <a:rPr spc="-10" dirty="0"/>
              <a:t>(1/2)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7825741" y="1287780"/>
            <a:ext cx="2417445" cy="4282440"/>
            <a:chOff x="6301740" y="1287780"/>
            <a:chExt cx="2417445" cy="428244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10884" y="1296924"/>
              <a:ext cx="2398775" cy="42641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306312" y="1292352"/>
              <a:ext cx="2407920" cy="4273550"/>
            </a:xfrm>
            <a:custGeom>
              <a:avLst/>
              <a:gdLst/>
              <a:ahLst/>
              <a:cxnLst/>
              <a:rect l="l" t="t" r="r" b="b"/>
              <a:pathLst>
                <a:path w="2407920" h="4273550">
                  <a:moveTo>
                    <a:pt x="0" y="4273296"/>
                  </a:moveTo>
                  <a:lnTo>
                    <a:pt x="2407919" y="4273296"/>
                  </a:lnTo>
                  <a:lnTo>
                    <a:pt x="2407919" y="0"/>
                  </a:lnTo>
                  <a:lnTo>
                    <a:pt x="0" y="0"/>
                  </a:lnTo>
                  <a:lnTo>
                    <a:pt x="0" y="4273296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27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TP3b</a:t>
            </a:r>
            <a:r>
              <a:rPr spc="-60" dirty="0"/>
              <a:t> </a:t>
            </a:r>
            <a:r>
              <a:rPr dirty="0"/>
              <a:t>:</a:t>
            </a:r>
            <a:r>
              <a:rPr spc="-50" dirty="0"/>
              <a:t> </a:t>
            </a:r>
            <a:r>
              <a:rPr dirty="0"/>
              <a:t>Création</a:t>
            </a:r>
            <a:r>
              <a:rPr spc="-50" dirty="0"/>
              <a:t> </a:t>
            </a:r>
            <a:r>
              <a:rPr dirty="0"/>
              <a:t>d’une</a:t>
            </a:r>
            <a:r>
              <a:rPr spc="-50" dirty="0"/>
              <a:t> </a:t>
            </a:r>
            <a:r>
              <a:rPr dirty="0"/>
              <a:t>vue</a:t>
            </a:r>
            <a:r>
              <a:rPr spc="-50" dirty="0"/>
              <a:t> </a:t>
            </a:r>
            <a:r>
              <a:rPr dirty="0"/>
              <a:t>des</a:t>
            </a:r>
            <a:r>
              <a:rPr spc="-70" dirty="0"/>
              <a:t> </a:t>
            </a:r>
            <a:r>
              <a:rPr dirty="0"/>
              <a:t>modules</a:t>
            </a:r>
            <a:r>
              <a:rPr spc="-50" dirty="0"/>
              <a:t> </a:t>
            </a:r>
            <a:r>
              <a:rPr spc="-10" dirty="0"/>
              <a:t>(2/2)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79091" y="1344105"/>
            <a:ext cx="2592070" cy="630555"/>
            <a:chOff x="355091" y="1344104"/>
            <a:chExt cx="2592070" cy="6305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36" y="1375932"/>
              <a:ext cx="2587045" cy="4995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091" y="1344104"/>
              <a:ext cx="2458974" cy="6301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4903" y="1391411"/>
              <a:ext cx="2438400" cy="350520"/>
            </a:xfrm>
            <a:custGeom>
              <a:avLst/>
              <a:gdLst/>
              <a:ahLst/>
              <a:cxnLst/>
              <a:rect l="l" t="t" r="r" b="b"/>
              <a:pathLst>
                <a:path w="2438400" h="350519">
                  <a:moveTo>
                    <a:pt x="2276983" y="0"/>
                  </a:moveTo>
                  <a:lnTo>
                    <a:pt x="161416" y="0"/>
                  </a:lnTo>
                  <a:lnTo>
                    <a:pt x="118508" y="5765"/>
                  </a:lnTo>
                  <a:lnTo>
                    <a:pt x="79949" y="22036"/>
                  </a:lnTo>
                  <a:lnTo>
                    <a:pt x="47280" y="47275"/>
                  </a:lnTo>
                  <a:lnTo>
                    <a:pt x="22039" y="79944"/>
                  </a:lnTo>
                  <a:lnTo>
                    <a:pt x="5766" y="118503"/>
                  </a:lnTo>
                  <a:lnTo>
                    <a:pt x="0" y="161416"/>
                  </a:lnTo>
                  <a:lnTo>
                    <a:pt x="0" y="350520"/>
                  </a:lnTo>
                  <a:lnTo>
                    <a:pt x="2438400" y="350520"/>
                  </a:lnTo>
                  <a:lnTo>
                    <a:pt x="2438400" y="161416"/>
                  </a:lnTo>
                  <a:lnTo>
                    <a:pt x="2432634" y="118503"/>
                  </a:lnTo>
                  <a:lnTo>
                    <a:pt x="2416363" y="79944"/>
                  </a:lnTo>
                  <a:lnTo>
                    <a:pt x="2391124" y="47275"/>
                  </a:lnTo>
                  <a:lnTo>
                    <a:pt x="2358455" y="22036"/>
                  </a:lnTo>
                  <a:lnTo>
                    <a:pt x="2319896" y="5765"/>
                  </a:lnTo>
                  <a:lnTo>
                    <a:pt x="2276983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24888" y="1412240"/>
            <a:ext cx="2049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/java/Module.java</a:t>
            </a:r>
            <a:endParaRPr sz="170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69947" y="1712976"/>
            <a:ext cx="3888740" cy="3242310"/>
            <a:chOff x="345947" y="1712976"/>
            <a:chExt cx="3888740" cy="324231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947" y="1712976"/>
              <a:ext cx="3888486" cy="320116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095" y="1767840"/>
              <a:ext cx="3652266" cy="318744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4903" y="1741932"/>
              <a:ext cx="3712845" cy="3025140"/>
            </a:xfrm>
            <a:custGeom>
              <a:avLst/>
              <a:gdLst/>
              <a:ahLst/>
              <a:cxnLst/>
              <a:rect l="l" t="t" r="r" b="b"/>
              <a:pathLst>
                <a:path w="3712845" h="3025140">
                  <a:moveTo>
                    <a:pt x="3481451" y="0"/>
                  </a:moveTo>
                  <a:lnTo>
                    <a:pt x="0" y="0"/>
                  </a:lnTo>
                  <a:lnTo>
                    <a:pt x="0" y="2794126"/>
                  </a:lnTo>
                  <a:lnTo>
                    <a:pt x="4693" y="2840698"/>
                  </a:lnTo>
                  <a:lnTo>
                    <a:pt x="18156" y="2884068"/>
                  </a:lnTo>
                  <a:lnTo>
                    <a:pt x="39457" y="2923310"/>
                  </a:lnTo>
                  <a:lnTo>
                    <a:pt x="67668" y="2957496"/>
                  </a:lnTo>
                  <a:lnTo>
                    <a:pt x="101860" y="2985699"/>
                  </a:lnTo>
                  <a:lnTo>
                    <a:pt x="141103" y="3006992"/>
                  </a:lnTo>
                  <a:lnTo>
                    <a:pt x="184468" y="3020448"/>
                  </a:lnTo>
                  <a:lnTo>
                    <a:pt x="231025" y="3025140"/>
                  </a:lnTo>
                  <a:lnTo>
                    <a:pt x="3712464" y="3025140"/>
                  </a:lnTo>
                  <a:lnTo>
                    <a:pt x="3712464" y="231012"/>
                  </a:lnTo>
                  <a:lnTo>
                    <a:pt x="3707772" y="184441"/>
                  </a:lnTo>
                  <a:lnTo>
                    <a:pt x="3694316" y="141071"/>
                  </a:lnTo>
                  <a:lnTo>
                    <a:pt x="3673023" y="101829"/>
                  </a:lnTo>
                  <a:lnTo>
                    <a:pt x="3644820" y="67643"/>
                  </a:lnTo>
                  <a:lnTo>
                    <a:pt x="3610634" y="39440"/>
                  </a:lnTo>
                  <a:lnTo>
                    <a:pt x="3571392" y="18147"/>
                  </a:lnTo>
                  <a:lnTo>
                    <a:pt x="3528022" y="4691"/>
                  </a:lnTo>
                  <a:lnTo>
                    <a:pt x="3481451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45309" y="1831976"/>
            <a:ext cx="3265804" cy="2860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185" marR="977265" indent="-325120">
              <a:spcBef>
                <a:spcPts val="95"/>
              </a:spcBef>
              <a:defRPr/>
            </a:pPr>
            <a:r>
              <a:rPr sz="155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550" spc="-20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55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Module</a:t>
            </a:r>
            <a:r>
              <a:rPr sz="1550" spc="-15" dirty="0">
                <a:latin typeface="Consolas"/>
                <a:cs typeface="Consolas"/>
              </a:rPr>
              <a:t> </a:t>
            </a:r>
            <a:r>
              <a:rPr sz="1550" spc="-50" dirty="0">
                <a:latin typeface="Consolas"/>
                <a:cs typeface="Consolas"/>
              </a:rPr>
              <a:t>{ 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55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50" spc="-25" dirty="0">
                <a:latin typeface="Consolas"/>
                <a:cs typeface="Consolas"/>
              </a:rPr>
              <a:t>id;</a:t>
            </a:r>
            <a:endParaRPr sz="1550">
              <a:latin typeface="Consolas"/>
              <a:cs typeface="Consolas"/>
            </a:endParaRPr>
          </a:p>
          <a:p>
            <a:pPr marL="337185"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String</a:t>
            </a:r>
            <a:r>
              <a:rPr sz="155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accronym;</a:t>
            </a:r>
            <a:endParaRPr sz="1550">
              <a:latin typeface="Consolas"/>
              <a:cs typeface="Consolas"/>
            </a:endParaRPr>
          </a:p>
          <a:p>
            <a:pPr marL="337185">
              <a:spcBef>
                <a:spcPts val="5"/>
              </a:spcBef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String</a:t>
            </a:r>
            <a:r>
              <a:rPr sz="155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name;</a:t>
            </a:r>
            <a:endParaRPr sz="1550">
              <a:latin typeface="Consolas"/>
              <a:cs typeface="Consolas"/>
            </a:endParaRPr>
          </a:p>
          <a:p>
            <a:pPr marL="337185" marR="868044">
              <a:defRPr/>
            </a:pPr>
            <a:r>
              <a:rPr sz="1550" dirty="0">
                <a:solidFill>
                  <a:srgbClr val="006FC0"/>
                </a:solidFill>
                <a:latin typeface="Consolas"/>
                <a:cs typeface="Consolas"/>
              </a:rPr>
              <a:t>String</a:t>
            </a:r>
            <a:r>
              <a:rPr sz="155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latin typeface="Consolas"/>
                <a:cs typeface="Consolas"/>
              </a:rPr>
              <a:t>description; 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550" spc="-10" dirty="0">
                <a:latin typeface="Consolas"/>
                <a:cs typeface="Consolas"/>
              </a:rPr>
              <a:t>credit;</a:t>
            </a:r>
            <a:endParaRPr sz="1550">
              <a:latin typeface="Consolas"/>
              <a:cs typeface="Consolas"/>
            </a:endParaRPr>
          </a:p>
          <a:p>
            <a:pPr marL="337185">
              <a:defRPr/>
            </a:pPr>
            <a:r>
              <a:rPr sz="1550" spc="-25" dirty="0">
                <a:latin typeface="Consolas"/>
                <a:cs typeface="Consolas"/>
              </a:rPr>
              <a:t>...</a:t>
            </a:r>
            <a:endParaRPr sz="1550">
              <a:latin typeface="Consolas"/>
              <a:cs typeface="Consolas"/>
            </a:endParaRPr>
          </a:p>
          <a:p>
            <a:pPr marL="661670" marR="5080" indent="-325120">
              <a:defRPr/>
            </a:pPr>
            <a:r>
              <a:rPr sz="1550" dirty="0">
                <a:solidFill>
                  <a:srgbClr val="7E0054"/>
                </a:solidFill>
                <a:latin typeface="Consolas"/>
                <a:cs typeface="Consolas"/>
              </a:rPr>
              <a:t>public</a:t>
            </a:r>
            <a:r>
              <a:rPr sz="1550" spc="-15" dirty="0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Module(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55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id,</a:t>
            </a:r>
            <a:r>
              <a:rPr sz="1550" spc="-15" dirty="0">
                <a:latin typeface="Consolas"/>
                <a:cs typeface="Consolas"/>
              </a:rPr>
              <a:t> </a:t>
            </a:r>
            <a:r>
              <a:rPr sz="1550" spc="-20" dirty="0">
                <a:latin typeface="Consolas"/>
                <a:cs typeface="Consolas"/>
              </a:rPr>
              <a:t>...){ </a:t>
            </a:r>
            <a:r>
              <a:rPr sz="1550" dirty="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sz="1550" dirty="0">
                <a:latin typeface="Consolas"/>
                <a:cs typeface="Consolas"/>
              </a:rPr>
              <a:t>.id</a:t>
            </a:r>
            <a:r>
              <a:rPr sz="1550" spc="-20" dirty="0">
                <a:latin typeface="Consolas"/>
                <a:cs typeface="Consolas"/>
              </a:rPr>
              <a:t> </a:t>
            </a:r>
            <a:r>
              <a:rPr sz="1550" dirty="0">
                <a:latin typeface="Consolas"/>
                <a:cs typeface="Consolas"/>
              </a:rPr>
              <a:t>=</a:t>
            </a:r>
            <a:r>
              <a:rPr sz="1550" spc="-10" dirty="0">
                <a:latin typeface="Consolas"/>
                <a:cs typeface="Consolas"/>
              </a:rPr>
              <a:t> </a:t>
            </a:r>
            <a:r>
              <a:rPr sz="1550" spc="-25" dirty="0">
                <a:latin typeface="Consolas"/>
                <a:cs typeface="Consolas"/>
              </a:rPr>
              <a:t>id;</a:t>
            </a:r>
            <a:endParaRPr sz="1550">
              <a:latin typeface="Consolas"/>
              <a:cs typeface="Consolas"/>
            </a:endParaRPr>
          </a:p>
          <a:p>
            <a:pPr marL="661670">
              <a:defRPr/>
            </a:pPr>
            <a:r>
              <a:rPr sz="1550" spc="-25" dirty="0">
                <a:latin typeface="Consolas"/>
                <a:cs typeface="Consolas"/>
              </a:rPr>
              <a:t>...</a:t>
            </a:r>
            <a:endParaRPr sz="1550">
              <a:latin typeface="Consolas"/>
              <a:cs typeface="Consolas"/>
            </a:endParaRPr>
          </a:p>
          <a:p>
            <a:pPr marL="337185">
              <a:defRPr/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>
              <a:latin typeface="Consolas"/>
              <a:cs typeface="Consolas"/>
            </a:endParaRPr>
          </a:p>
          <a:p>
            <a:pPr marL="12700">
              <a:defRPr/>
            </a:pPr>
            <a:r>
              <a:rPr sz="1550" spc="-50" dirty="0">
                <a:latin typeface="Consolas"/>
                <a:cs typeface="Consolas"/>
              </a:rPr>
              <a:t>}</a:t>
            </a:r>
            <a:endParaRPr sz="155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63867" y="1351737"/>
            <a:ext cx="3614420" cy="619760"/>
            <a:chOff x="5039867" y="1351737"/>
            <a:chExt cx="3614420" cy="61976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41360" y="1375932"/>
              <a:ext cx="3612705" cy="4995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39867" y="1351737"/>
              <a:ext cx="3559301" cy="61955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056631" y="1391411"/>
              <a:ext cx="3464560" cy="350520"/>
            </a:xfrm>
            <a:custGeom>
              <a:avLst/>
              <a:gdLst/>
              <a:ahLst/>
              <a:cxnLst/>
              <a:rect l="l" t="t" r="r" b="b"/>
              <a:pathLst>
                <a:path w="3464559" h="350519">
                  <a:moveTo>
                    <a:pt x="3302635" y="0"/>
                  </a:moveTo>
                  <a:lnTo>
                    <a:pt x="161416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350520"/>
                  </a:lnTo>
                  <a:lnTo>
                    <a:pt x="3464051" y="350520"/>
                  </a:lnTo>
                  <a:lnTo>
                    <a:pt x="3464051" y="161416"/>
                  </a:lnTo>
                  <a:lnTo>
                    <a:pt x="3458286" y="118503"/>
                  </a:lnTo>
                  <a:lnTo>
                    <a:pt x="3442015" y="79944"/>
                  </a:lnTo>
                  <a:lnTo>
                    <a:pt x="3416776" y="47275"/>
                  </a:lnTo>
                  <a:lnTo>
                    <a:pt x="3384107" y="22036"/>
                  </a:lnTo>
                  <a:lnTo>
                    <a:pt x="3345548" y="5765"/>
                  </a:lnTo>
                  <a:lnTo>
                    <a:pt x="3302635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07252" y="1419860"/>
            <a:ext cx="3155315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650" b="1" spc="-10" dirty="0">
                <a:solidFill>
                  <a:srgbClr val="FFFFFF"/>
                </a:solidFill>
                <a:latin typeface="Consolas"/>
                <a:cs typeface="Consolas"/>
              </a:rPr>
              <a:t>/res/layout/item_module.xml</a:t>
            </a:r>
            <a:endParaRPr sz="1650">
              <a:latin typeface="Consolas"/>
              <a:cs typeface="Consola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08348" y="5070347"/>
            <a:ext cx="3887470" cy="1099820"/>
            <a:chOff x="2784348" y="5070347"/>
            <a:chExt cx="3887470" cy="109982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98018" y="5100652"/>
              <a:ext cx="3390229" cy="50098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93492" y="5070347"/>
              <a:ext cx="3292602" cy="63011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813304" y="5116067"/>
              <a:ext cx="3241675" cy="352425"/>
            </a:xfrm>
            <a:custGeom>
              <a:avLst/>
              <a:gdLst/>
              <a:ahLst/>
              <a:cxnLst/>
              <a:rect l="l" t="t" r="r" b="b"/>
              <a:pathLst>
                <a:path w="3241675" h="352425">
                  <a:moveTo>
                    <a:pt x="3079369" y="0"/>
                  </a:moveTo>
                  <a:lnTo>
                    <a:pt x="162178" y="0"/>
                  </a:lnTo>
                  <a:lnTo>
                    <a:pt x="119077" y="5795"/>
                  </a:lnTo>
                  <a:lnTo>
                    <a:pt x="80339" y="22149"/>
                  </a:lnTo>
                  <a:lnTo>
                    <a:pt x="47513" y="47513"/>
                  </a:lnTo>
                  <a:lnTo>
                    <a:pt x="22149" y="80339"/>
                  </a:lnTo>
                  <a:lnTo>
                    <a:pt x="5795" y="119077"/>
                  </a:lnTo>
                  <a:lnTo>
                    <a:pt x="0" y="162178"/>
                  </a:lnTo>
                  <a:lnTo>
                    <a:pt x="0" y="352043"/>
                  </a:lnTo>
                  <a:lnTo>
                    <a:pt x="3241547" y="352043"/>
                  </a:lnTo>
                  <a:lnTo>
                    <a:pt x="3241547" y="162178"/>
                  </a:lnTo>
                  <a:lnTo>
                    <a:pt x="3235752" y="119077"/>
                  </a:lnTo>
                  <a:lnTo>
                    <a:pt x="3219398" y="80339"/>
                  </a:lnTo>
                  <a:lnTo>
                    <a:pt x="3194034" y="47513"/>
                  </a:lnTo>
                  <a:lnTo>
                    <a:pt x="3161208" y="22149"/>
                  </a:lnTo>
                  <a:lnTo>
                    <a:pt x="3122470" y="5795"/>
                  </a:lnTo>
                  <a:lnTo>
                    <a:pt x="3079369" y="0"/>
                  </a:lnTo>
                  <a:close/>
                </a:path>
              </a:pathLst>
            </a:custGeom>
            <a:solidFill>
              <a:srgbClr val="33781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84348" y="5439155"/>
              <a:ext cx="3886961" cy="73078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7876" y="5487911"/>
              <a:ext cx="753567" cy="60267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13304" y="5468111"/>
              <a:ext cx="3710940" cy="554990"/>
            </a:xfrm>
            <a:custGeom>
              <a:avLst/>
              <a:gdLst/>
              <a:ahLst/>
              <a:cxnLst/>
              <a:rect l="l" t="t" r="r" b="b"/>
              <a:pathLst>
                <a:path w="3710940" h="554989">
                  <a:moveTo>
                    <a:pt x="3491992" y="0"/>
                  </a:moveTo>
                  <a:lnTo>
                    <a:pt x="0" y="0"/>
                  </a:lnTo>
                  <a:lnTo>
                    <a:pt x="0" y="335737"/>
                  </a:lnTo>
                  <a:lnTo>
                    <a:pt x="5783" y="385953"/>
                  </a:lnTo>
                  <a:lnTo>
                    <a:pt x="22257" y="432049"/>
                  </a:lnTo>
                  <a:lnTo>
                    <a:pt x="48105" y="472711"/>
                  </a:lnTo>
                  <a:lnTo>
                    <a:pt x="82014" y="506626"/>
                  </a:lnTo>
                  <a:lnTo>
                    <a:pt x="122667" y="532477"/>
                  </a:lnTo>
                  <a:lnTo>
                    <a:pt x="168750" y="548952"/>
                  </a:lnTo>
                  <a:lnTo>
                    <a:pt x="218947" y="554735"/>
                  </a:lnTo>
                  <a:lnTo>
                    <a:pt x="3710940" y="554735"/>
                  </a:lnTo>
                  <a:lnTo>
                    <a:pt x="3710940" y="218998"/>
                  </a:lnTo>
                  <a:lnTo>
                    <a:pt x="3705156" y="168782"/>
                  </a:lnTo>
                  <a:lnTo>
                    <a:pt x="3688682" y="122686"/>
                  </a:lnTo>
                  <a:lnTo>
                    <a:pt x="3662834" y="82024"/>
                  </a:lnTo>
                  <a:lnTo>
                    <a:pt x="3628925" y="48109"/>
                  </a:lnTo>
                  <a:lnTo>
                    <a:pt x="3588272" y="22258"/>
                  </a:lnTo>
                  <a:lnTo>
                    <a:pt x="3542189" y="5783"/>
                  </a:lnTo>
                  <a:lnTo>
                    <a:pt x="3491992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551676" y="1712977"/>
            <a:ext cx="3888740" cy="3131185"/>
            <a:chOff x="5027676" y="1712976"/>
            <a:chExt cx="3888740" cy="3131185"/>
          </a:xfrm>
        </p:grpSpPr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27676" y="1712976"/>
              <a:ext cx="3888485" cy="313105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056632" y="1741932"/>
              <a:ext cx="3712845" cy="2955290"/>
            </a:xfrm>
            <a:custGeom>
              <a:avLst/>
              <a:gdLst/>
              <a:ahLst/>
              <a:cxnLst/>
              <a:rect l="l" t="t" r="r" b="b"/>
              <a:pathLst>
                <a:path w="3712845" h="2955290">
                  <a:moveTo>
                    <a:pt x="3430142" y="0"/>
                  </a:moveTo>
                  <a:lnTo>
                    <a:pt x="0" y="0"/>
                  </a:lnTo>
                  <a:lnTo>
                    <a:pt x="0" y="2672715"/>
                  </a:lnTo>
                  <a:lnTo>
                    <a:pt x="3694" y="2718517"/>
                  </a:lnTo>
                  <a:lnTo>
                    <a:pt x="14389" y="2761963"/>
                  </a:lnTo>
                  <a:lnTo>
                    <a:pt x="31505" y="2802472"/>
                  </a:lnTo>
                  <a:lnTo>
                    <a:pt x="54461" y="2839464"/>
                  </a:lnTo>
                  <a:lnTo>
                    <a:pt x="82677" y="2872359"/>
                  </a:lnTo>
                  <a:lnTo>
                    <a:pt x="115571" y="2900574"/>
                  </a:lnTo>
                  <a:lnTo>
                    <a:pt x="152563" y="2923530"/>
                  </a:lnTo>
                  <a:lnTo>
                    <a:pt x="193072" y="2940646"/>
                  </a:lnTo>
                  <a:lnTo>
                    <a:pt x="236518" y="2951341"/>
                  </a:lnTo>
                  <a:lnTo>
                    <a:pt x="282320" y="2955035"/>
                  </a:lnTo>
                  <a:lnTo>
                    <a:pt x="3712464" y="2955035"/>
                  </a:lnTo>
                  <a:lnTo>
                    <a:pt x="3712464" y="282320"/>
                  </a:lnTo>
                  <a:lnTo>
                    <a:pt x="3708769" y="236518"/>
                  </a:lnTo>
                  <a:lnTo>
                    <a:pt x="3698074" y="193072"/>
                  </a:lnTo>
                  <a:lnTo>
                    <a:pt x="3680958" y="152563"/>
                  </a:lnTo>
                  <a:lnTo>
                    <a:pt x="3658002" y="115571"/>
                  </a:lnTo>
                  <a:lnTo>
                    <a:pt x="3629787" y="82676"/>
                  </a:lnTo>
                  <a:lnTo>
                    <a:pt x="3596892" y="54461"/>
                  </a:lnTo>
                  <a:lnTo>
                    <a:pt x="3559900" y="31505"/>
                  </a:lnTo>
                  <a:lnTo>
                    <a:pt x="3519391" y="14389"/>
                  </a:lnTo>
                  <a:lnTo>
                    <a:pt x="3475945" y="3694"/>
                  </a:lnTo>
                  <a:lnTo>
                    <a:pt x="3430142" y="0"/>
                  </a:lnTo>
                  <a:close/>
                </a:path>
              </a:pathLst>
            </a:custGeom>
            <a:solidFill>
              <a:srgbClr val="E9EEE7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86628" y="2235708"/>
              <a:ext cx="2282952" cy="1888236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463543" y="5139055"/>
            <a:ext cx="2880995" cy="685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1700" b="1" spc="-10" dirty="0">
                <a:solidFill>
                  <a:srgbClr val="FFFFFF"/>
                </a:solidFill>
                <a:latin typeface="Consolas"/>
                <a:cs typeface="Consolas"/>
              </a:rPr>
              <a:t>/java/ModuleAdapter.java</a:t>
            </a:r>
            <a:endParaRPr sz="1700">
              <a:latin typeface="Consolas"/>
              <a:cs typeface="Consolas"/>
            </a:endParaRPr>
          </a:p>
          <a:p>
            <a:pPr marL="29209">
              <a:spcBef>
                <a:spcPts val="1235"/>
              </a:spcBef>
              <a:defRPr/>
            </a:pPr>
            <a:r>
              <a:rPr sz="1600" spc="-25" dirty="0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555236" y="1357883"/>
            <a:ext cx="1688591" cy="185928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573268" y="4338828"/>
            <a:ext cx="1007363" cy="943356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28</a:t>
            </a:fld>
            <a:endParaRPr spc="-25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4926" y="2210435"/>
            <a:ext cx="88391" cy="99060"/>
          </a:xfrm>
          <a:prstGeom prst="rect">
            <a:avLst/>
          </a:prstGeom>
        </p:spPr>
      </p:pic>
      <p:pic>
        <p:nvPicPr>
          <p:cNvPr id="3" name="object 3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28461" y="3112642"/>
            <a:ext cx="84856" cy="990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42567" y="1623121"/>
            <a:ext cx="7498715" cy="186118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spcBef>
                <a:spcPts val="710"/>
              </a:spcBef>
              <a:defRPr/>
            </a:pP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AdapterView</a:t>
            </a:r>
            <a:r>
              <a:rPr sz="2200" b="1" spc="-4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570230">
              <a:spcBef>
                <a:spcPts val="445"/>
              </a:spcBef>
              <a:defRPr/>
            </a:pP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https://developer.android.com/reference/android/widget/AdapterView.html</a:t>
            </a:r>
            <a:endParaRPr sz="1600">
              <a:latin typeface="Calibri"/>
              <a:cs typeface="Calibri"/>
            </a:endParaRPr>
          </a:p>
          <a:p>
            <a:pPr>
              <a:spcBef>
                <a:spcPts val="145"/>
              </a:spcBef>
              <a:defRPr/>
            </a:pPr>
            <a:endParaRPr sz="1600">
              <a:latin typeface="Calibri"/>
              <a:cs typeface="Calibri"/>
            </a:endParaRPr>
          </a:p>
          <a:p>
            <a:pPr marL="12700">
              <a:spcBef>
                <a:spcPts val="5"/>
              </a:spcBef>
              <a:defRPr/>
            </a:pP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ListView</a:t>
            </a:r>
            <a:r>
              <a:rPr sz="2200" b="1" spc="-5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7817"/>
                </a:solidFill>
                <a:latin typeface="Calibri"/>
                <a:cs typeface="Calibri"/>
              </a:rPr>
              <a:t>à</a:t>
            </a:r>
            <a:r>
              <a:rPr sz="2200" b="1" spc="-6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adaptateurs</a:t>
            </a:r>
            <a:r>
              <a:rPr sz="2200" b="1" spc="-25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7817"/>
                </a:solidFill>
                <a:latin typeface="Calibri"/>
                <a:cs typeface="Calibri"/>
              </a:rPr>
              <a:t>personnalisés</a:t>
            </a:r>
            <a:r>
              <a:rPr sz="2200" b="1" spc="-40" dirty="0">
                <a:solidFill>
                  <a:srgbClr val="337817"/>
                </a:solidFill>
                <a:latin typeface="Calibri"/>
                <a:cs typeface="Calibri"/>
              </a:rPr>
              <a:t> </a:t>
            </a:r>
            <a:r>
              <a:rPr sz="2200" b="1" spc="-50" dirty="0">
                <a:solidFill>
                  <a:srgbClr val="337817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570230">
              <a:lnSpc>
                <a:spcPts val="1825"/>
              </a:lnSpc>
              <a:spcBef>
                <a:spcPts val="440"/>
              </a:spcBef>
              <a:defRPr/>
            </a:pPr>
            <a:r>
              <a:rPr sz="16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http://www.journaldev.com/10416/android-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listview-with-</a:t>
            </a: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custom-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adapter-example-</a:t>
            </a:r>
            <a:endParaRPr sz="1600">
              <a:latin typeface="Calibri"/>
              <a:cs typeface="Calibri"/>
            </a:endParaRPr>
          </a:p>
          <a:p>
            <a:pPr marL="570230">
              <a:lnSpc>
                <a:spcPts val="1825"/>
              </a:lnSpc>
              <a:defRPr/>
            </a:pP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tutorial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0"/>
              </a:lnSpc>
              <a:defRPr/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20"/>
                </a:lnSpc>
                <a:defRPr/>
              </a:pPr>
              <a:t>29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68765" y="7367"/>
            <a:ext cx="10281073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Quelques</a:t>
            </a:r>
            <a:r>
              <a:rPr spc="-25" dirty="0"/>
              <a:t> </a:t>
            </a:r>
            <a:r>
              <a:rPr dirty="0"/>
              <a:t>liens</a:t>
            </a:r>
            <a:r>
              <a:rPr spc="-30" dirty="0"/>
              <a:t> </a:t>
            </a:r>
            <a:r>
              <a:rPr spc="-10" dirty="0"/>
              <a:t>utiles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ter Transport Infographics by Slidesgo">
  <a:themeElements>
    <a:clrScheme name="Personnalisé 3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B0D0E2"/>
      </a:accent1>
      <a:accent2>
        <a:srgbClr val="C00000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1779</Words>
  <Application>Microsoft Office PowerPoint</Application>
  <PresentationFormat>Grand écran</PresentationFormat>
  <Paragraphs>318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29</vt:i4>
      </vt:variant>
    </vt:vector>
  </HeadingPairs>
  <TitlesOfParts>
    <vt:vector size="39" baseType="lpstr">
      <vt:lpstr>Arial</vt:lpstr>
      <vt:lpstr>Calibri</vt:lpstr>
      <vt:lpstr>Calibri Light</vt:lpstr>
      <vt:lpstr>Consolas</vt:lpstr>
      <vt:lpstr>Fira Sans Extra Condensed</vt:lpstr>
      <vt:lpstr>Roboto</vt:lpstr>
      <vt:lpstr>Times New Roman</vt:lpstr>
      <vt:lpstr>Wingdings</vt:lpstr>
      <vt:lpstr>Water Transport Infographics by Slidesgo</vt:lpstr>
      <vt:lpstr>Office Theme</vt:lpstr>
      <vt:lpstr>Cours de Développement Mobile</vt:lpstr>
      <vt:lpstr>Résumé</vt:lpstr>
      <vt:lpstr>Vues à adaptateur</vt:lpstr>
      <vt:lpstr>Vues à adaptateurs</vt:lpstr>
      <vt:lpstr>Design pattern : Adapter (1/2)</vt:lpstr>
      <vt:lpstr>Design pattern : Adapter (2/2)</vt:lpstr>
      <vt:lpstr>Spinner et ArrayAdapter</vt:lpstr>
      <vt:lpstr>TP3a : Création d’une vue des modules</vt:lpstr>
      <vt:lpstr>TP3a : Création d’une vue des modules</vt:lpstr>
      <vt:lpstr>Listeners d’un AdapterView</vt:lpstr>
      <vt:lpstr>Hiérarchie des adaptateurs</vt:lpstr>
      <vt:lpstr>Méthodes de mise à jour des adaptateurs</vt:lpstr>
      <vt:lpstr>Vues à adaptateur personnalisé (1/3)</vt:lpstr>
      <vt:lpstr>Vues à adaptateur personnalisé (2/3)</vt:lpstr>
      <vt:lpstr>Vues à adaptateur personnalisé (3/3)</vt:lpstr>
      <vt:lpstr>Vues à adaptateur personnalisé</vt:lpstr>
      <vt:lpstr>Vues à adaptateur personnalisé</vt:lpstr>
      <vt:lpstr>Vues à adaptateur personnalisé</vt:lpstr>
      <vt:lpstr>Vues à adaptateur personnalisé</vt:lpstr>
      <vt:lpstr>Vues à adaptateur personnalisé</vt:lpstr>
      <vt:lpstr>Vues à adaptateur personnalisé</vt:lpstr>
      <vt:lpstr>Vues à adaptateur personnalisé</vt:lpstr>
      <vt:lpstr>Vues à adaptateur personnalisé</vt:lpstr>
      <vt:lpstr>Vues à adaptateur personnalisé</vt:lpstr>
      <vt:lpstr>Vues à adaptateur personnalisé</vt:lpstr>
      <vt:lpstr>Vues à adaptateur personnalisé</vt:lpstr>
      <vt:lpstr>TP3b : Création d’une vue des modules (1/2)</vt:lpstr>
      <vt:lpstr>TP3b : Création d’une vue des modules (2/2)</vt:lpstr>
      <vt:lpstr>Quelques liens utiles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Ahmed-Chawki Chaouche</dc:creator>
  <cp:lastModifiedBy>AMINA.ABOULMIRA</cp:lastModifiedBy>
  <cp:revision>5</cp:revision>
  <dcterms:created xsi:type="dcterms:W3CDTF">2025-06-06T06:44:48Z</dcterms:created>
  <dcterms:modified xsi:type="dcterms:W3CDTF">2026-01-15T10:31:18Z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2019-05-20T00:00:00Z</vt:filetime>
  </property>
  <property fmtid="{D5CDD505-2E9C-101B-9397-08002B2CF9AE}" pid="3" name="Creator">
    <vt:lpwstr>Microsoft® PowerPoint® pour Office 365</vt:lpwstr>
  </property>
  <property fmtid="{D5CDD505-2E9C-101B-9397-08002B2CF9AE}" pid="4" name="LastSaved">
    <vt:filetime>2025-06-06T00:00:00Z</vt:filetime>
  </property>
  <property fmtid="{D5CDD505-2E9C-101B-9397-08002B2CF9AE}" pid="5" name="Producer">
    <vt:lpwstr>Microsoft® PowerPoint® pour Office 365</vt:lpwstr>
  </property>
</Properties>
</file>