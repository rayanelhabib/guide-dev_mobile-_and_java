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60" r:id="rId1"/>
    <p:sldMasterId id="2147483660" r:id="rId2"/>
  </p:sldMasterIdLst>
  <p:notesMasterIdLst>
    <p:notesMasterId r:id="rId66"/>
  </p:notesMasterIdLst>
  <p:handoutMasterIdLst>
    <p:handoutMasterId r:id="rId67"/>
  </p:handoutMasterIdLst>
  <p:sldIdLst>
    <p:sldId id="316" r:id="rId3"/>
    <p:sldId id="258" r:id="rId4"/>
    <p:sldId id="412" r:id="rId5"/>
    <p:sldId id="260" r:id="rId6"/>
    <p:sldId id="261" r:id="rId7"/>
    <p:sldId id="262" r:id="rId8"/>
    <p:sldId id="423" r:id="rId9"/>
    <p:sldId id="413" r:id="rId10"/>
    <p:sldId id="264" r:id="rId11"/>
    <p:sldId id="265" r:id="rId12"/>
    <p:sldId id="266" r:id="rId13"/>
    <p:sldId id="267" r:id="rId14"/>
    <p:sldId id="424" r:id="rId15"/>
    <p:sldId id="414" r:id="rId16"/>
    <p:sldId id="269" r:id="rId17"/>
    <p:sldId id="270" r:id="rId18"/>
    <p:sldId id="427" r:id="rId19"/>
    <p:sldId id="415" r:id="rId20"/>
    <p:sldId id="272" r:id="rId21"/>
    <p:sldId id="416" r:id="rId22"/>
    <p:sldId id="274" r:id="rId23"/>
    <p:sldId id="417" r:id="rId24"/>
    <p:sldId id="276" r:id="rId25"/>
    <p:sldId id="277" r:id="rId26"/>
    <p:sldId id="425" r:id="rId27"/>
    <p:sldId id="278" r:id="rId28"/>
    <p:sldId id="279" r:id="rId29"/>
    <p:sldId id="280" r:id="rId30"/>
    <p:sldId id="281" r:id="rId31"/>
    <p:sldId id="418" r:id="rId32"/>
    <p:sldId id="283" r:id="rId33"/>
    <p:sldId id="419" r:id="rId34"/>
    <p:sldId id="285" r:id="rId35"/>
    <p:sldId id="286" r:id="rId36"/>
    <p:sldId id="430" r:id="rId37"/>
    <p:sldId id="289" r:id="rId38"/>
    <p:sldId id="290" r:id="rId39"/>
    <p:sldId id="426" r:id="rId40"/>
    <p:sldId id="429" r:id="rId41"/>
    <p:sldId id="428" r:id="rId42"/>
    <p:sldId id="287" r:id="rId43"/>
    <p:sldId id="431" r:id="rId44"/>
    <p:sldId id="288" r:id="rId45"/>
    <p:sldId id="432" r:id="rId46"/>
    <p:sldId id="433" r:id="rId47"/>
    <p:sldId id="420" r:id="rId48"/>
    <p:sldId id="292" r:id="rId49"/>
    <p:sldId id="434" r:id="rId50"/>
    <p:sldId id="435" r:id="rId51"/>
    <p:sldId id="293" r:id="rId52"/>
    <p:sldId id="294" r:id="rId53"/>
    <p:sldId id="295" r:id="rId54"/>
    <p:sldId id="296" r:id="rId55"/>
    <p:sldId id="297" r:id="rId56"/>
    <p:sldId id="436" r:id="rId57"/>
    <p:sldId id="298" r:id="rId58"/>
    <p:sldId id="421" r:id="rId59"/>
    <p:sldId id="300" r:id="rId60"/>
    <p:sldId id="422" r:id="rId61"/>
    <p:sldId id="302" r:id="rId62"/>
    <p:sldId id="303" r:id="rId63"/>
    <p:sldId id="304" r:id="rId64"/>
    <p:sldId id="385" r:id="rId65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8043"/>
    <a:srgbClr val="7B2E39"/>
    <a:srgbClr val="712337"/>
    <a:srgbClr val="7716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3A4F80-4934-409B-9172-CF18D895965D}" v="296" dt="2026-02-04T22:38:39.016"/>
    <p1510:client id="{B8EEAF1D-1FAE-495E-A07F-F70476746CD4}" v="8" dt="2026-02-05T08:36:40.00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>
      <p:cViewPr varScale="1">
        <p:scale>
          <a:sx n="62" d="100"/>
          <a:sy n="62" d="100"/>
        </p:scale>
        <p:origin x="825" y="4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NA ABOULMIRA" userId="bd61a6d4df3cf63d" providerId="Windows Live" clId="Web-{40426D8E-89B8-48A7-8444-A467E476DA89}"/>
    <pc:docChg chg="addSld delSld modSld addMainMaster">
      <pc:chgData name="AMINA ABOULMIRA" userId="bd61a6d4df3cf63d" providerId="Windows Live" clId="Web-{40426D8E-89B8-48A7-8444-A467E476DA89}" dt="2026-02-02T02:30:26.675" v="644"/>
      <pc:docMkLst>
        <pc:docMk/>
      </pc:docMkLst>
      <pc:sldChg chg="modSp add del mod modClrScheme chgLayout">
        <pc:chgData name="AMINA ABOULMIRA" userId="bd61a6d4df3cf63d" providerId="Windows Live" clId="Web-{40426D8E-89B8-48A7-8444-A467E476DA89}" dt="2026-02-01T23:53:04.434" v="197" actId="20577"/>
        <pc:sldMkLst>
          <pc:docMk/>
          <pc:sldMk cId="0" sldId="258"/>
        </pc:sldMkLst>
        <pc:spChg chg="mod ord">
          <ac:chgData name="AMINA ABOULMIRA" userId="bd61a6d4df3cf63d" providerId="Windows Live" clId="Web-{40426D8E-89B8-48A7-8444-A467E476DA89}" dt="2026-02-01T23:47:20.188" v="89"/>
          <ac:spMkLst>
            <pc:docMk/>
            <pc:sldMk cId="0" sldId="258"/>
            <ac:spMk id="94" creationId="{00000000-0000-0000-0000-000000000000}"/>
          </ac:spMkLst>
        </pc:spChg>
        <pc:spChg chg="mod ord">
          <ac:chgData name="AMINA ABOULMIRA" userId="bd61a6d4df3cf63d" providerId="Windows Live" clId="Web-{40426D8E-89B8-48A7-8444-A467E476DA89}" dt="2026-02-01T23:53:04.434" v="197" actId="20577"/>
          <ac:spMkLst>
            <pc:docMk/>
            <pc:sldMk cId="0" sldId="258"/>
            <ac:spMk id="95" creationId="{00000000-0000-0000-0000-000000000000}"/>
          </ac:spMkLst>
        </pc:spChg>
        <pc:spChg chg="mod ord">
          <ac:chgData name="AMINA ABOULMIRA" userId="bd61a6d4df3cf63d" providerId="Windows Live" clId="Web-{40426D8E-89B8-48A7-8444-A467E476DA89}" dt="2026-02-01T23:46:44.280" v="88"/>
          <ac:spMkLst>
            <pc:docMk/>
            <pc:sldMk cId="0" sldId="258"/>
            <ac:spMk id="96" creationId="{00000000-0000-0000-0000-000000000000}"/>
          </ac:spMkLst>
        </pc:spChg>
        <pc:spChg chg="mod ord">
          <ac:chgData name="AMINA ABOULMIRA" userId="bd61a6d4df3cf63d" providerId="Windows Live" clId="Web-{40426D8E-89B8-48A7-8444-A467E476DA89}" dt="2026-02-01T23:46:44.280" v="88"/>
          <ac:spMkLst>
            <pc:docMk/>
            <pc:sldMk cId="0" sldId="258"/>
            <ac:spMk id="97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1T23:52:51.152" v="196" actId="14100"/>
          <ac:spMkLst>
            <pc:docMk/>
            <pc:sldMk cId="0" sldId="258"/>
            <ac:spMk id="98" creationId="{00000000-0000-0000-0000-000000000000}"/>
          </ac:spMkLst>
        </pc:spChg>
      </pc:sldChg>
      <pc:sldChg chg="modSp add del">
        <pc:chgData name="AMINA ABOULMIRA" userId="bd61a6d4df3cf63d" providerId="Windows Live" clId="Web-{40426D8E-89B8-48A7-8444-A467E476DA89}" dt="2026-02-01T23:47:33.002" v="91"/>
        <pc:sldMkLst>
          <pc:docMk/>
          <pc:sldMk cId="0" sldId="260"/>
        </pc:sldMkLst>
        <pc:spChg chg="mod">
          <ac:chgData name="AMINA ABOULMIRA" userId="bd61a6d4df3cf63d" providerId="Windows Live" clId="Web-{40426D8E-89B8-48A7-8444-A467E476DA89}" dt="2026-02-01T23:47:33.002" v="91"/>
          <ac:spMkLst>
            <pc:docMk/>
            <pc:sldMk cId="0" sldId="260"/>
            <ac:spMk id="111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1T23:47:37.830" v="93"/>
        <pc:sldMkLst>
          <pc:docMk/>
          <pc:sldMk cId="0" sldId="261"/>
        </pc:sldMkLst>
        <pc:spChg chg="mod">
          <ac:chgData name="AMINA ABOULMIRA" userId="bd61a6d4df3cf63d" providerId="Windows Live" clId="Web-{40426D8E-89B8-48A7-8444-A467E476DA89}" dt="2026-02-01T23:47:37.830" v="93"/>
          <ac:spMkLst>
            <pc:docMk/>
            <pc:sldMk cId="0" sldId="261"/>
            <ac:spMk id="118" creationId="{00000000-0000-0000-0000-000000000000}"/>
          </ac:spMkLst>
        </pc:spChg>
      </pc:sldChg>
      <pc:sldChg chg="addSp delSp modSp add">
        <pc:chgData name="AMINA ABOULMIRA" userId="bd61a6d4df3cf63d" providerId="Windows Live" clId="Web-{40426D8E-89B8-48A7-8444-A467E476DA89}" dt="2026-02-02T00:29:10.059" v="405" actId="20577"/>
        <pc:sldMkLst>
          <pc:docMk/>
          <pc:sldMk cId="0" sldId="262"/>
        </pc:sldMkLst>
        <pc:spChg chg="mod">
          <ac:chgData name="AMINA ABOULMIRA" userId="bd61a6d4df3cf63d" providerId="Windows Live" clId="Web-{40426D8E-89B8-48A7-8444-A467E476DA89}" dt="2026-02-01T23:47:44.189" v="95"/>
          <ac:spMkLst>
            <pc:docMk/>
            <pc:sldMk cId="0" sldId="262"/>
            <ac:spMk id="127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2T00:29:10.059" v="405" actId="20577"/>
          <ac:spMkLst>
            <pc:docMk/>
            <pc:sldMk cId="0" sldId="262"/>
            <ac:spMk id="128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1T23:47:52.346" v="99"/>
        <pc:sldMkLst>
          <pc:docMk/>
          <pc:sldMk cId="0" sldId="264"/>
        </pc:sldMkLst>
        <pc:spChg chg="mod">
          <ac:chgData name="AMINA ABOULMIRA" userId="bd61a6d4df3cf63d" providerId="Windows Live" clId="Web-{40426D8E-89B8-48A7-8444-A467E476DA89}" dt="2026-02-01T23:47:52.346" v="99"/>
          <ac:spMkLst>
            <pc:docMk/>
            <pc:sldMk cId="0" sldId="264"/>
            <ac:spMk id="140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2T00:31:45.385" v="429" actId="20577"/>
        <pc:sldMkLst>
          <pc:docMk/>
          <pc:sldMk cId="0" sldId="265"/>
        </pc:sldMkLst>
        <pc:spChg chg="mod">
          <ac:chgData name="AMINA ABOULMIRA" userId="bd61a6d4df3cf63d" providerId="Windows Live" clId="Web-{40426D8E-89B8-48A7-8444-A467E476DA89}" dt="2026-02-01T23:47:48.455" v="97"/>
          <ac:spMkLst>
            <pc:docMk/>
            <pc:sldMk cId="0" sldId="265"/>
            <ac:spMk id="147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2T00:31:45.385" v="429" actId="20577"/>
          <ac:spMkLst>
            <pc:docMk/>
            <pc:sldMk cId="0" sldId="265"/>
            <ac:spMk id="148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2T00:32:03.793" v="432" actId="20577"/>
        <pc:sldMkLst>
          <pc:docMk/>
          <pc:sldMk cId="0" sldId="266"/>
        </pc:sldMkLst>
        <pc:spChg chg="mod">
          <ac:chgData name="AMINA ABOULMIRA" userId="bd61a6d4df3cf63d" providerId="Windows Live" clId="Web-{40426D8E-89B8-48A7-8444-A467E476DA89}" dt="2026-02-01T23:47:57.237" v="101"/>
          <ac:spMkLst>
            <pc:docMk/>
            <pc:sldMk cId="0" sldId="266"/>
            <ac:spMk id="154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2T00:32:03.793" v="432" actId="20577"/>
          <ac:spMkLst>
            <pc:docMk/>
            <pc:sldMk cId="0" sldId="266"/>
            <ac:spMk id="155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2T00:32:52.952" v="447" actId="20577"/>
        <pc:sldMkLst>
          <pc:docMk/>
          <pc:sldMk cId="0" sldId="267"/>
        </pc:sldMkLst>
        <pc:spChg chg="mod">
          <ac:chgData name="AMINA ABOULMIRA" userId="bd61a6d4df3cf63d" providerId="Windows Live" clId="Web-{40426D8E-89B8-48A7-8444-A467E476DA89}" dt="2026-02-02T00:32:28.169" v="436" actId="20577"/>
          <ac:spMkLst>
            <pc:docMk/>
            <pc:sldMk cId="0" sldId="267"/>
            <ac:spMk id="161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2T00:32:52.952" v="447" actId="20577"/>
          <ac:spMkLst>
            <pc:docMk/>
            <pc:sldMk cId="0" sldId="267"/>
            <ac:spMk id="162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2T00:34:19.847" v="460" actId="20577"/>
        <pc:sldMkLst>
          <pc:docMk/>
          <pc:sldMk cId="0" sldId="269"/>
        </pc:sldMkLst>
        <pc:spChg chg="mod">
          <ac:chgData name="AMINA ABOULMIRA" userId="bd61a6d4df3cf63d" providerId="Windows Live" clId="Web-{40426D8E-89B8-48A7-8444-A467E476DA89}" dt="2026-02-01T23:48:05.159" v="105"/>
          <ac:spMkLst>
            <pc:docMk/>
            <pc:sldMk cId="0" sldId="269"/>
            <ac:spMk id="174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2T00:34:19.847" v="460" actId="20577"/>
          <ac:spMkLst>
            <pc:docMk/>
            <pc:sldMk cId="0" sldId="269"/>
            <ac:spMk id="175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1T23:58:54.890" v="247" actId="20577"/>
        <pc:sldMkLst>
          <pc:docMk/>
          <pc:sldMk cId="0" sldId="270"/>
        </pc:sldMkLst>
        <pc:spChg chg="mod">
          <ac:chgData name="AMINA ABOULMIRA" userId="bd61a6d4df3cf63d" providerId="Windows Live" clId="Web-{40426D8E-89B8-48A7-8444-A467E476DA89}" dt="2026-02-01T23:48:10.206" v="107"/>
          <ac:spMkLst>
            <pc:docMk/>
            <pc:sldMk cId="0" sldId="270"/>
            <ac:spMk id="181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1T23:58:54.890" v="247" actId="20577"/>
          <ac:spMkLst>
            <pc:docMk/>
            <pc:sldMk cId="0" sldId="270"/>
            <ac:spMk id="182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2T00:35:42.070" v="462" actId="20577"/>
        <pc:sldMkLst>
          <pc:docMk/>
          <pc:sldMk cId="0" sldId="272"/>
        </pc:sldMkLst>
        <pc:spChg chg="mod">
          <ac:chgData name="AMINA ABOULMIRA" userId="bd61a6d4df3cf63d" providerId="Windows Live" clId="Web-{40426D8E-89B8-48A7-8444-A467E476DA89}" dt="2026-02-01T23:48:13.800" v="109"/>
          <ac:spMkLst>
            <pc:docMk/>
            <pc:sldMk cId="0" sldId="272"/>
            <ac:spMk id="194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2T00:35:42.070" v="462" actId="20577"/>
          <ac:spMkLst>
            <pc:docMk/>
            <pc:sldMk cId="0" sldId="272"/>
            <ac:spMk id="195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1T23:48:22.394" v="113"/>
        <pc:sldMkLst>
          <pc:docMk/>
          <pc:sldMk cId="0" sldId="274"/>
        </pc:sldMkLst>
        <pc:spChg chg="mod">
          <ac:chgData name="AMINA ABOULMIRA" userId="bd61a6d4df3cf63d" providerId="Windows Live" clId="Web-{40426D8E-89B8-48A7-8444-A467E476DA89}" dt="2026-02-01T23:48:22.394" v="113"/>
          <ac:spMkLst>
            <pc:docMk/>
            <pc:sldMk cId="0" sldId="274"/>
            <ac:spMk id="209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1T23:48:18.410" v="111"/>
        <pc:sldMkLst>
          <pc:docMk/>
          <pc:sldMk cId="0" sldId="276"/>
        </pc:sldMkLst>
        <pc:spChg chg="mod">
          <ac:chgData name="AMINA ABOULMIRA" userId="bd61a6d4df3cf63d" providerId="Windows Live" clId="Web-{40426D8E-89B8-48A7-8444-A467E476DA89}" dt="2026-02-01T23:48:18.410" v="111"/>
          <ac:spMkLst>
            <pc:docMk/>
            <pc:sldMk cId="0" sldId="276"/>
            <ac:spMk id="224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2T00:37:33.511" v="486" actId="20577"/>
        <pc:sldMkLst>
          <pc:docMk/>
          <pc:sldMk cId="0" sldId="277"/>
        </pc:sldMkLst>
        <pc:spChg chg="mod">
          <ac:chgData name="AMINA ABOULMIRA" userId="bd61a6d4df3cf63d" providerId="Windows Live" clId="Web-{40426D8E-89B8-48A7-8444-A467E476DA89}" dt="2026-02-01T23:48:27.176" v="115"/>
          <ac:spMkLst>
            <pc:docMk/>
            <pc:sldMk cId="0" sldId="277"/>
            <ac:spMk id="231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2T00:37:33.511" v="486" actId="20577"/>
          <ac:spMkLst>
            <pc:docMk/>
            <pc:sldMk cId="0" sldId="277"/>
            <ac:spMk id="232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2T00:38:26.435" v="490" actId="20577"/>
        <pc:sldMkLst>
          <pc:docMk/>
          <pc:sldMk cId="0" sldId="278"/>
        </pc:sldMkLst>
        <pc:spChg chg="mod">
          <ac:chgData name="AMINA ABOULMIRA" userId="bd61a6d4df3cf63d" providerId="Windows Live" clId="Web-{40426D8E-89B8-48A7-8444-A467E476DA89}" dt="2026-02-01T23:48:30.957" v="117"/>
          <ac:spMkLst>
            <pc:docMk/>
            <pc:sldMk cId="0" sldId="278"/>
            <ac:spMk id="238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2T00:38:26.435" v="490" actId="20577"/>
          <ac:spMkLst>
            <pc:docMk/>
            <pc:sldMk cId="0" sldId="278"/>
            <ac:spMk id="239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2T00:39:22.952" v="505" actId="1076"/>
        <pc:sldMkLst>
          <pc:docMk/>
          <pc:sldMk cId="0" sldId="279"/>
        </pc:sldMkLst>
        <pc:spChg chg="mod">
          <ac:chgData name="AMINA ABOULMIRA" userId="bd61a6d4df3cf63d" providerId="Windows Live" clId="Web-{40426D8E-89B8-48A7-8444-A467E476DA89}" dt="2026-02-01T23:48:35.426" v="119"/>
          <ac:spMkLst>
            <pc:docMk/>
            <pc:sldMk cId="0" sldId="279"/>
            <ac:spMk id="245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2T00:39:22.952" v="505" actId="1076"/>
          <ac:spMkLst>
            <pc:docMk/>
            <pc:sldMk cId="0" sldId="279"/>
            <ac:spMk id="246" creationId="{00000000-0000-0000-0000-000000000000}"/>
          </ac:spMkLst>
        </pc:spChg>
      </pc:sldChg>
      <pc:sldChg chg="addSp modSp add">
        <pc:chgData name="AMINA ABOULMIRA" userId="bd61a6d4df3cf63d" providerId="Windows Live" clId="Web-{40426D8E-89B8-48A7-8444-A467E476DA89}" dt="2026-02-02T00:40:25.594" v="527" actId="1076"/>
        <pc:sldMkLst>
          <pc:docMk/>
          <pc:sldMk cId="0" sldId="280"/>
        </pc:sldMkLst>
        <pc:spChg chg="add mod">
          <ac:chgData name="AMINA ABOULMIRA" userId="bd61a6d4df3cf63d" providerId="Windows Live" clId="Web-{40426D8E-89B8-48A7-8444-A467E476DA89}" dt="2026-02-02T00:40:12.703" v="525" actId="1076"/>
          <ac:spMkLst>
            <pc:docMk/>
            <pc:sldMk cId="0" sldId="280"/>
            <ac:spMk id="2" creationId="{20B1E43F-A743-B874-67A3-448D93CC68B2}"/>
          </ac:spMkLst>
        </pc:spChg>
        <pc:spChg chg="mod">
          <ac:chgData name="AMINA ABOULMIRA" userId="bd61a6d4df3cf63d" providerId="Windows Live" clId="Web-{40426D8E-89B8-48A7-8444-A467E476DA89}" dt="2026-02-01T23:48:39.442" v="121"/>
          <ac:spMkLst>
            <pc:docMk/>
            <pc:sldMk cId="0" sldId="280"/>
            <ac:spMk id="252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2T00:40:25.594" v="527" actId="1076"/>
          <ac:spMkLst>
            <pc:docMk/>
            <pc:sldMk cId="0" sldId="280"/>
            <ac:spMk id="253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1T23:48:42.317" v="123"/>
        <pc:sldMkLst>
          <pc:docMk/>
          <pc:sldMk cId="0" sldId="281"/>
        </pc:sldMkLst>
        <pc:spChg chg="mod">
          <ac:chgData name="AMINA ABOULMIRA" userId="bd61a6d4df3cf63d" providerId="Windows Live" clId="Web-{40426D8E-89B8-48A7-8444-A467E476DA89}" dt="2026-02-01T23:48:42.317" v="123"/>
          <ac:spMkLst>
            <pc:docMk/>
            <pc:sldMk cId="0" sldId="281"/>
            <ac:spMk id="259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2T00:08:39.659" v="332" actId="20577"/>
        <pc:sldMkLst>
          <pc:docMk/>
          <pc:sldMk cId="0" sldId="283"/>
        </pc:sldMkLst>
        <pc:spChg chg="mod">
          <ac:chgData name="AMINA ABOULMIRA" userId="bd61a6d4df3cf63d" providerId="Windows Live" clId="Web-{40426D8E-89B8-48A7-8444-A467E476DA89}" dt="2026-02-01T23:48:46.208" v="125"/>
          <ac:spMkLst>
            <pc:docMk/>
            <pc:sldMk cId="0" sldId="283"/>
            <ac:spMk id="273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2T00:08:39.659" v="332" actId="20577"/>
          <ac:spMkLst>
            <pc:docMk/>
            <pc:sldMk cId="0" sldId="283"/>
            <ac:spMk id="274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2T00:10:57.709" v="356" actId="20577"/>
        <pc:sldMkLst>
          <pc:docMk/>
          <pc:sldMk cId="0" sldId="285"/>
        </pc:sldMkLst>
        <pc:spChg chg="mod">
          <ac:chgData name="AMINA ABOULMIRA" userId="bd61a6d4df3cf63d" providerId="Windows Live" clId="Web-{40426D8E-89B8-48A7-8444-A467E476DA89}" dt="2026-02-01T23:48:49.411" v="127"/>
          <ac:spMkLst>
            <pc:docMk/>
            <pc:sldMk cId="0" sldId="285"/>
            <ac:spMk id="287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2T00:10:57.709" v="356" actId="20577"/>
          <ac:spMkLst>
            <pc:docMk/>
            <pc:sldMk cId="0" sldId="285"/>
            <ac:spMk id="288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2T00:41:32.940" v="535" actId="20577"/>
        <pc:sldMkLst>
          <pc:docMk/>
          <pc:sldMk cId="0" sldId="286"/>
        </pc:sldMkLst>
        <pc:spChg chg="mod">
          <ac:chgData name="AMINA ABOULMIRA" userId="bd61a6d4df3cf63d" providerId="Windows Live" clId="Web-{40426D8E-89B8-48A7-8444-A467E476DA89}" dt="2026-02-02T00:11:10.319" v="358"/>
          <ac:spMkLst>
            <pc:docMk/>
            <pc:sldMk cId="0" sldId="286"/>
            <ac:spMk id="294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2T00:41:32.940" v="535" actId="20577"/>
          <ac:spMkLst>
            <pc:docMk/>
            <pc:sldMk cId="0" sldId="286"/>
            <ac:spMk id="295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2T00:42:28.285" v="556" actId="20577"/>
        <pc:sldMkLst>
          <pc:docMk/>
          <pc:sldMk cId="0" sldId="287"/>
        </pc:sldMkLst>
        <pc:spChg chg="mod">
          <ac:chgData name="AMINA ABOULMIRA" userId="bd61a6d4df3cf63d" providerId="Windows Live" clId="Web-{40426D8E-89B8-48A7-8444-A467E476DA89}" dt="2026-02-01T23:48:53.333" v="129"/>
          <ac:spMkLst>
            <pc:docMk/>
            <pc:sldMk cId="0" sldId="287"/>
            <ac:spMk id="301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2T00:42:28.285" v="556" actId="20577"/>
          <ac:spMkLst>
            <pc:docMk/>
            <pc:sldMk cId="0" sldId="287"/>
            <ac:spMk id="302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2T00:13:14.263" v="362" actId="20577"/>
        <pc:sldMkLst>
          <pc:docMk/>
          <pc:sldMk cId="0" sldId="288"/>
        </pc:sldMkLst>
        <pc:spChg chg="mod">
          <ac:chgData name="AMINA ABOULMIRA" userId="bd61a6d4df3cf63d" providerId="Windows Live" clId="Web-{40426D8E-89B8-48A7-8444-A467E476DA89}" dt="2026-02-01T23:48:56.692" v="131"/>
          <ac:spMkLst>
            <pc:docMk/>
            <pc:sldMk cId="0" sldId="288"/>
            <ac:spMk id="308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2T00:13:14.263" v="362" actId="20577"/>
          <ac:spMkLst>
            <pc:docMk/>
            <pc:sldMk cId="0" sldId="288"/>
            <ac:spMk id="309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2T00:15:00.454" v="381" actId="20577"/>
        <pc:sldMkLst>
          <pc:docMk/>
          <pc:sldMk cId="0" sldId="289"/>
        </pc:sldMkLst>
        <pc:spChg chg="mod">
          <ac:chgData name="AMINA ABOULMIRA" userId="bd61a6d4df3cf63d" providerId="Windows Live" clId="Web-{40426D8E-89B8-48A7-8444-A467E476DA89}" dt="2026-02-01T23:49:15.959" v="133"/>
          <ac:spMkLst>
            <pc:docMk/>
            <pc:sldMk cId="0" sldId="289"/>
            <ac:spMk id="315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2T00:15:00.454" v="381" actId="20577"/>
          <ac:spMkLst>
            <pc:docMk/>
            <pc:sldMk cId="0" sldId="289"/>
            <ac:spMk id="316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2T01:40:43.888" v="593"/>
        <pc:sldMkLst>
          <pc:docMk/>
          <pc:sldMk cId="0" sldId="290"/>
        </pc:sldMkLst>
        <pc:spChg chg="mod">
          <ac:chgData name="AMINA ABOULMIRA" userId="bd61a6d4df3cf63d" providerId="Windows Live" clId="Web-{40426D8E-89B8-48A7-8444-A467E476DA89}" dt="2026-02-01T23:49:19.756" v="135"/>
          <ac:spMkLst>
            <pc:docMk/>
            <pc:sldMk cId="0" sldId="290"/>
            <ac:spMk id="322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2T01:40:43.888" v="593"/>
          <ac:spMkLst>
            <pc:docMk/>
            <pc:sldMk cId="0" sldId="290"/>
            <ac:spMk id="323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1T23:49:24.053" v="137"/>
        <pc:sldMkLst>
          <pc:docMk/>
          <pc:sldMk cId="0" sldId="292"/>
        </pc:sldMkLst>
        <pc:spChg chg="mod">
          <ac:chgData name="AMINA ABOULMIRA" userId="bd61a6d4df3cf63d" providerId="Windows Live" clId="Web-{40426D8E-89B8-48A7-8444-A467E476DA89}" dt="2026-02-01T23:49:24.053" v="137"/>
          <ac:spMkLst>
            <pc:docMk/>
            <pc:sldMk cId="0" sldId="292"/>
            <ac:spMk id="336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1T23:49:27.647" v="139"/>
        <pc:sldMkLst>
          <pc:docMk/>
          <pc:sldMk cId="0" sldId="293"/>
        </pc:sldMkLst>
        <pc:spChg chg="mod">
          <ac:chgData name="AMINA ABOULMIRA" userId="bd61a6d4df3cf63d" providerId="Windows Live" clId="Web-{40426D8E-89B8-48A7-8444-A467E476DA89}" dt="2026-02-01T23:49:27.647" v="139"/>
          <ac:spMkLst>
            <pc:docMk/>
            <pc:sldMk cId="0" sldId="293"/>
            <ac:spMk id="343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1T23:49:31.569" v="141"/>
        <pc:sldMkLst>
          <pc:docMk/>
          <pc:sldMk cId="0" sldId="294"/>
        </pc:sldMkLst>
        <pc:spChg chg="mod">
          <ac:chgData name="AMINA ABOULMIRA" userId="bd61a6d4df3cf63d" providerId="Windows Live" clId="Web-{40426D8E-89B8-48A7-8444-A467E476DA89}" dt="2026-02-01T23:49:31.569" v="141"/>
          <ac:spMkLst>
            <pc:docMk/>
            <pc:sldMk cId="0" sldId="294"/>
            <ac:spMk id="350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1T23:49:35.678" v="143"/>
        <pc:sldMkLst>
          <pc:docMk/>
          <pc:sldMk cId="0" sldId="295"/>
        </pc:sldMkLst>
        <pc:spChg chg="mod">
          <ac:chgData name="AMINA ABOULMIRA" userId="bd61a6d4df3cf63d" providerId="Windows Live" clId="Web-{40426D8E-89B8-48A7-8444-A467E476DA89}" dt="2026-02-01T23:49:35.678" v="143"/>
          <ac:spMkLst>
            <pc:docMk/>
            <pc:sldMk cId="0" sldId="295"/>
            <ac:spMk id="357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1T23:49:38.538" v="145"/>
        <pc:sldMkLst>
          <pc:docMk/>
          <pc:sldMk cId="0" sldId="296"/>
        </pc:sldMkLst>
        <pc:spChg chg="mod">
          <ac:chgData name="AMINA ABOULMIRA" userId="bd61a6d4df3cf63d" providerId="Windows Live" clId="Web-{40426D8E-89B8-48A7-8444-A467E476DA89}" dt="2026-02-01T23:49:38.538" v="145"/>
          <ac:spMkLst>
            <pc:docMk/>
            <pc:sldMk cId="0" sldId="296"/>
            <ac:spMk id="364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1T23:49:41.881" v="147"/>
        <pc:sldMkLst>
          <pc:docMk/>
          <pc:sldMk cId="0" sldId="297"/>
        </pc:sldMkLst>
        <pc:spChg chg="mod">
          <ac:chgData name="AMINA ABOULMIRA" userId="bd61a6d4df3cf63d" providerId="Windows Live" clId="Web-{40426D8E-89B8-48A7-8444-A467E476DA89}" dt="2026-02-01T23:49:41.881" v="147"/>
          <ac:spMkLst>
            <pc:docMk/>
            <pc:sldMk cId="0" sldId="297"/>
            <ac:spMk id="371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1T23:49:46.866" v="149"/>
        <pc:sldMkLst>
          <pc:docMk/>
          <pc:sldMk cId="0" sldId="298"/>
        </pc:sldMkLst>
        <pc:spChg chg="mod">
          <ac:chgData name="AMINA ABOULMIRA" userId="bd61a6d4df3cf63d" providerId="Windows Live" clId="Web-{40426D8E-89B8-48A7-8444-A467E476DA89}" dt="2026-02-01T23:49:46.866" v="149"/>
          <ac:spMkLst>
            <pc:docMk/>
            <pc:sldMk cId="0" sldId="298"/>
            <ac:spMk id="378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2T02:29:47.221" v="643" actId="1076"/>
        <pc:sldMkLst>
          <pc:docMk/>
          <pc:sldMk cId="0" sldId="300"/>
        </pc:sldMkLst>
        <pc:spChg chg="mod">
          <ac:chgData name="AMINA ABOULMIRA" userId="bd61a6d4df3cf63d" providerId="Windows Live" clId="Web-{40426D8E-89B8-48A7-8444-A467E476DA89}" dt="2026-02-01T23:49:52.788" v="151"/>
          <ac:spMkLst>
            <pc:docMk/>
            <pc:sldMk cId="0" sldId="300"/>
            <ac:spMk id="393" creationId="{00000000-0000-0000-0000-000000000000}"/>
          </ac:spMkLst>
        </pc:spChg>
        <pc:spChg chg="mod">
          <ac:chgData name="AMINA ABOULMIRA" userId="bd61a6d4df3cf63d" providerId="Windows Live" clId="Web-{40426D8E-89B8-48A7-8444-A467E476DA89}" dt="2026-02-02T02:29:47.221" v="643" actId="1076"/>
          <ac:spMkLst>
            <pc:docMk/>
            <pc:sldMk cId="0" sldId="300"/>
            <ac:spMk id="394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1T23:49:57.882" v="153"/>
        <pc:sldMkLst>
          <pc:docMk/>
          <pc:sldMk cId="0" sldId="302"/>
        </pc:sldMkLst>
        <pc:spChg chg="mod">
          <ac:chgData name="AMINA ABOULMIRA" userId="bd61a6d4df3cf63d" providerId="Windows Live" clId="Web-{40426D8E-89B8-48A7-8444-A467E476DA89}" dt="2026-02-01T23:49:57.882" v="153"/>
          <ac:spMkLst>
            <pc:docMk/>
            <pc:sldMk cId="0" sldId="302"/>
            <ac:spMk id="408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1T23:50:01.601" v="155"/>
        <pc:sldMkLst>
          <pc:docMk/>
          <pc:sldMk cId="0" sldId="303"/>
        </pc:sldMkLst>
        <pc:spChg chg="mod">
          <ac:chgData name="AMINA ABOULMIRA" userId="bd61a6d4df3cf63d" providerId="Windows Live" clId="Web-{40426D8E-89B8-48A7-8444-A467E476DA89}" dt="2026-02-01T23:50:01.601" v="155"/>
          <ac:spMkLst>
            <pc:docMk/>
            <pc:sldMk cId="0" sldId="303"/>
            <ac:spMk id="415" creationId="{00000000-0000-0000-0000-000000000000}"/>
          </ac:spMkLst>
        </pc:spChg>
      </pc:sldChg>
      <pc:sldChg chg="modSp add">
        <pc:chgData name="AMINA ABOULMIRA" userId="bd61a6d4df3cf63d" providerId="Windows Live" clId="Web-{40426D8E-89B8-48A7-8444-A467E476DA89}" dt="2026-02-01T23:50:06.476" v="157"/>
        <pc:sldMkLst>
          <pc:docMk/>
          <pc:sldMk cId="0" sldId="304"/>
        </pc:sldMkLst>
        <pc:spChg chg="mod">
          <ac:chgData name="AMINA ABOULMIRA" userId="bd61a6d4df3cf63d" providerId="Windows Live" clId="Web-{40426D8E-89B8-48A7-8444-A467E476DA89}" dt="2026-02-01T23:50:06.476" v="157"/>
          <ac:spMkLst>
            <pc:docMk/>
            <pc:sldMk cId="0" sldId="304"/>
            <ac:spMk id="422" creationId="{00000000-0000-0000-0000-000000000000}"/>
          </ac:spMkLst>
        </pc:spChg>
      </pc:sldChg>
      <pc:sldChg chg="modSp">
        <pc:chgData name="AMINA ABOULMIRA" userId="bd61a6d4df3cf63d" providerId="Windows Live" clId="Web-{40426D8E-89B8-48A7-8444-A467E476DA89}" dt="2026-02-01T23:43:35.580" v="22" actId="20577"/>
        <pc:sldMkLst>
          <pc:docMk/>
          <pc:sldMk cId="118343380" sldId="316"/>
        </pc:sldMkLst>
        <pc:spChg chg="mod">
          <ac:chgData name="AMINA ABOULMIRA" userId="bd61a6d4df3cf63d" providerId="Windows Live" clId="Web-{40426D8E-89B8-48A7-8444-A467E476DA89}" dt="2026-02-01T23:43:35.580" v="22" actId="20577"/>
          <ac:spMkLst>
            <pc:docMk/>
            <pc:sldMk cId="118343380" sldId="316"/>
            <ac:spMk id="3" creationId="{F421A536-FAB3-A183-8059-3F83B2F9B295}"/>
          </ac:spMkLst>
        </pc:spChg>
      </pc:sldChg>
      <pc:sldChg chg="delSp">
        <pc:chgData name="AMINA ABOULMIRA" userId="bd61a6d4df3cf63d" providerId="Windows Live" clId="Web-{40426D8E-89B8-48A7-8444-A467E476DA89}" dt="2026-02-02T02:30:26.675" v="644"/>
        <pc:sldMkLst>
          <pc:docMk/>
          <pc:sldMk cId="545387308" sldId="385"/>
        </pc:sldMkLst>
      </pc:sldChg>
      <pc:sldChg chg="modSp add replId">
        <pc:chgData name="AMINA ABOULMIRA" userId="bd61a6d4df3cf63d" providerId="Windows Live" clId="Web-{40426D8E-89B8-48A7-8444-A467E476DA89}" dt="2026-02-01T23:51:15.087" v="174" actId="20577"/>
        <pc:sldMkLst>
          <pc:docMk/>
          <pc:sldMk cId="2668746614" sldId="412"/>
        </pc:sldMkLst>
        <pc:spChg chg="mod">
          <ac:chgData name="AMINA ABOULMIRA" userId="bd61a6d4df3cf63d" providerId="Windows Live" clId="Web-{40426D8E-89B8-48A7-8444-A467E476DA89}" dt="2026-02-01T23:51:15.087" v="174" actId="20577"/>
          <ac:spMkLst>
            <pc:docMk/>
            <pc:sldMk cId="2668746614" sldId="412"/>
            <ac:spMk id="2" creationId="{E84269C5-350D-55E2-5883-593B361D1333}"/>
          </ac:spMkLst>
        </pc:spChg>
      </pc:sldChg>
      <pc:sldChg chg="modSp add replId">
        <pc:chgData name="AMINA ABOULMIRA" userId="bd61a6d4df3cf63d" providerId="Windows Live" clId="Web-{40426D8E-89B8-48A7-8444-A467E476DA89}" dt="2026-02-01T23:55:50.125" v="218" actId="20577"/>
        <pc:sldMkLst>
          <pc:docMk/>
          <pc:sldMk cId="3892772881" sldId="413"/>
        </pc:sldMkLst>
        <pc:spChg chg="mod">
          <ac:chgData name="AMINA ABOULMIRA" userId="bd61a6d4df3cf63d" providerId="Windows Live" clId="Web-{40426D8E-89B8-48A7-8444-A467E476DA89}" dt="2026-02-01T23:55:50.125" v="218" actId="20577"/>
          <ac:spMkLst>
            <pc:docMk/>
            <pc:sldMk cId="3892772881" sldId="413"/>
            <ac:spMk id="2" creationId="{DE10F25D-74C1-8535-6AE7-819A8E428FBF}"/>
          </ac:spMkLst>
        </pc:spChg>
      </pc:sldChg>
      <pc:sldChg chg="modSp add replId">
        <pc:chgData name="AMINA ABOULMIRA" userId="bd61a6d4df3cf63d" providerId="Windows Live" clId="Web-{40426D8E-89B8-48A7-8444-A467E476DA89}" dt="2026-02-01T23:57:58.024" v="241" actId="20577"/>
        <pc:sldMkLst>
          <pc:docMk/>
          <pc:sldMk cId="2141657004" sldId="414"/>
        </pc:sldMkLst>
        <pc:spChg chg="mod">
          <ac:chgData name="AMINA ABOULMIRA" userId="bd61a6d4df3cf63d" providerId="Windows Live" clId="Web-{40426D8E-89B8-48A7-8444-A467E476DA89}" dt="2026-02-01T23:57:58.024" v="241" actId="20577"/>
          <ac:spMkLst>
            <pc:docMk/>
            <pc:sldMk cId="2141657004" sldId="414"/>
            <ac:spMk id="2" creationId="{4A15ACE4-48E9-07A8-8C3B-B0C6D328C0CE}"/>
          </ac:spMkLst>
        </pc:spChg>
      </pc:sldChg>
      <pc:sldChg chg="modSp add replId">
        <pc:chgData name="AMINA ABOULMIRA" userId="bd61a6d4df3cf63d" providerId="Windows Live" clId="Web-{40426D8E-89B8-48A7-8444-A467E476DA89}" dt="2026-02-01T23:59:40.911" v="267" actId="20577"/>
        <pc:sldMkLst>
          <pc:docMk/>
          <pc:sldMk cId="1674808160" sldId="415"/>
        </pc:sldMkLst>
        <pc:spChg chg="mod">
          <ac:chgData name="AMINA ABOULMIRA" userId="bd61a6d4df3cf63d" providerId="Windows Live" clId="Web-{40426D8E-89B8-48A7-8444-A467E476DA89}" dt="2026-02-01T23:59:40.911" v="267" actId="20577"/>
          <ac:spMkLst>
            <pc:docMk/>
            <pc:sldMk cId="1674808160" sldId="415"/>
            <ac:spMk id="2" creationId="{100D87FF-BD31-C8AD-D849-6A38141AE4CD}"/>
          </ac:spMkLst>
        </pc:spChg>
      </pc:sldChg>
      <pc:sldChg chg="modSp add replId">
        <pc:chgData name="AMINA ABOULMIRA" userId="bd61a6d4df3cf63d" providerId="Windows Live" clId="Web-{40426D8E-89B8-48A7-8444-A467E476DA89}" dt="2026-02-02T00:00:21.806" v="271" actId="20577"/>
        <pc:sldMkLst>
          <pc:docMk/>
          <pc:sldMk cId="2203002644" sldId="416"/>
        </pc:sldMkLst>
        <pc:spChg chg="mod">
          <ac:chgData name="AMINA ABOULMIRA" userId="bd61a6d4df3cf63d" providerId="Windows Live" clId="Web-{40426D8E-89B8-48A7-8444-A467E476DA89}" dt="2026-02-02T00:00:21.806" v="271" actId="20577"/>
          <ac:spMkLst>
            <pc:docMk/>
            <pc:sldMk cId="2203002644" sldId="416"/>
            <ac:spMk id="2" creationId="{CE55D81B-3C7C-6BE9-A4D9-AB723F4F4A2D}"/>
          </ac:spMkLst>
        </pc:spChg>
      </pc:sldChg>
      <pc:sldChg chg="modSp add replId">
        <pc:chgData name="AMINA ABOULMIRA" userId="bd61a6d4df3cf63d" providerId="Windows Live" clId="Web-{40426D8E-89B8-48A7-8444-A467E476DA89}" dt="2026-02-02T00:01:07.685" v="275" actId="20577"/>
        <pc:sldMkLst>
          <pc:docMk/>
          <pc:sldMk cId="1881315741" sldId="417"/>
        </pc:sldMkLst>
        <pc:spChg chg="mod">
          <ac:chgData name="AMINA ABOULMIRA" userId="bd61a6d4df3cf63d" providerId="Windows Live" clId="Web-{40426D8E-89B8-48A7-8444-A467E476DA89}" dt="2026-02-02T00:01:07.685" v="275" actId="20577"/>
          <ac:spMkLst>
            <pc:docMk/>
            <pc:sldMk cId="1881315741" sldId="417"/>
            <ac:spMk id="2" creationId="{17AFFF4A-0080-E20B-A5EB-8602C9EE6DCC}"/>
          </ac:spMkLst>
        </pc:spChg>
      </pc:sldChg>
      <pc:sldChg chg="modSp add replId">
        <pc:chgData name="AMINA ABOULMIRA" userId="bd61a6d4df3cf63d" providerId="Windows Live" clId="Web-{40426D8E-89B8-48A7-8444-A467E476DA89}" dt="2026-02-02T00:08:14.596" v="329" actId="20577"/>
        <pc:sldMkLst>
          <pc:docMk/>
          <pc:sldMk cId="3391094013" sldId="418"/>
        </pc:sldMkLst>
        <pc:spChg chg="mod">
          <ac:chgData name="AMINA ABOULMIRA" userId="bd61a6d4df3cf63d" providerId="Windows Live" clId="Web-{40426D8E-89B8-48A7-8444-A467E476DA89}" dt="2026-02-02T00:08:14.596" v="329" actId="20577"/>
          <ac:spMkLst>
            <pc:docMk/>
            <pc:sldMk cId="3391094013" sldId="418"/>
            <ac:spMk id="2" creationId="{F173E01A-7EF4-48C7-269C-AB69898D8E52}"/>
          </ac:spMkLst>
        </pc:spChg>
      </pc:sldChg>
      <pc:sldChg chg="modSp add replId">
        <pc:chgData name="AMINA ABOULMIRA" userId="bd61a6d4df3cf63d" providerId="Windows Live" clId="Web-{40426D8E-89B8-48A7-8444-A467E476DA89}" dt="2026-02-02T00:09:24.613" v="344" actId="20577"/>
        <pc:sldMkLst>
          <pc:docMk/>
          <pc:sldMk cId="849401057" sldId="419"/>
        </pc:sldMkLst>
        <pc:spChg chg="mod">
          <ac:chgData name="AMINA ABOULMIRA" userId="bd61a6d4df3cf63d" providerId="Windows Live" clId="Web-{40426D8E-89B8-48A7-8444-A467E476DA89}" dt="2026-02-02T00:09:24.613" v="344" actId="20577"/>
          <ac:spMkLst>
            <pc:docMk/>
            <pc:sldMk cId="849401057" sldId="419"/>
            <ac:spMk id="2" creationId="{FF201A6B-21CD-3976-1C9F-1768866A3BCF}"/>
          </ac:spMkLst>
        </pc:spChg>
      </pc:sldChg>
      <pc:sldChg chg="modSp add replId">
        <pc:chgData name="AMINA ABOULMIRA" userId="bd61a6d4df3cf63d" providerId="Windows Live" clId="Web-{40426D8E-89B8-48A7-8444-A467E476DA89}" dt="2026-02-02T00:50:01.107" v="559" actId="14100"/>
        <pc:sldMkLst>
          <pc:docMk/>
          <pc:sldMk cId="1164291658" sldId="420"/>
        </pc:sldMkLst>
        <pc:spChg chg="mod">
          <ac:chgData name="AMINA ABOULMIRA" userId="bd61a6d4df3cf63d" providerId="Windows Live" clId="Web-{40426D8E-89B8-48A7-8444-A467E476DA89}" dt="2026-02-02T00:50:01.107" v="559" actId="14100"/>
          <ac:spMkLst>
            <pc:docMk/>
            <pc:sldMk cId="1164291658" sldId="420"/>
            <ac:spMk id="2" creationId="{681781DB-D780-19D7-548C-9158202733B5}"/>
          </ac:spMkLst>
        </pc:spChg>
      </pc:sldChg>
      <pc:sldChg chg="modSp add replId">
        <pc:chgData name="AMINA ABOULMIRA" userId="bd61a6d4df3cf63d" providerId="Windows Live" clId="Web-{40426D8E-89B8-48A7-8444-A467E476DA89}" dt="2026-02-02T02:21:16.472" v="595" actId="20577"/>
        <pc:sldMkLst>
          <pc:docMk/>
          <pc:sldMk cId="944144621" sldId="421"/>
        </pc:sldMkLst>
        <pc:spChg chg="mod">
          <ac:chgData name="AMINA ABOULMIRA" userId="bd61a6d4df3cf63d" providerId="Windows Live" clId="Web-{40426D8E-89B8-48A7-8444-A467E476DA89}" dt="2026-02-02T02:21:16.472" v="595" actId="20577"/>
          <ac:spMkLst>
            <pc:docMk/>
            <pc:sldMk cId="944144621" sldId="421"/>
            <ac:spMk id="2" creationId="{65B289B0-0A5E-3B4E-47DE-71317F842C34}"/>
          </ac:spMkLst>
        </pc:spChg>
      </pc:sldChg>
      <pc:sldChg chg="modSp add replId">
        <pc:chgData name="AMINA ABOULMIRA" userId="bd61a6d4df3cf63d" providerId="Windows Live" clId="Web-{40426D8E-89B8-48A7-8444-A467E476DA89}" dt="2026-02-02T02:21:59.274" v="600" actId="20577"/>
        <pc:sldMkLst>
          <pc:docMk/>
          <pc:sldMk cId="182696999" sldId="422"/>
        </pc:sldMkLst>
        <pc:spChg chg="mod">
          <ac:chgData name="AMINA ABOULMIRA" userId="bd61a6d4df3cf63d" providerId="Windows Live" clId="Web-{40426D8E-89B8-48A7-8444-A467E476DA89}" dt="2026-02-02T02:21:59.274" v="600" actId="20577"/>
          <ac:spMkLst>
            <pc:docMk/>
            <pc:sldMk cId="182696999" sldId="422"/>
            <ac:spMk id="2" creationId="{C21FCF88-41F9-034A-1825-C6A9BCAAF704}"/>
          </ac:spMkLst>
        </pc:spChg>
      </pc:sldChg>
      <pc:sldChg chg="modSp add replId">
        <pc:chgData name="AMINA ABOULMIRA" userId="bd61a6d4df3cf63d" providerId="Windows Live" clId="Web-{40426D8E-89B8-48A7-8444-A467E476DA89}" dt="2026-02-02T00:30:22.769" v="423" actId="20577"/>
        <pc:sldMkLst>
          <pc:docMk/>
          <pc:sldMk cId="15996350" sldId="423"/>
        </pc:sldMkLst>
        <pc:spChg chg="mod">
          <ac:chgData name="AMINA ABOULMIRA" userId="bd61a6d4df3cf63d" providerId="Windows Live" clId="Web-{40426D8E-89B8-48A7-8444-A467E476DA89}" dt="2026-02-02T00:30:22.769" v="423" actId="20577"/>
          <ac:spMkLst>
            <pc:docMk/>
            <pc:sldMk cId="15996350" sldId="423"/>
            <ac:spMk id="128" creationId="{4F21F06E-11BB-E53D-ECA4-89E91BD1FD44}"/>
          </ac:spMkLst>
        </pc:spChg>
      </pc:sldChg>
      <pc:sldChg chg="modSp add replId">
        <pc:chgData name="AMINA ABOULMIRA" userId="bd61a6d4df3cf63d" providerId="Windows Live" clId="Web-{40426D8E-89B8-48A7-8444-A467E476DA89}" dt="2026-02-02T00:32:33.670" v="437" actId="20577"/>
        <pc:sldMkLst>
          <pc:docMk/>
          <pc:sldMk cId="1236317589" sldId="424"/>
        </pc:sldMkLst>
        <pc:spChg chg="mod">
          <ac:chgData name="AMINA ABOULMIRA" userId="bd61a6d4df3cf63d" providerId="Windows Live" clId="Web-{40426D8E-89B8-48A7-8444-A467E476DA89}" dt="2026-02-02T00:32:33.670" v="437" actId="20577"/>
          <ac:spMkLst>
            <pc:docMk/>
            <pc:sldMk cId="1236317589" sldId="424"/>
            <ac:spMk id="161" creationId="{DB61BCB6-A5DD-2CA4-2E9D-645186151E70}"/>
          </ac:spMkLst>
        </pc:spChg>
      </pc:sldChg>
      <pc:sldChg chg="add replId">
        <pc:chgData name="AMINA ABOULMIRA" userId="bd61a6d4df3cf63d" providerId="Windows Live" clId="Web-{40426D8E-89B8-48A7-8444-A467E476DA89}" dt="2026-02-02T00:36:40.291" v="463"/>
        <pc:sldMkLst>
          <pc:docMk/>
          <pc:sldMk cId="700214289" sldId="425"/>
        </pc:sldMkLst>
      </pc:sldChg>
      <pc:sldChg chg="modSp add replId">
        <pc:chgData name="AMINA ABOULMIRA" userId="bd61a6d4df3cf63d" providerId="Windows Live" clId="Web-{40426D8E-89B8-48A7-8444-A467E476DA89}" dt="2026-02-02T01:34:53.896" v="566" actId="20577"/>
        <pc:sldMkLst>
          <pc:docMk/>
          <pc:sldMk cId="1074415660" sldId="426"/>
        </pc:sldMkLst>
        <pc:spChg chg="mod">
          <ac:chgData name="AMINA ABOULMIRA" userId="bd61a6d4df3cf63d" providerId="Windows Live" clId="Web-{40426D8E-89B8-48A7-8444-A467E476DA89}" dt="2026-02-02T01:34:53.896" v="566" actId="20577"/>
          <ac:spMkLst>
            <pc:docMk/>
            <pc:sldMk cId="1074415660" sldId="426"/>
            <ac:spMk id="323" creationId="{6B98151D-EF94-C7AF-383B-45AD8BB4C641}"/>
          </ac:spMkLst>
        </pc:spChg>
      </pc:sldChg>
      <pc:sldMasterChg chg="add addSldLayout">
        <pc:chgData name="AMINA ABOULMIRA" userId="bd61a6d4df3cf63d" providerId="Windows Live" clId="Web-{40426D8E-89B8-48A7-8444-A467E476DA89}" dt="2026-02-01T23:38:32.756" v="6"/>
        <pc:sldMasterMkLst>
          <pc:docMk/>
          <pc:sldMasterMk cId="0" sldId="2147483660"/>
        </pc:sldMasterMkLst>
        <pc:sldLayoutChg chg="add">
          <pc:chgData name="AMINA ABOULMIRA" userId="bd61a6d4df3cf63d" providerId="Windows Live" clId="Web-{40426D8E-89B8-48A7-8444-A467E476DA89}" dt="2026-02-01T23:38:32.756" v="6"/>
          <pc:sldLayoutMkLst>
            <pc:docMk/>
            <pc:sldMasterMk cId="0" sldId="2147483660"/>
            <pc:sldLayoutMk cId="0" sldId="2147483648"/>
          </pc:sldLayoutMkLst>
        </pc:sldLayoutChg>
        <pc:sldLayoutChg chg="add">
          <pc:chgData name="AMINA ABOULMIRA" userId="bd61a6d4df3cf63d" providerId="Windows Live" clId="Web-{40426D8E-89B8-48A7-8444-A467E476DA89}" dt="2026-02-01T23:38:32.756" v="6"/>
          <pc:sldLayoutMkLst>
            <pc:docMk/>
            <pc:sldMasterMk cId="0" sldId="2147483660"/>
            <pc:sldLayoutMk cId="0" sldId="2147483649"/>
          </pc:sldLayoutMkLst>
        </pc:sldLayoutChg>
        <pc:sldLayoutChg chg="add">
          <pc:chgData name="AMINA ABOULMIRA" userId="bd61a6d4df3cf63d" providerId="Windows Live" clId="Web-{40426D8E-89B8-48A7-8444-A467E476DA89}" dt="2026-02-01T23:38:32.756" v="6"/>
          <pc:sldLayoutMkLst>
            <pc:docMk/>
            <pc:sldMasterMk cId="0" sldId="2147483660"/>
            <pc:sldLayoutMk cId="0" sldId="2147483650"/>
          </pc:sldLayoutMkLst>
        </pc:sldLayoutChg>
        <pc:sldLayoutChg chg="add">
          <pc:chgData name="AMINA ABOULMIRA" userId="bd61a6d4df3cf63d" providerId="Windows Live" clId="Web-{40426D8E-89B8-48A7-8444-A467E476DA89}" dt="2026-02-01T23:38:32.756" v="6"/>
          <pc:sldLayoutMkLst>
            <pc:docMk/>
            <pc:sldMasterMk cId="0" sldId="2147483660"/>
            <pc:sldLayoutMk cId="0" sldId="2147483651"/>
          </pc:sldLayoutMkLst>
        </pc:sldLayoutChg>
        <pc:sldLayoutChg chg="add">
          <pc:chgData name="AMINA ABOULMIRA" userId="bd61a6d4df3cf63d" providerId="Windows Live" clId="Web-{40426D8E-89B8-48A7-8444-A467E476DA89}" dt="2026-02-01T23:38:32.756" v="6"/>
          <pc:sldLayoutMkLst>
            <pc:docMk/>
            <pc:sldMasterMk cId="0" sldId="2147483660"/>
            <pc:sldLayoutMk cId="0" sldId="2147483652"/>
          </pc:sldLayoutMkLst>
        </pc:sldLayoutChg>
        <pc:sldLayoutChg chg="add">
          <pc:chgData name="AMINA ABOULMIRA" userId="bd61a6d4df3cf63d" providerId="Windows Live" clId="Web-{40426D8E-89B8-48A7-8444-A467E476DA89}" dt="2026-02-01T23:38:32.756" v="6"/>
          <pc:sldLayoutMkLst>
            <pc:docMk/>
            <pc:sldMasterMk cId="0" sldId="2147483660"/>
            <pc:sldLayoutMk cId="0" sldId="2147483653"/>
          </pc:sldLayoutMkLst>
        </pc:sldLayoutChg>
        <pc:sldLayoutChg chg="add">
          <pc:chgData name="AMINA ABOULMIRA" userId="bd61a6d4df3cf63d" providerId="Windows Live" clId="Web-{40426D8E-89B8-48A7-8444-A467E476DA89}" dt="2026-02-01T23:38:32.756" v="6"/>
          <pc:sldLayoutMkLst>
            <pc:docMk/>
            <pc:sldMasterMk cId="0" sldId="2147483660"/>
            <pc:sldLayoutMk cId="0" sldId="2147483654"/>
          </pc:sldLayoutMkLst>
        </pc:sldLayoutChg>
        <pc:sldLayoutChg chg="add">
          <pc:chgData name="AMINA ABOULMIRA" userId="bd61a6d4df3cf63d" providerId="Windows Live" clId="Web-{40426D8E-89B8-48A7-8444-A467E476DA89}" dt="2026-02-01T23:38:32.756" v="6"/>
          <pc:sldLayoutMkLst>
            <pc:docMk/>
            <pc:sldMasterMk cId="0" sldId="2147483660"/>
            <pc:sldLayoutMk cId="0" sldId="2147483655"/>
          </pc:sldLayoutMkLst>
        </pc:sldLayoutChg>
        <pc:sldLayoutChg chg="add">
          <pc:chgData name="AMINA ABOULMIRA" userId="bd61a6d4df3cf63d" providerId="Windows Live" clId="Web-{40426D8E-89B8-48A7-8444-A467E476DA89}" dt="2026-02-01T23:38:32.756" v="6"/>
          <pc:sldLayoutMkLst>
            <pc:docMk/>
            <pc:sldMasterMk cId="0" sldId="2147483660"/>
            <pc:sldLayoutMk cId="0" sldId="2147483656"/>
          </pc:sldLayoutMkLst>
        </pc:sldLayoutChg>
        <pc:sldLayoutChg chg="add">
          <pc:chgData name="AMINA ABOULMIRA" userId="bd61a6d4df3cf63d" providerId="Windows Live" clId="Web-{40426D8E-89B8-48A7-8444-A467E476DA89}" dt="2026-02-01T23:38:32.756" v="6"/>
          <pc:sldLayoutMkLst>
            <pc:docMk/>
            <pc:sldMasterMk cId="0" sldId="2147483660"/>
            <pc:sldLayoutMk cId="0" sldId="2147483657"/>
          </pc:sldLayoutMkLst>
        </pc:sldLayoutChg>
        <pc:sldLayoutChg chg="add">
          <pc:chgData name="AMINA ABOULMIRA" userId="bd61a6d4df3cf63d" providerId="Windows Live" clId="Web-{40426D8E-89B8-48A7-8444-A467E476DA89}" dt="2026-02-01T23:38:32.756" v="6"/>
          <pc:sldLayoutMkLst>
            <pc:docMk/>
            <pc:sldMasterMk cId="0" sldId="2147483660"/>
            <pc:sldLayoutMk cId="0" sldId="2147483658"/>
          </pc:sldLayoutMkLst>
        </pc:sldLayoutChg>
        <pc:sldLayoutChg chg="add">
          <pc:chgData name="AMINA ABOULMIRA" userId="bd61a6d4df3cf63d" providerId="Windows Live" clId="Web-{40426D8E-89B8-48A7-8444-A467E476DA89}" dt="2026-02-01T23:38:32.756" v="6"/>
          <pc:sldLayoutMkLst>
            <pc:docMk/>
            <pc:sldMasterMk cId="0" sldId="2147483660"/>
            <pc:sldLayoutMk cId="0" sldId="2147483659"/>
          </pc:sldLayoutMkLst>
        </pc:sldLayoutChg>
      </pc:sldMasterChg>
      <pc:sldMasterChg chg="addSldLayout delSldLayout">
        <pc:chgData name="AMINA ABOULMIRA" userId="bd61a6d4df3cf63d" providerId="Windows Live" clId="Web-{40426D8E-89B8-48A7-8444-A467E476DA89}" dt="2026-02-01T23:46:20.185" v="30"/>
        <pc:sldMasterMkLst>
          <pc:docMk/>
          <pc:sldMasterMk cId="1198086284" sldId="2147483760"/>
        </pc:sldMasterMkLst>
        <pc:sldLayoutChg chg="add">
          <pc:chgData name="AMINA ABOULMIRA" userId="bd61a6d4df3cf63d" providerId="Windows Live" clId="Web-{40426D8E-89B8-48A7-8444-A467E476DA89}" dt="2026-02-01T23:38:00.943" v="2"/>
          <pc:sldLayoutMkLst>
            <pc:docMk/>
            <pc:sldMasterMk cId="1198086284" sldId="2147483760"/>
            <pc:sldLayoutMk cId="2500586963" sldId="2147483773"/>
          </pc:sldLayoutMkLst>
        </pc:sldLayoutChg>
        <pc:sldLayoutChg chg="add">
          <pc:chgData name="AMINA ABOULMIRA" userId="bd61a6d4df3cf63d" providerId="Windows Live" clId="Web-{40426D8E-89B8-48A7-8444-A467E476DA89}" dt="2026-02-01T23:38:20.787" v="5"/>
          <pc:sldLayoutMkLst>
            <pc:docMk/>
            <pc:sldMasterMk cId="1198086284" sldId="2147483760"/>
            <pc:sldLayoutMk cId="1842434492" sldId="2147483774"/>
          </pc:sldLayoutMkLst>
        </pc:sldLayoutChg>
        <pc:sldLayoutChg chg="add">
          <pc:chgData name="AMINA ABOULMIRA" userId="bd61a6d4df3cf63d" providerId="Windows Live" clId="Web-{40426D8E-89B8-48A7-8444-A467E476DA89}" dt="2026-02-01T23:46:20.185" v="30"/>
          <pc:sldLayoutMkLst>
            <pc:docMk/>
            <pc:sldMasterMk cId="1198086284" sldId="2147483760"/>
            <pc:sldLayoutMk cId="353633373" sldId="2147483775"/>
          </pc:sldLayoutMkLst>
        </pc:sldLayoutChg>
      </pc:sldMasterChg>
    </pc:docChg>
  </pc:docChgLst>
  <pc:docChgLst>
    <pc:chgData name="AMINA ABOULMIRA" userId="bd61a6d4df3cf63d" providerId="Windows Live" clId="Web-{B8EEAF1D-1FAE-495E-A07F-F70476746CD4}"/>
    <pc:docChg chg="modSld">
      <pc:chgData name="AMINA ABOULMIRA" userId="bd61a6d4df3cf63d" providerId="Windows Live" clId="Web-{B8EEAF1D-1FAE-495E-A07F-F70476746CD4}" dt="2026-02-05T08:36:40.003" v="7" actId="20577"/>
      <pc:docMkLst>
        <pc:docMk/>
      </pc:docMkLst>
      <pc:sldChg chg="modSp">
        <pc:chgData name="AMINA ABOULMIRA" userId="bd61a6d4df3cf63d" providerId="Windows Live" clId="Web-{B8EEAF1D-1FAE-495E-A07F-F70476746CD4}" dt="2026-02-05T08:36:40.003" v="7" actId="20577"/>
        <pc:sldMkLst>
          <pc:docMk/>
          <pc:sldMk cId="2617776679" sldId="432"/>
        </pc:sldMkLst>
        <pc:spChg chg="mod">
          <ac:chgData name="AMINA ABOULMIRA" userId="bd61a6d4df3cf63d" providerId="Windows Live" clId="Web-{B8EEAF1D-1FAE-495E-A07F-F70476746CD4}" dt="2026-02-05T08:36:40.003" v="7" actId="20577"/>
          <ac:spMkLst>
            <pc:docMk/>
            <pc:sldMk cId="2617776679" sldId="432"/>
            <ac:spMk id="309" creationId="{23F8727C-E496-C97A-6C24-C7981565123A}"/>
          </ac:spMkLst>
        </pc:spChg>
      </pc:sldChg>
    </pc:docChg>
  </pc:docChgLst>
  <pc:docChgLst>
    <pc:chgData name="AMINA ABOULMIRA" userId="bd61a6d4df3cf63d" providerId="Windows Live" clId="Web-{3E3A4F80-4934-409B-9172-CF18D895965D}"/>
    <pc:docChg chg="addSld modSld sldOrd">
      <pc:chgData name="AMINA ABOULMIRA" userId="bd61a6d4df3cf63d" providerId="Windows Live" clId="Web-{3E3A4F80-4934-409B-9172-CF18D895965D}" dt="2026-02-04T22:37:55.844" v="264" actId="14100"/>
      <pc:docMkLst>
        <pc:docMk/>
      </pc:docMkLst>
      <pc:sldChg chg="modSp">
        <pc:chgData name="AMINA ABOULMIRA" userId="bd61a6d4df3cf63d" providerId="Windows Live" clId="Web-{3E3A4F80-4934-409B-9172-CF18D895965D}" dt="2026-02-04T21:37:25.195" v="23" actId="20577"/>
        <pc:sldMkLst>
          <pc:docMk/>
          <pc:sldMk cId="0" sldId="269"/>
        </pc:sldMkLst>
        <pc:spChg chg="mod">
          <ac:chgData name="AMINA ABOULMIRA" userId="bd61a6d4df3cf63d" providerId="Windows Live" clId="Web-{3E3A4F80-4934-409B-9172-CF18D895965D}" dt="2026-02-04T21:37:25.195" v="23" actId="20577"/>
          <ac:spMkLst>
            <pc:docMk/>
            <pc:sldMk cId="0" sldId="269"/>
            <ac:spMk id="175" creationId="{00000000-0000-0000-0000-000000000000}"/>
          </ac:spMkLst>
        </pc:spChg>
      </pc:sldChg>
      <pc:sldChg chg="modSp">
        <pc:chgData name="AMINA ABOULMIRA" userId="bd61a6d4df3cf63d" providerId="Windows Live" clId="Web-{3E3A4F80-4934-409B-9172-CF18D895965D}" dt="2026-02-04T22:00:14.481" v="175" actId="20577"/>
        <pc:sldMkLst>
          <pc:docMk/>
          <pc:sldMk cId="0" sldId="280"/>
        </pc:sldMkLst>
        <pc:spChg chg="mod">
          <ac:chgData name="AMINA ABOULMIRA" userId="bd61a6d4df3cf63d" providerId="Windows Live" clId="Web-{3E3A4F80-4934-409B-9172-CF18D895965D}" dt="2026-02-04T22:00:14.481" v="175" actId="20577"/>
          <ac:spMkLst>
            <pc:docMk/>
            <pc:sldMk cId="0" sldId="280"/>
            <ac:spMk id="2" creationId="{20B1E43F-A743-B874-67A3-448D93CC68B2}"/>
          </ac:spMkLst>
        </pc:spChg>
      </pc:sldChg>
      <pc:sldChg chg="modSp">
        <pc:chgData name="AMINA ABOULMIRA" userId="bd61a6d4df3cf63d" providerId="Windows Live" clId="Web-{3E3A4F80-4934-409B-9172-CF18D895965D}" dt="2026-02-04T21:41:07.684" v="60" actId="20577"/>
        <pc:sldMkLst>
          <pc:docMk/>
          <pc:sldMk cId="0" sldId="285"/>
        </pc:sldMkLst>
        <pc:spChg chg="mod">
          <ac:chgData name="AMINA ABOULMIRA" userId="bd61a6d4df3cf63d" providerId="Windows Live" clId="Web-{3E3A4F80-4934-409B-9172-CF18D895965D}" dt="2026-02-04T21:41:07.684" v="60" actId="20577"/>
          <ac:spMkLst>
            <pc:docMk/>
            <pc:sldMk cId="0" sldId="285"/>
            <ac:spMk id="288" creationId="{00000000-0000-0000-0000-000000000000}"/>
          </ac:spMkLst>
        </pc:spChg>
      </pc:sldChg>
      <pc:sldChg chg="modSp">
        <pc:chgData name="AMINA ABOULMIRA" userId="bd61a6d4df3cf63d" providerId="Windows Live" clId="Web-{3E3A4F80-4934-409B-9172-CF18D895965D}" dt="2026-02-04T21:49:25.352" v="158" actId="20577"/>
        <pc:sldMkLst>
          <pc:docMk/>
          <pc:sldMk cId="0" sldId="287"/>
        </pc:sldMkLst>
        <pc:spChg chg="mod">
          <ac:chgData name="AMINA ABOULMIRA" userId="bd61a6d4df3cf63d" providerId="Windows Live" clId="Web-{3E3A4F80-4934-409B-9172-CF18D895965D}" dt="2026-02-04T21:49:25.352" v="158" actId="20577"/>
          <ac:spMkLst>
            <pc:docMk/>
            <pc:sldMk cId="0" sldId="287"/>
            <ac:spMk id="302" creationId="{00000000-0000-0000-0000-000000000000}"/>
          </ac:spMkLst>
        </pc:spChg>
      </pc:sldChg>
      <pc:sldChg chg="modSp">
        <pc:chgData name="AMINA ABOULMIRA" userId="bd61a6d4df3cf63d" providerId="Windows Live" clId="Web-{3E3A4F80-4934-409B-9172-CF18D895965D}" dt="2026-02-04T21:50:51.931" v="169" actId="20577"/>
        <pc:sldMkLst>
          <pc:docMk/>
          <pc:sldMk cId="0" sldId="288"/>
        </pc:sldMkLst>
        <pc:spChg chg="mod">
          <ac:chgData name="AMINA ABOULMIRA" userId="bd61a6d4df3cf63d" providerId="Windows Live" clId="Web-{3E3A4F80-4934-409B-9172-CF18D895965D}" dt="2026-02-04T21:50:51.931" v="169" actId="20577"/>
          <ac:spMkLst>
            <pc:docMk/>
            <pc:sldMk cId="0" sldId="288"/>
            <ac:spMk id="309" creationId="{00000000-0000-0000-0000-000000000000}"/>
          </ac:spMkLst>
        </pc:spChg>
      </pc:sldChg>
      <pc:sldChg chg="modSp ord">
        <pc:chgData name="AMINA ABOULMIRA" userId="bd61a6d4df3cf63d" providerId="Windows Live" clId="Web-{3E3A4F80-4934-409B-9172-CF18D895965D}" dt="2026-02-04T21:51:52.604" v="174"/>
        <pc:sldMkLst>
          <pc:docMk/>
          <pc:sldMk cId="0" sldId="289"/>
        </pc:sldMkLst>
        <pc:spChg chg="mod">
          <ac:chgData name="AMINA ABOULMIRA" userId="bd61a6d4df3cf63d" providerId="Windows Live" clId="Web-{3E3A4F80-4934-409B-9172-CF18D895965D}" dt="2026-02-04T21:47:25.348" v="122" actId="20577"/>
          <ac:spMkLst>
            <pc:docMk/>
            <pc:sldMk cId="0" sldId="289"/>
            <ac:spMk id="316" creationId="{00000000-0000-0000-0000-000000000000}"/>
          </ac:spMkLst>
        </pc:spChg>
      </pc:sldChg>
      <pc:sldChg chg="ord">
        <pc:chgData name="AMINA ABOULMIRA" userId="bd61a6d4df3cf63d" providerId="Windows Live" clId="Web-{3E3A4F80-4934-409B-9172-CF18D895965D}" dt="2026-02-04T21:51:52.604" v="173"/>
        <pc:sldMkLst>
          <pc:docMk/>
          <pc:sldMk cId="0" sldId="290"/>
        </pc:sldMkLst>
      </pc:sldChg>
      <pc:sldChg chg="modSp">
        <pc:chgData name="AMINA ABOULMIRA" userId="bd61a6d4df3cf63d" providerId="Windows Live" clId="Web-{3E3A4F80-4934-409B-9172-CF18D895965D}" dt="2026-02-04T22:33:42.296" v="243" actId="20577"/>
        <pc:sldMkLst>
          <pc:docMk/>
          <pc:sldMk cId="0" sldId="292"/>
        </pc:sldMkLst>
        <pc:spChg chg="mod">
          <ac:chgData name="AMINA ABOULMIRA" userId="bd61a6d4df3cf63d" providerId="Windows Live" clId="Web-{3E3A4F80-4934-409B-9172-CF18D895965D}" dt="2026-02-04T22:33:42.296" v="243" actId="20577"/>
          <ac:spMkLst>
            <pc:docMk/>
            <pc:sldMk cId="0" sldId="292"/>
            <ac:spMk id="337" creationId="{00000000-0000-0000-0000-000000000000}"/>
          </ac:spMkLst>
        </pc:spChg>
      </pc:sldChg>
      <pc:sldChg chg="modSp">
        <pc:chgData name="AMINA ABOULMIRA" userId="bd61a6d4df3cf63d" providerId="Windows Live" clId="Web-{3E3A4F80-4934-409B-9172-CF18D895965D}" dt="2026-02-04T22:33:19.421" v="239" actId="20577"/>
        <pc:sldMkLst>
          <pc:docMk/>
          <pc:sldMk cId="0" sldId="293"/>
        </pc:sldMkLst>
        <pc:spChg chg="mod">
          <ac:chgData name="AMINA ABOULMIRA" userId="bd61a6d4df3cf63d" providerId="Windows Live" clId="Web-{3E3A4F80-4934-409B-9172-CF18D895965D}" dt="2026-02-04T22:33:19.421" v="239" actId="20577"/>
          <ac:spMkLst>
            <pc:docMk/>
            <pc:sldMk cId="0" sldId="293"/>
            <ac:spMk id="344" creationId="{00000000-0000-0000-0000-000000000000}"/>
          </ac:spMkLst>
        </pc:spChg>
      </pc:sldChg>
      <pc:sldChg chg="modSp">
        <pc:chgData name="AMINA ABOULMIRA" userId="bd61a6d4df3cf63d" providerId="Windows Live" clId="Web-{3E3A4F80-4934-409B-9172-CF18D895965D}" dt="2026-02-04T22:32:59.140" v="237" actId="20577"/>
        <pc:sldMkLst>
          <pc:docMk/>
          <pc:sldMk cId="0" sldId="294"/>
        </pc:sldMkLst>
        <pc:spChg chg="mod">
          <ac:chgData name="AMINA ABOULMIRA" userId="bd61a6d4df3cf63d" providerId="Windows Live" clId="Web-{3E3A4F80-4934-409B-9172-CF18D895965D}" dt="2026-02-04T22:32:59.140" v="237" actId="20577"/>
          <ac:spMkLst>
            <pc:docMk/>
            <pc:sldMk cId="0" sldId="294"/>
            <ac:spMk id="351" creationId="{00000000-0000-0000-0000-000000000000}"/>
          </ac:spMkLst>
        </pc:spChg>
      </pc:sldChg>
      <pc:sldChg chg="modSp">
        <pc:chgData name="AMINA ABOULMIRA" userId="bd61a6d4df3cf63d" providerId="Windows Live" clId="Web-{3E3A4F80-4934-409B-9172-CF18D895965D}" dt="2026-02-04T22:32:50.155" v="231" actId="20577"/>
        <pc:sldMkLst>
          <pc:docMk/>
          <pc:sldMk cId="0" sldId="295"/>
        </pc:sldMkLst>
        <pc:spChg chg="mod">
          <ac:chgData name="AMINA ABOULMIRA" userId="bd61a6d4df3cf63d" providerId="Windows Live" clId="Web-{3E3A4F80-4934-409B-9172-CF18D895965D}" dt="2026-02-04T22:32:50.155" v="231" actId="20577"/>
          <ac:spMkLst>
            <pc:docMk/>
            <pc:sldMk cId="0" sldId="295"/>
            <ac:spMk id="358" creationId="{00000000-0000-0000-0000-000000000000}"/>
          </ac:spMkLst>
        </pc:spChg>
      </pc:sldChg>
      <pc:sldChg chg="modSp">
        <pc:chgData name="AMINA ABOULMIRA" userId="bd61a6d4df3cf63d" providerId="Windows Live" clId="Web-{3E3A4F80-4934-409B-9172-CF18D895965D}" dt="2026-02-04T22:36:03.625" v="252" actId="20577"/>
        <pc:sldMkLst>
          <pc:docMk/>
          <pc:sldMk cId="0" sldId="297"/>
        </pc:sldMkLst>
        <pc:spChg chg="mod">
          <ac:chgData name="AMINA ABOULMIRA" userId="bd61a6d4df3cf63d" providerId="Windows Live" clId="Web-{3E3A4F80-4934-409B-9172-CF18D895965D}" dt="2026-02-04T22:36:03.625" v="252" actId="20577"/>
          <ac:spMkLst>
            <pc:docMk/>
            <pc:sldMk cId="0" sldId="297"/>
            <ac:spMk id="372" creationId="{00000000-0000-0000-0000-000000000000}"/>
          </ac:spMkLst>
        </pc:spChg>
      </pc:sldChg>
      <pc:sldChg chg="modSp">
        <pc:chgData name="AMINA ABOULMIRA" userId="bd61a6d4df3cf63d" providerId="Windows Live" clId="Web-{3E3A4F80-4934-409B-9172-CF18D895965D}" dt="2026-02-04T22:30:31.357" v="225" actId="20577"/>
        <pc:sldMkLst>
          <pc:docMk/>
          <pc:sldMk cId="0" sldId="304"/>
        </pc:sldMkLst>
        <pc:spChg chg="mod">
          <ac:chgData name="AMINA ABOULMIRA" userId="bd61a6d4df3cf63d" providerId="Windows Live" clId="Web-{3E3A4F80-4934-409B-9172-CF18D895965D}" dt="2026-02-04T22:30:31.357" v="225" actId="20577"/>
          <ac:spMkLst>
            <pc:docMk/>
            <pc:sldMk cId="0" sldId="304"/>
            <ac:spMk id="423" creationId="{00000000-0000-0000-0000-000000000000}"/>
          </ac:spMkLst>
        </pc:spChg>
      </pc:sldChg>
      <pc:sldChg chg="modSp ord">
        <pc:chgData name="AMINA ABOULMIRA" userId="bd61a6d4df3cf63d" providerId="Windows Live" clId="Web-{3E3A4F80-4934-409B-9172-CF18D895965D}" dt="2026-02-04T21:51:52.589" v="172"/>
        <pc:sldMkLst>
          <pc:docMk/>
          <pc:sldMk cId="1074415660" sldId="426"/>
        </pc:sldMkLst>
        <pc:spChg chg="mod">
          <ac:chgData name="AMINA ABOULMIRA" userId="bd61a6d4df3cf63d" providerId="Windows Live" clId="Web-{3E3A4F80-4934-409B-9172-CF18D895965D}" dt="2026-02-04T21:45:10.593" v="76" actId="20577"/>
          <ac:spMkLst>
            <pc:docMk/>
            <pc:sldMk cId="1074415660" sldId="426"/>
            <ac:spMk id="323" creationId="{6B98151D-EF94-C7AF-383B-45AD8BB4C641}"/>
          </ac:spMkLst>
        </pc:spChg>
      </pc:sldChg>
      <pc:sldChg chg="modSp add replId">
        <pc:chgData name="AMINA ABOULMIRA" userId="bd61a6d4df3cf63d" providerId="Windows Live" clId="Web-{3E3A4F80-4934-409B-9172-CF18D895965D}" dt="2026-02-04T21:39:19.260" v="54" actId="20577"/>
        <pc:sldMkLst>
          <pc:docMk/>
          <pc:sldMk cId="59884507" sldId="427"/>
        </pc:sldMkLst>
        <pc:spChg chg="mod">
          <ac:chgData name="AMINA ABOULMIRA" userId="bd61a6d4df3cf63d" providerId="Windows Live" clId="Web-{3E3A4F80-4934-409B-9172-CF18D895965D}" dt="2026-02-04T21:39:19.260" v="54" actId="20577"/>
          <ac:spMkLst>
            <pc:docMk/>
            <pc:sldMk cId="59884507" sldId="427"/>
            <ac:spMk id="182" creationId="{7A81CB12-CF08-D037-321D-500DA59F40AF}"/>
          </ac:spMkLst>
        </pc:spChg>
      </pc:sldChg>
      <pc:sldChg chg="add ord replId">
        <pc:chgData name="AMINA ABOULMIRA" userId="bd61a6d4df3cf63d" providerId="Windows Live" clId="Web-{3E3A4F80-4934-409B-9172-CF18D895965D}" dt="2026-02-04T21:51:52.589" v="170"/>
        <pc:sldMkLst>
          <pc:docMk/>
          <pc:sldMk cId="2462635701" sldId="428"/>
        </pc:sldMkLst>
      </pc:sldChg>
      <pc:sldChg chg="add ord replId">
        <pc:chgData name="AMINA ABOULMIRA" userId="bd61a6d4df3cf63d" providerId="Windows Live" clId="Web-{3E3A4F80-4934-409B-9172-CF18D895965D}" dt="2026-02-04T21:51:52.589" v="171"/>
        <pc:sldMkLst>
          <pc:docMk/>
          <pc:sldMk cId="2902306448" sldId="429"/>
        </pc:sldMkLst>
      </pc:sldChg>
      <pc:sldChg chg="addSp delSp modSp add mod replId modClrScheme chgLayout">
        <pc:chgData name="AMINA ABOULMIRA" userId="bd61a6d4df3cf63d" providerId="Windows Live" clId="Web-{3E3A4F80-4934-409B-9172-CF18D895965D}" dt="2026-02-04T21:47:40.302" v="126"/>
        <pc:sldMkLst>
          <pc:docMk/>
          <pc:sldMk cId="3223462256" sldId="430"/>
        </pc:sldMkLst>
        <pc:spChg chg="mod">
          <ac:chgData name="AMINA ABOULMIRA" userId="bd61a6d4df3cf63d" providerId="Windows Live" clId="Web-{3E3A4F80-4934-409B-9172-CF18D895965D}" dt="2026-02-04T21:47:40.302" v="126"/>
          <ac:spMkLst>
            <pc:docMk/>
            <pc:sldMk cId="3223462256" sldId="430"/>
            <ac:spMk id="294" creationId="{754CE3EE-F07B-E819-4035-D986BB363090}"/>
          </ac:spMkLst>
        </pc:spChg>
        <pc:spChg chg="del mod">
          <ac:chgData name="AMINA ABOULMIRA" userId="bd61a6d4df3cf63d" providerId="Windows Live" clId="Web-{3E3A4F80-4934-409B-9172-CF18D895965D}" dt="2026-02-04T21:47:40.302" v="126"/>
          <ac:spMkLst>
            <pc:docMk/>
            <pc:sldMk cId="3223462256" sldId="430"/>
            <ac:spMk id="295" creationId="{D16D9150-56E9-A2A8-0781-EA4CF6E34897}"/>
          </ac:spMkLst>
        </pc:spChg>
        <pc:spChg chg="mod modVis">
          <ac:chgData name="AMINA ABOULMIRA" userId="bd61a6d4df3cf63d" providerId="Windows Live" clId="Web-{3E3A4F80-4934-409B-9172-CF18D895965D}" dt="2026-02-04T21:47:40.302" v="126"/>
          <ac:spMkLst>
            <pc:docMk/>
            <pc:sldMk cId="3223462256" sldId="430"/>
            <ac:spMk id="296" creationId="{DE8C139E-6D04-2687-F05C-9BEFFD96E194}"/>
          </ac:spMkLst>
        </pc:spChg>
        <pc:graphicFrameChg chg="add mod">
          <ac:chgData name="AMINA ABOULMIRA" userId="bd61a6d4df3cf63d" providerId="Windows Live" clId="Web-{3E3A4F80-4934-409B-9172-CF18D895965D}" dt="2026-02-04T21:47:40.302" v="126"/>
          <ac:graphicFrameMkLst>
            <pc:docMk/>
            <pc:sldMk cId="3223462256" sldId="430"/>
            <ac:graphicFrameMk id="3" creationId="{A6CF34D7-BCEA-7EE7-AD84-5FBD6C63E0A9}"/>
          </ac:graphicFrameMkLst>
        </pc:graphicFrameChg>
      </pc:sldChg>
      <pc:sldChg chg="add replId">
        <pc:chgData name="AMINA ABOULMIRA" userId="bd61a6d4df3cf63d" providerId="Windows Live" clId="Web-{3E3A4F80-4934-409B-9172-CF18D895965D}" dt="2026-02-04T21:48:02.756" v="127"/>
        <pc:sldMkLst>
          <pc:docMk/>
          <pc:sldMk cId="3666246175" sldId="431"/>
        </pc:sldMkLst>
      </pc:sldChg>
      <pc:sldChg chg="modSp add replId">
        <pc:chgData name="AMINA ABOULMIRA" userId="bd61a6d4df3cf63d" providerId="Windows Live" clId="Web-{3E3A4F80-4934-409B-9172-CF18D895965D}" dt="2026-02-04T22:01:56.831" v="190" actId="20577"/>
        <pc:sldMkLst>
          <pc:docMk/>
          <pc:sldMk cId="2617776679" sldId="432"/>
        </pc:sldMkLst>
        <pc:spChg chg="mod">
          <ac:chgData name="AMINA ABOULMIRA" userId="bd61a6d4df3cf63d" providerId="Windows Live" clId="Web-{3E3A4F80-4934-409B-9172-CF18D895965D}" dt="2026-02-04T22:01:56.831" v="190" actId="20577"/>
          <ac:spMkLst>
            <pc:docMk/>
            <pc:sldMk cId="2617776679" sldId="432"/>
            <ac:spMk id="309" creationId="{23F8727C-E496-C97A-6C24-C7981565123A}"/>
          </ac:spMkLst>
        </pc:spChg>
      </pc:sldChg>
      <pc:sldChg chg="addSp delSp modSp add mod replId modClrScheme chgLayout">
        <pc:chgData name="AMINA ABOULMIRA" userId="bd61a6d4df3cf63d" providerId="Windows Live" clId="Web-{3E3A4F80-4934-409B-9172-CF18D895965D}" dt="2026-02-04T22:03:03.757" v="194"/>
        <pc:sldMkLst>
          <pc:docMk/>
          <pc:sldMk cId="740182266" sldId="433"/>
        </pc:sldMkLst>
        <pc:spChg chg="mod">
          <ac:chgData name="AMINA ABOULMIRA" userId="bd61a6d4df3cf63d" providerId="Windows Live" clId="Web-{3E3A4F80-4934-409B-9172-CF18D895965D}" dt="2026-02-04T22:03:03.757" v="194"/>
          <ac:spMkLst>
            <pc:docMk/>
            <pc:sldMk cId="740182266" sldId="433"/>
            <ac:spMk id="308" creationId="{E37042D0-392D-78F3-F6E8-94435CC3AE1E}"/>
          </ac:spMkLst>
        </pc:spChg>
        <pc:spChg chg="del mod">
          <ac:chgData name="AMINA ABOULMIRA" userId="bd61a6d4df3cf63d" providerId="Windows Live" clId="Web-{3E3A4F80-4934-409B-9172-CF18D895965D}" dt="2026-02-04T22:03:03.757" v="194"/>
          <ac:spMkLst>
            <pc:docMk/>
            <pc:sldMk cId="740182266" sldId="433"/>
            <ac:spMk id="309" creationId="{69A6677E-25B6-9805-D2CC-6F38D7E91828}"/>
          </ac:spMkLst>
        </pc:spChg>
        <pc:spChg chg="mod modVis">
          <ac:chgData name="AMINA ABOULMIRA" userId="bd61a6d4df3cf63d" providerId="Windows Live" clId="Web-{3E3A4F80-4934-409B-9172-CF18D895965D}" dt="2026-02-04T22:03:03.757" v="194"/>
          <ac:spMkLst>
            <pc:docMk/>
            <pc:sldMk cId="740182266" sldId="433"/>
            <ac:spMk id="310" creationId="{C17D82A2-EA72-9C48-1ED5-A68137118ED9}"/>
          </ac:spMkLst>
        </pc:spChg>
        <pc:graphicFrameChg chg="add mod">
          <ac:chgData name="AMINA ABOULMIRA" userId="bd61a6d4df3cf63d" providerId="Windows Live" clId="Web-{3E3A4F80-4934-409B-9172-CF18D895965D}" dt="2026-02-04T22:03:03.757" v="194"/>
          <ac:graphicFrameMkLst>
            <pc:docMk/>
            <pc:sldMk cId="740182266" sldId="433"/>
            <ac:graphicFrameMk id="3" creationId="{5D56F5F1-CB25-6ECE-42BD-E91BB4D1019D}"/>
          </ac:graphicFrameMkLst>
        </pc:graphicFrameChg>
      </pc:sldChg>
      <pc:sldChg chg="modSp add replId">
        <pc:chgData name="AMINA ABOULMIRA" userId="bd61a6d4df3cf63d" providerId="Windows Live" clId="Web-{3E3A4F80-4934-409B-9172-CF18D895965D}" dt="2026-02-04T22:33:36.187" v="241" actId="20577"/>
        <pc:sldMkLst>
          <pc:docMk/>
          <pc:sldMk cId="2603335617" sldId="434"/>
        </pc:sldMkLst>
        <pc:spChg chg="mod">
          <ac:chgData name="AMINA ABOULMIRA" userId="bd61a6d4df3cf63d" providerId="Windows Live" clId="Web-{3E3A4F80-4934-409B-9172-CF18D895965D}" dt="2026-02-04T22:33:36.187" v="241" actId="20577"/>
          <ac:spMkLst>
            <pc:docMk/>
            <pc:sldMk cId="2603335617" sldId="434"/>
            <ac:spMk id="337" creationId="{34B5427D-75C2-C5CD-F942-F9A4A27034D4}"/>
          </ac:spMkLst>
        </pc:spChg>
      </pc:sldChg>
      <pc:sldChg chg="modSp add replId">
        <pc:chgData name="AMINA ABOULMIRA" userId="bd61a6d4df3cf63d" providerId="Windows Live" clId="Web-{3E3A4F80-4934-409B-9172-CF18D895965D}" dt="2026-02-04T22:33:51.984" v="245" actId="20577"/>
        <pc:sldMkLst>
          <pc:docMk/>
          <pc:sldMk cId="1630374340" sldId="435"/>
        </pc:sldMkLst>
        <pc:spChg chg="mod">
          <ac:chgData name="AMINA ABOULMIRA" userId="bd61a6d4df3cf63d" providerId="Windows Live" clId="Web-{3E3A4F80-4934-409B-9172-CF18D895965D}" dt="2026-02-04T22:33:51.984" v="245" actId="20577"/>
          <ac:spMkLst>
            <pc:docMk/>
            <pc:sldMk cId="1630374340" sldId="435"/>
            <ac:spMk id="337" creationId="{F54B2C0C-1AC4-7E4E-F57F-A24711D8C846}"/>
          </ac:spMkLst>
        </pc:spChg>
      </pc:sldChg>
      <pc:sldChg chg="modSp add replId">
        <pc:chgData name="AMINA ABOULMIRA" userId="bd61a6d4df3cf63d" providerId="Windows Live" clId="Web-{3E3A4F80-4934-409B-9172-CF18D895965D}" dt="2026-02-04T22:37:55.844" v="264" actId="14100"/>
        <pc:sldMkLst>
          <pc:docMk/>
          <pc:sldMk cId="228836978" sldId="436"/>
        </pc:sldMkLst>
        <pc:spChg chg="mod">
          <ac:chgData name="AMINA ABOULMIRA" userId="bd61a6d4df3cf63d" providerId="Windows Live" clId="Web-{3E3A4F80-4934-409B-9172-CF18D895965D}" dt="2026-02-04T22:37:55.844" v="264" actId="14100"/>
          <ac:spMkLst>
            <pc:docMk/>
            <pc:sldMk cId="228836978" sldId="436"/>
            <ac:spMk id="372" creationId="{6C8FBB8B-B60F-8614-C483-D49029AD429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EF8515DF-D1B2-4BEC-8CF0-419581036E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M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94D4C3D-31C4-41AC-BC9D-D6F18602F7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F7903896-6931-475E-978B-19F5AF5460A9}" type="datetimeFigureOut">
              <a:rPr lang="ar-MA" smtClean="0"/>
              <a:t>18-08-1447</a:t>
            </a:fld>
            <a:endParaRPr lang="ar-M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2C59F68-C1E7-4865-82AC-55E2E72C94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M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AFD17E-42C4-4C24-A895-011FDD5304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395C00F8-D1EE-43A8-894F-2261B95C8826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3087458898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D32038-7368-4562-A9A0-BC4963CA344D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B0502C-F3F9-4DAF-85C6-2B9CDE5F50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7321879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Shape 12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099484BC-CE3D-19C9-C390-5E3AD63B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>
            <a:extLst>
              <a:ext uri="{FF2B5EF4-FFF2-40B4-BE49-F238E27FC236}">
                <a16:creationId xmlns:a16="http://schemas.microsoft.com/office/drawing/2014/main" id="{ACCF2234-B854-E779-3222-1F627C5629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Shape 125">
            <a:extLst>
              <a:ext uri="{FF2B5EF4-FFF2-40B4-BE49-F238E27FC236}">
                <a16:creationId xmlns:a16="http://schemas.microsoft.com/office/drawing/2014/main" id="{D709A9D8-4A8A-C7A2-AFF6-6FB83C89E8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9714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89EAB36F-5ECB-4C6E-F4E5-FB2814A50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>
            <a:extLst>
              <a:ext uri="{FF2B5EF4-FFF2-40B4-BE49-F238E27FC236}">
                <a16:creationId xmlns:a16="http://schemas.microsoft.com/office/drawing/2014/main" id="{755AB5EB-1770-9A4A-04D3-B91B9B489D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Shape 159">
            <a:extLst>
              <a:ext uri="{FF2B5EF4-FFF2-40B4-BE49-F238E27FC236}">
                <a16:creationId xmlns:a16="http://schemas.microsoft.com/office/drawing/2014/main" id="{D8E922B1-281F-DD05-208E-02B3698E15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6987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Shape 1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9CFC5ED8-2584-45BF-EB0B-D17F868BA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BC858CBB-02A5-FE7F-BB1D-8872DFE9F9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2A85A251-0FD8-9DCE-62FC-B9EB0C6650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07856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Shape 1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Shape 2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Shape 2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 sz="1200" b="1">
              <a:solidFill>
                <a:srgbClr val="666666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Shape 2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>
          <a:extLst>
            <a:ext uri="{FF2B5EF4-FFF2-40B4-BE49-F238E27FC236}">
              <a16:creationId xmlns:a16="http://schemas.microsoft.com/office/drawing/2014/main" id="{18B40D77-1376-C48C-6949-D3F70329A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>
            <a:extLst>
              <a:ext uri="{FF2B5EF4-FFF2-40B4-BE49-F238E27FC236}">
                <a16:creationId xmlns:a16="http://schemas.microsoft.com/office/drawing/2014/main" id="{B5A51CFA-C584-742B-6636-06CB97A1B9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Shape 229">
            <a:extLst>
              <a:ext uri="{FF2B5EF4-FFF2-40B4-BE49-F238E27FC236}">
                <a16:creationId xmlns:a16="http://schemas.microsoft.com/office/drawing/2014/main" id="{DF211FF3-4056-16AF-061D-48024A913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93407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Shape 2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Shape 2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Shape 2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Shape 2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Shape 2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Shape 2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Shape 2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>
          <a:extLst>
            <a:ext uri="{FF2B5EF4-FFF2-40B4-BE49-F238E27FC236}">
              <a16:creationId xmlns:a16="http://schemas.microsoft.com/office/drawing/2014/main" id="{3E73AF89-0964-6B36-55A6-C18BD1660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>
            <a:extLst>
              <a:ext uri="{FF2B5EF4-FFF2-40B4-BE49-F238E27FC236}">
                <a16:creationId xmlns:a16="http://schemas.microsoft.com/office/drawing/2014/main" id="{D55BCE55-23B3-EE32-A717-C930427B04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Shape 292">
            <a:extLst>
              <a:ext uri="{FF2B5EF4-FFF2-40B4-BE49-F238E27FC236}">
                <a16:creationId xmlns:a16="http://schemas.microsoft.com/office/drawing/2014/main" id="{8EA9247C-D98D-69D3-2B8E-57E2E60178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97388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Shape 3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Shape 3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A3DAE361-AC0A-F0E9-ACBF-D9BAE7720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>
            <a:extLst>
              <a:ext uri="{FF2B5EF4-FFF2-40B4-BE49-F238E27FC236}">
                <a16:creationId xmlns:a16="http://schemas.microsoft.com/office/drawing/2014/main" id="{D688DDBD-4E27-C580-464E-99303C5F2C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Shape 320">
            <a:extLst>
              <a:ext uri="{FF2B5EF4-FFF2-40B4-BE49-F238E27FC236}">
                <a16:creationId xmlns:a16="http://schemas.microsoft.com/office/drawing/2014/main" id="{A6028CA3-FB90-BF0B-C65E-B05D646D0D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94872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4726A45B-F30A-C105-C835-811B3E01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>
            <a:extLst>
              <a:ext uri="{FF2B5EF4-FFF2-40B4-BE49-F238E27FC236}">
                <a16:creationId xmlns:a16="http://schemas.microsoft.com/office/drawing/2014/main" id="{6E15BBAA-1B16-D3A6-4BA3-F16F9605DC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Shape 320">
            <a:extLst>
              <a:ext uri="{FF2B5EF4-FFF2-40B4-BE49-F238E27FC236}">
                <a16:creationId xmlns:a16="http://schemas.microsoft.com/office/drawing/2014/main" id="{E927156F-3C0A-C8CC-B535-76A91D38F1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38839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664353A5-E7FB-AAE0-BE79-81096C66C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>
            <a:extLst>
              <a:ext uri="{FF2B5EF4-FFF2-40B4-BE49-F238E27FC236}">
                <a16:creationId xmlns:a16="http://schemas.microsoft.com/office/drawing/2014/main" id="{121FF41A-2855-736C-A631-2CC88D6E1A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Shape 320">
            <a:extLst>
              <a:ext uri="{FF2B5EF4-FFF2-40B4-BE49-F238E27FC236}">
                <a16:creationId xmlns:a16="http://schemas.microsoft.com/office/drawing/2014/main" id="{217B588B-5E84-D56A-C188-B970BCC221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78999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Shape 2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03B25840-C1FB-7485-5650-56D22E68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>
            <a:extLst>
              <a:ext uri="{FF2B5EF4-FFF2-40B4-BE49-F238E27FC236}">
                <a16:creationId xmlns:a16="http://schemas.microsoft.com/office/drawing/2014/main" id="{568E3BFF-36DF-43E9-54CC-6D7BC9AE73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Shape 299">
            <a:extLst>
              <a:ext uri="{FF2B5EF4-FFF2-40B4-BE49-F238E27FC236}">
                <a16:creationId xmlns:a16="http://schemas.microsoft.com/office/drawing/2014/main" id="{426729D5-289C-E08A-9F4C-EFAEE90232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89026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Shape 3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890C5412-AAE5-7BB3-1B59-48E681222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>
            <a:extLst>
              <a:ext uri="{FF2B5EF4-FFF2-40B4-BE49-F238E27FC236}">
                <a16:creationId xmlns:a16="http://schemas.microsoft.com/office/drawing/2014/main" id="{8859BFF8-2FC6-FDE3-8EF9-2927D1A45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Shape 306">
            <a:extLst>
              <a:ext uri="{FF2B5EF4-FFF2-40B4-BE49-F238E27FC236}">
                <a16:creationId xmlns:a16="http://schemas.microsoft.com/office/drawing/2014/main" id="{BB681DEC-EAA7-C098-A2EC-F7DEB8F84D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48189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6BB6C134-BC40-9B9C-802F-807567A79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>
            <a:extLst>
              <a:ext uri="{FF2B5EF4-FFF2-40B4-BE49-F238E27FC236}">
                <a16:creationId xmlns:a16="http://schemas.microsoft.com/office/drawing/2014/main" id="{F1B3E475-065C-C958-666B-343F8BF5AF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Shape 306">
            <a:extLst>
              <a:ext uri="{FF2B5EF4-FFF2-40B4-BE49-F238E27FC236}">
                <a16:creationId xmlns:a16="http://schemas.microsoft.com/office/drawing/2014/main" id="{EE6AA670-2713-514C-A4A2-647406D4DE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5382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3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Shape 3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>
          <a:extLst>
            <a:ext uri="{FF2B5EF4-FFF2-40B4-BE49-F238E27FC236}">
              <a16:creationId xmlns:a16="http://schemas.microsoft.com/office/drawing/2014/main" id="{79D936E0-1A04-42ED-1073-2FC3FCDAE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333">
            <a:extLst>
              <a:ext uri="{FF2B5EF4-FFF2-40B4-BE49-F238E27FC236}">
                <a16:creationId xmlns:a16="http://schemas.microsoft.com/office/drawing/2014/main" id="{0594E424-5745-54EE-0575-58E74A73E7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Shape 334">
            <a:extLst>
              <a:ext uri="{FF2B5EF4-FFF2-40B4-BE49-F238E27FC236}">
                <a16:creationId xmlns:a16="http://schemas.microsoft.com/office/drawing/2014/main" id="{E8989F6E-0FF3-EBEF-BD4E-8749328FC2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22873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>
          <a:extLst>
            <a:ext uri="{FF2B5EF4-FFF2-40B4-BE49-F238E27FC236}">
              <a16:creationId xmlns:a16="http://schemas.microsoft.com/office/drawing/2014/main" id="{61D9F0BA-6BB4-8653-9F8D-4C90CB400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333">
            <a:extLst>
              <a:ext uri="{FF2B5EF4-FFF2-40B4-BE49-F238E27FC236}">
                <a16:creationId xmlns:a16="http://schemas.microsoft.com/office/drawing/2014/main" id="{015C8C47-50A5-78F3-CB71-C7C8F37319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Shape 334">
            <a:extLst>
              <a:ext uri="{FF2B5EF4-FFF2-40B4-BE49-F238E27FC236}">
                <a16:creationId xmlns:a16="http://schemas.microsoft.com/office/drawing/2014/main" id="{FCE9A64A-3575-93AE-26E4-118492A0C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55118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Shape 3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Shape 3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Shape 3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3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Shape 3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Shape 3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>
          <a:extLst>
            <a:ext uri="{FF2B5EF4-FFF2-40B4-BE49-F238E27FC236}">
              <a16:creationId xmlns:a16="http://schemas.microsoft.com/office/drawing/2014/main" id="{C189C868-E1A9-A0AB-9A59-8DF395B27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>
            <a:extLst>
              <a:ext uri="{FF2B5EF4-FFF2-40B4-BE49-F238E27FC236}">
                <a16:creationId xmlns:a16="http://schemas.microsoft.com/office/drawing/2014/main" id="{16A27E0E-F95B-0528-93A6-EFE4439B6F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Shape 369">
            <a:extLst>
              <a:ext uri="{FF2B5EF4-FFF2-40B4-BE49-F238E27FC236}">
                <a16:creationId xmlns:a16="http://schemas.microsoft.com/office/drawing/2014/main" id="{080F9C87-B840-19E4-AF00-6985D15261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866054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3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Shape 3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Shape 3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40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Shape 4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Shape 4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hape 4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Shape 4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://creativecommons.org/licenses/by-nc/4.0/" TargetMode="Externa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hyperlink" Target="http://creativecommons.org/licenses/by-nc/4.0/" TargetMode="Externa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2725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0488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6740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477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1312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188236" y="4574539"/>
            <a:ext cx="9489163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>
                <a:solidFill>
                  <a:srgbClr val="40804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dirty="0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60B665D-9C23-4E79-9793-C791A8FE7E4B}"/>
              </a:ext>
            </a:extLst>
          </p:cNvPr>
          <p:cNvCxnSpPr>
            <a:cxnSpLocks/>
          </p:cNvCxnSpPr>
          <p:nvPr userDrawn="1"/>
        </p:nvCxnSpPr>
        <p:spPr>
          <a:xfrm flipV="1">
            <a:off x="194000" y="5381339"/>
            <a:ext cx="9483399" cy="26894"/>
          </a:xfrm>
          <a:prstGeom prst="line">
            <a:avLst/>
          </a:prstGeom>
          <a:ln w="38100">
            <a:solidFill>
              <a:srgbClr val="408043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ED613C6-68D5-4583-97D9-EDF1C63909BE}"/>
              </a:ext>
            </a:extLst>
          </p:cNvPr>
          <p:cNvSpPr/>
          <p:nvPr userDrawn="1"/>
        </p:nvSpPr>
        <p:spPr>
          <a:xfrm>
            <a:off x="0" y="373316"/>
            <a:ext cx="9829800" cy="914363"/>
          </a:xfrm>
          <a:prstGeom prst="rect">
            <a:avLst/>
          </a:prstGeom>
          <a:gradFill flip="none" rotWithShape="1">
            <a:gsLst>
              <a:gs pos="0">
                <a:srgbClr val="408043">
                  <a:shade val="30000"/>
                  <a:satMod val="115000"/>
                </a:srgbClr>
              </a:gs>
              <a:gs pos="50000">
                <a:srgbClr val="408043">
                  <a:shade val="67500"/>
                  <a:satMod val="115000"/>
                </a:srgbClr>
              </a:gs>
              <a:gs pos="100000">
                <a:srgbClr val="408043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4080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/>
          </a:p>
        </p:txBody>
      </p:sp>
      <p:sp>
        <p:nvSpPr>
          <p:cNvPr id="2" name="Larme 1">
            <a:extLst>
              <a:ext uri="{FF2B5EF4-FFF2-40B4-BE49-F238E27FC236}">
                <a16:creationId xmlns:a16="http://schemas.microsoft.com/office/drawing/2014/main" id="{3E464C7D-C6A4-4A10-B6F0-5E8AAC53FFB7}"/>
              </a:ext>
            </a:extLst>
          </p:cNvPr>
          <p:cNvSpPr/>
          <p:nvPr userDrawn="1"/>
        </p:nvSpPr>
        <p:spPr>
          <a:xfrm>
            <a:off x="9067800" y="0"/>
            <a:ext cx="3142129" cy="2971800"/>
          </a:xfrm>
          <a:prstGeom prst="teardrop">
            <a:avLst/>
          </a:prstGeom>
          <a:gradFill flip="none" rotWithShape="1">
            <a:gsLst>
              <a:gs pos="0">
                <a:srgbClr val="408043">
                  <a:shade val="30000"/>
                  <a:satMod val="115000"/>
                </a:srgbClr>
              </a:gs>
              <a:gs pos="50000">
                <a:srgbClr val="408043">
                  <a:shade val="67500"/>
                  <a:satMod val="115000"/>
                </a:srgbClr>
              </a:gs>
              <a:gs pos="100000">
                <a:srgbClr val="408043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3161865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3173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1235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16CA8F-396F-4983-AE31-0C02BB3F84EA}"/>
              </a:ext>
            </a:extLst>
          </p:cNvPr>
          <p:cNvSpPr/>
          <p:nvPr userDrawn="1"/>
        </p:nvSpPr>
        <p:spPr>
          <a:xfrm>
            <a:off x="0" y="22967"/>
            <a:ext cx="12192000" cy="1043833"/>
          </a:xfrm>
          <a:prstGeom prst="rect">
            <a:avLst/>
          </a:prstGeom>
          <a:gradFill>
            <a:gsLst>
              <a:gs pos="100000">
                <a:srgbClr val="408043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5400000" scaled="1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  <a:reflection stA="45000" endPos="20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82E01707-A541-45B2-850C-B1ED883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7283"/>
            <a:ext cx="10972800" cy="495200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ar-MA" dirty="0"/>
          </a:p>
        </p:txBody>
      </p:sp>
    </p:spTree>
    <p:extLst>
      <p:ext uri="{BB962C8B-B14F-4D97-AF65-F5344CB8AC3E}">
        <p14:creationId xmlns:p14="http://schemas.microsoft.com/office/powerpoint/2010/main" val="83817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17602" y="342901"/>
            <a:ext cx="10809817" cy="5461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1117602" y="1130300"/>
            <a:ext cx="10809817" cy="5410200"/>
          </a:xfrm>
        </p:spPr>
        <p:txBody>
          <a:bodyPr/>
          <a:lstStyle/>
          <a:p>
            <a:pPr lv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5346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tIns="45720" rIns="91440" bIns="4572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B14B3-67E1-467A-B937-2787C2860C82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7"/>
            <a:ext cx="0" cy="91440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Application Development Services | Web &amp; Mobile Apps">
            <a:extLst>
              <a:ext uri="{FF2B5EF4-FFF2-40B4-BE49-F238E27FC236}">
                <a16:creationId xmlns:a16="http://schemas.microsoft.com/office/drawing/2014/main" id="{7FF2CECF-2DD2-4D12-81ED-725A02EC6D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3E46C9BB-2184-49F6-929C-B63DCCC43EC0}"/>
              </a:ext>
            </a:extLst>
          </p:cNvPr>
          <p:cNvSpPr/>
          <p:nvPr userDrawn="1"/>
        </p:nvSpPr>
        <p:spPr>
          <a:xfrm>
            <a:off x="-1" y="-2309"/>
            <a:ext cx="12192001" cy="4802909"/>
          </a:xfrm>
          <a:prstGeom prst="rect">
            <a:avLst/>
          </a:prstGeom>
          <a:solidFill>
            <a:schemeClr val="tx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5F99D5-362B-4E9D-827E-12E0AEE28714}"/>
              </a:ext>
            </a:extLst>
          </p:cNvPr>
          <p:cNvSpPr/>
          <p:nvPr userDrawn="1"/>
        </p:nvSpPr>
        <p:spPr>
          <a:xfrm>
            <a:off x="0" y="4419600"/>
            <a:ext cx="12192000" cy="381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616229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415611" y="1342391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6933" b="1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415600" y="4128457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3733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0586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/>
          <p:nvPr/>
        </p:nvSpPr>
        <p:spPr>
          <a:xfrm>
            <a:off x="-14933" y="-50433"/>
            <a:ext cx="12206800" cy="13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4" name="Shape 24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507987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1219170" lvl="1" indent="-474121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2000"/>
              <a:buAutoNum type="alphaLcPeriod"/>
              <a:defRPr sz="2667"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434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Shape 58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Shape 59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title"/>
          </p:nvPr>
        </p:nvSpPr>
        <p:spPr>
          <a:xfrm>
            <a:off x="354000" y="2570681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5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subTitle" idx="1"/>
          </p:nvPr>
        </p:nvSpPr>
        <p:spPr>
          <a:xfrm>
            <a:off x="354000" y="4663881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subTitle" idx="3"/>
          </p:nvPr>
        </p:nvSpPr>
        <p:spPr>
          <a:xfrm>
            <a:off x="354000" y="752167"/>
            <a:ext cx="5393600" cy="698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4" name="Shape 64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Shape 65"/>
          <p:cNvSpPr txBox="1">
            <a:spLocks noGrp="1"/>
          </p:cNvSpPr>
          <p:nvPr>
            <p:ph type="sldNum" idx="4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66" name="Shape 66"/>
          <p:cNvSpPr txBox="1"/>
          <p:nvPr/>
        </p:nvSpPr>
        <p:spPr>
          <a:xfrm>
            <a:off x="3175567" y="6348500"/>
            <a:ext cx="2878000" cy="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33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333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Shape 67"/>
          <p:cNvSpPr txBox="1"/>
          <p:nvPr/>
        </p:nvSpPr>
        <p:spPr>
          <a:xfrm>
            <a:off x="7592967" y="6168500"/>
            <a:ext cx="2878000" cy="6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" sz="12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Creative Commons Attribution-NonCommercial 4.0 International License</a:t>
            </a:r>
            <a:endParaRPr sz="12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Shape 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19433" y="6369818"/>
            <a:ext cx="1210800" cy="42363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Shape 69"/>
          <p:cNvSpPr txBox="1"/>
          <p:nvPr/>
        </p:nvSpPr>
        <p:spPr>
          <a:xfrm>
            <a:off x="5876300" y="6337200"/>
            <a:ext cx="1716800" cy="4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33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SQLite Database</a:t>
            </a:r>
            <a:endParaRPr sz="1333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53633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415611" y="1342391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6933" b="1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415600" y="4128457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3733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415600" y="27662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48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/>
          <p:nvPr/>
        </p:nvSpPr>
        <p:spPr>
          <a:xfrm>
            <a:off x="-14933" y="-50433"/>
            <a:ext cx="12206800" cy="13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4" name="Shape 24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507987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1219170" lvl="1" indent="-474121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2000"/>
              <a:buAutoNum type="alphaLcPeriod"/>
              <a:defRPr sz="2667"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15600" y="1587060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1219170" lvl="1" indent="-457189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2"/>
          </p:nvPr>
        </p:nvSpPr>
        <p:spPr>
          <a:xfrm>
            <a:off x="6443200" y="1587060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1219170" lvl="1" indent="-457189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31" name="Shape 31"/>
          <p:cNvSpPr/>
          <p:nvPr/>
        </p:nvSpPr>
        <p:spPr>
          <a:xfrm>
            <a:off x="-14933" y="-50433"/>
            <a:ext cx="12206800" cy="13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35" name="Shape 35"/>
          <p:cNvSpPr/>
          <p:nvPr/>
        </p:nvSpPr>
        <p:spPr>
          <a:xfrm>
            <a:off x="-14933" y="-50433"/>
            <a:ext cx="12206800" cy="13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1219170" lvl="1" indent="-457189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415600" y="522479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507987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1219170" lvl="1" indent="-457189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Shape 58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Shape 59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title"/>
          </p:nvPr>
        </p:nvSpPr>
        <p:spPr>
          <a:xfrm>
            <a:off x="354000" y="2570681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5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subTitle" idx="1"/>
          </p:nvPr>
        </p:nvSpPr>
        <p:spPr>
          <a:xfrm>
            <a:off x="354000" y="4663881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subTitle" idx="3"/>
          </p:nvPr>
        </p:nvSpPr>
        <p:spPr>
          <a:xfrm>
            <a:off x="354000" y="752167"/>
            <a:ext cx="5393600" cy="698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4" name="Shape 64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Shape 65"/>
          <p:cNvSpPr txBox="1">
            <a:spLocks noGrp="1"/>
          </p:cNvSpPr>
          <p:nvPr>
            <p:ph type="sldNum" idx="4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66" name="Shape 66"/>
          <p:cNvSpPr txBox="1"/>
          <p:nvPr/>
        </p:nvSpPr>
        <p:spPr>
          <a:xfrm>
            <a:off x="3175567" y="6348500"/>
            <a:ext cx="2878000" cy="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33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333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Shape 67"/>
          <p:cNvSpPr txBox="1"/>
          <p:nvPr/>
        </p:nvSpPr>
        <p:spPr>
          <a:xfrm>
            <a:off x="7592967" y="6168500"/>
            <a:ext cx="2878000" cy="6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" sz="12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Creative Commons Attribution-NonCommercial 4.0 International License</a:t>
            </a:r>
            <a:endParaRPr sz="12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Shape 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19433" y="6369818"/>
            <a:ext cx="1210800" cy="42363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Shape 69"/>
          <p:cNvSpPr txBox="1"/>
          <p:nvPr/>
        </p:nvSpPr>
        <p:spPr>
          <a:xfrm>
            <a:off x="5876300" y="6337200"/>
            <a:ext cx="1716800" cy="4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33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SQLite Database</a:t>
            </a:r>
            <a:endParaRPr sz="1333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/>
            </a:lvl1pPr>
            <a:lvl2pPr lvl="1" rtl="0">
              <a:spcBef>
                <a:spcPts val="0"/>
              </a:spcBef>
              <a:buNone/>
              <a:defRPr/>
            </a:lvl2pPr>
            <a:lvl3pPr lvl="2" rtl="0">
              <a:spcBef>
                <a:spcPts val="0"/>
              </a:spcBef>
              <a:buNone/>
              <a:defRPr/>
            </a:lvl3pPr>
            <a:lvl4pPr lvl="3" rtl="0">
              <a:spcBef>
                <a:spcPts val="0"/>
              </a:spcBef>
              <a:buNone/>
              <a:defRPr/>
            </a:lvl4pPr>
            <a:lvl5pPr lvl="4" rtl="0">
              <a:spcBef>
                <a:spcPts val="0"/>
              </a:spcBef>
              <a:buNone/>
              <a:defRPr/>
            </a:lvl5pPr>
            <a:lvl6pPr lvl="5" rtl="0">
              <a:spcBef>
                <a:spcPts val="0"/>
              </a:spcBef>
              <a:buNone/>
              <a:defRPr/>
            </a:lvl6pPr>
            <a:lvl7pPr lvl="6" rtl="0">
              <a:spcBef>
                <a:spcPts val="0"/>
              </a:spcBef>
              <a:buNone/>
              <a:defRPr/>
            </a:lvl7pPr>
            <a:lvl8pPr lvl="7" rtl="0">
              <a:spcBef>
                <a:spcPts val="0"/>
              </a:spcBef>
              <a:buNone/>
              <a:defRPr/>
            </a:lvl8pPr>
            <a:lvl9pPr lvl="8" rtl="0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hyperlink" Target="http://creativecommons.org/licenses/by-nc/4.0/" TargetMode="Externa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536633"/>
            <a:ext cx="10972800" cy="4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80862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61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ape 6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10" name="Shape 10"/>
          <p:cNvSpPr txBox="1"/>
          <p:nvPr/>
        </p:nvSpPr>
        <p:spPr>
          <a:xfrm>
            <a:off x="12404900" y="2811267"/>
            <a:ext cx="7261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1" name="Shape 11"/>
          <p:cNvSpPr txBox="1"/>
          <p:nvPr/>
        </p:nvSpPr>
        <p:spPr>
          <a:xfrm>
            <a:off x="3175567" y="6348500"/>
            <a:ext cx="2878000" cy="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33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333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7592967" y="6168500"/>
            <a:ext cx="2878000" cy="6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" sz="12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15"/>
              </a:rPr>
              <a:t>Creative Commons Attribution-NonCommercial 4.0 International License</a:t>
            </a:r>
            <a:endParaRPr sz="12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" name="Shape 1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0419433" y="6369818"/>
            <a:ext cx="1210800" cy="42363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Shape 14"/>
          <p:cNvSpPr txBox="1"/>
          <p:nvPr/>
        </p:nvSpPr>
        <p:spPr>
          <a:xfrm>
            <a:off x="5876300" y="6337200"/>
            <a:ext cx="1716800" cy="4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33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SQLite Database</a:t>
            </a:r>
            <a:endParaRPr sz="1333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database/sqlite/SQLiteOpenHelper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database/Cursor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database/sqlite/SQLiteCursor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developer.android.com/reference/android/database/MatrixCursor.html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android.com/reference/android/database/AbstractCursor.html#close()" TargetMode="External"/><Relationship Id="rId3" Type="http://schemas.openxmlformats.org/officeDocument/2006/relationships/hyperlink" Target="https://developer.android.com/reference/android/database/AbstractCursor.html#getCount()" TargetMode="External"/><Relationship Id="rId7" Type="http://schemas.openxmlformats.org/officeDocument/2006/relationships/hyperlink" Target="https://developer.android.com/reference/android/database/AbstractCursor.html#getInt(int)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eveloper.android.com/reference/android/database/AbstractCursor.html#getString(int)" TargetMode="External"/><Relationship Id="rId5" Type="http://schemas.openxmlformats.org/officeDocument/2006/relationships/hyperlink" Target="https://developer.android.com/reference/android/database/AbstractCursor.html#getPosition()" TargetMode="External"/><Relationship Id="rId4" Type="http://schemas.openxmlformats.org/officeDocument/2006/relationships/hyperlink" Target="https://developer.android.com/reference/android/database/AbstractCursor.html#getColumnNames()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reference/android/content/ContentValues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database/sqlite/SQLiteOpenHelper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sqlitedatabase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database/sqlite/SQLiteOpenHelper.html#onDowngrade(android.database.sqlite.SQLiteDatabase,%20int,%20int)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developer.android.com/reference/android/database/sqlite/SQLiteOpenHelper.html#onOpen(android.database.sqlite.SQLiteDatabase)" TargetMode="External"/><Relationship Id="rId4" Type="http://schemas.openxmlformats.org/officeDocument/2006/relationships/hyperlink" Target="https://developer.android.com/reference/android/database/sqlite/SQLiteOpenHelper.html#onConfigure(android.database.sqlite.SQLiteDatabase)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reference/android/content/ContentValues.html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reference/android/content/ContentValues.html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92EA3E-A478-45AF-8BCF-AA318BB56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83864"/>
            <a:ext cx="8763000" cy="615589"/>
          </a:xfrm>
        </p:spPr>
        <p:txBody>
          <a:bodyPr>
            <a:noAutofit/>
          </a:bodyPr>
          <a:lstStyle/>
          <a:p>
            <a:pPr algn="l"/>
            <a:r>
              <a:rPr lang="en" sz="4000" b="1" dirty="0">
                <a:solidFill>
                  <a:srgbClr val="002060"/>
                </a:solidFill>
              </a:rPr>
              <a:t>Cours de </a:t>
            </a:r>
            <a:r>
              <a:rPr lang="en-US" sz="4000" b="1" dirty="0" err="1">
                <a:solidFill>
                  <a:srgbClr val="002060"/>
                </a:solidFill>
              </a:rPr>
              <a:t>Développement</a:t>
            </a:r>
            <a:r>
              <a:rPr lang="en-US" sz="4000" b="1" dirty="0">
                <a:solidFill>
                  <a:srgbClr val="002060"/>
                </a:solidFill>
              </a:rPr>
              <a:t> Mobile</a:t>
            </a:r>
            <a:endParaRPr lang="en-IN" sz="2400" b="1" dirty="0">
              <a:solidFill>
                <a:srgbClr val="00206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0F3D5B-21AD-40E2-B2FA-5C660E70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4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AMINA ABOULMIRA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21A536-FAB3-A183-8059-3F83B2F9B295}"/>
              </a:ext>
            </a:extLst>
          </p:cNvPr>
          <p:cNvSpPr txBox="1">
            <a:spLocks/>
          </p:cNvSpPr>
          <p:nvPr/>
        </p:nvSpPr>
        <p:spPr>
          <a:xfrm>
            <a:off x="87086" y="5988567"/>
            <a:ext cx="54864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0" tIns="60960" rIns="121920" bIns="6096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35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3429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3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6858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028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13716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17145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057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24003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27432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defTabSz="1219140"/>
            <a:r>
              <a:rPr lang="en" sz="1850" b="1" kern="0" dirty="0">
                <a:solidFill>
                  <a:srgbClr val="00B050"/>
                </a:solidFill>
              </a:rPr>
              <a:t>Stockage des données – </a:t>
            </a:r>
            <a:r>
              <a:rPr lang="en-US" sz="1850" b="1" kern="0" dirty="0">
                <a:solidFill>
                  <a:srgbClr val="00B050"/>
                </a:solidFill>
              </a:rPr>
              <a:t>Développement Mobile</a:t>
            </a:r>
            <a:endParaRPr lang="en" sz="1850" b="1" kern="0">
              <a:solidFill>
                <a:srgbClr val="00B05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7514F-103F-498E-B864-8F5B1FE5E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11419" y="5195259"/>
            <a:ext cx="3200400" cy="992796"/>
          </a:xfrm>
        </p:spPr>
        <p:txBody>
          <a:bodyPr/>
          <a:lstStyle/>
          <a:p>
            <a:r>
              <a:rPr lang="en-IN" b="1" dirty="0"/>
              <a:t>AMINA ABOULMIRA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41DCF9-588E-4536-BE09-9F9C6D554AD1}"/>
              </a:ext>
            </a:extLst>
          </p:cNvPr>
          <p:cNvSpPr/>
          <p:nvPr/>
        </p:nvSpPr>
        <p:spPr>
          <a:xfrm>
            <a:off x="8903305" y="4119015"/>
            <a:ext cx="2819400" cy="9927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/>
          </a:p>
        </p:txBody>
      </p:sp>
      <p:pic>
        <p:nvPicPr>
          <p:cNvPr id="7" name="object 13">
            <a:extLst>
              <a:ext uri="{FF2B5EF4-FFF2-40B4-BE49-F238E27FC236}">
                <a16:creationId xmlns:a16="http://schemas.microsoft.com/office/drawing/2014/main" id="{53F4EF88-02C2-421B-A5A3-19CFFE18F05F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99735" y="4219282"/>
            <a:ext cx="2226539" cy="7922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343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600" b="1">
                <a:solidFill>
                  <a:schemeClr val="bg1"/>
                </a:solidFill>
                <a:latin typeface="Fira Sans Extra Condensed"/>
                <a:sym typeface="Fira Sans Extra Condensed"/>
              </a:rPr>
              <a:t>Contenu</a:t>
            </a:r>
            <a:endParaRPr sz="3600" b="1">
              <a:solidFill>
                <a:schemeClr val="bg1"/>
              </a:solidFill>
              <a:latin typeface="Fira Sans Extra Condensed"/>
              <a:sym typeface="Fira Sans Extra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Shape 9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8965" indent="-507365">
              <a:lnSpc>
                <a:spcPct val="115000"/>
              </a:lnSpc>
              <a:buChar char="●"/>
            </a:pPr>
            <a:endParaRPr lang="fr" sz="1850" dirty="0"/>
          </a:p>
          <a:p>
            <a:pPr marL="608965" indent="-507365">
              <a:lnSpc>
                <a:spcPct val="114999"/>
              </a:lnSpc>
              <a:buChar char="●"/>
            </a:pPr>
            <a:endParaRPr lang="fr" sz="1850" dirty="0"/>
          </a:p>
          <a:p>
            <a:pPr marL="608965" indent="-507365">
              <a:lnSpc>
                <a:spcPct val="114999"/>
              </a:lnSpc>
              <a:buChar char="●"/>
            </a:pPr>
            <a:endParaRPr lang="fr" sz="1850" dirty="0"/>
          </a:p>
          <a:p>
            <a:pPr marL="608965" lvl="0" indent="-507365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1850" dirty="0"/>
              <a:t>Base de données SQLite</a:t>
            </a:r>
            <a:endParaRPr sz="1850" dirty="0"/>
          </a:p>
          <a:p>
            <a:pPr marL="608965" lvl="0" indent="-50736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1850" dirty="0"/>
              <a:t>Curseurs</a:t>
            </a:r>
            <a:endParaRPr sz="1850" dirty="0"/>
          </a:p>
          <a:p>
            <a:pPr marL="608965" lvl="0" indent="-50736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1850" dirty="0"/>
              <a:t>Valeurs du contenu</a:t>
            </a:r>
            <a:endParaRPr sz="1850" dirty="0"/>
          </a:p>
          <a:p>
            <a:pPr marL="608965" lvl="0" indent="-50736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1850" dirty="0"/>
              <a:t>Mise en œuvre de SQLite</a:t>
            </a:r>
            <a:endParaRPr sz="1850" dirty="0"/>
          </a:p>
          <a:p>
            <a:pPr marL="608965" lvl="0" indent="-50736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endParaRPr lang="fr" sz="1850" dirty="0"/>
          </a:p>
        </p:txBody>
      </p:sp>
      <p:sp>
        <p:nvSpPr>
          <p:cNvPr id="96" name="Shape 9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sp>
        <p:nvSpPr>
          <p:cNvPr id="97" name="Shape 97"/>
          <p:cNvSpPr txBox="1">
            <a:spLocks noGrp="1"/>
          </p:cNvSpPr>
          <p:nvPr>
            <p:ph type="body" idx="4294967295"/>
          </p:nvPr>
        </p:nvSpPr>
        <p:spPr>
          <a:xfrm>
            <a:off x="6218238" y="1903413"/>
            <a:ext cx="5973762" cy="390683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9585" lvl="0" indent="-5079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fr"/>
              <a:t>Modèle de données</a:t>
            </a:r>
            <a:endParaRPr/>
          </a:p>
          <a:p>
            <a:pPr marL="609585" lvl="0" indent="-5079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fr"/>
              <a:t>Sous-classe Ouvrir l'assistant</a:t>
            </a:r>
            <a:endParaRPr/>
          </a:p>
          <a:p>
            <a:pPr marL="609585" lvl="0" indent="-5079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fr"/>
              <a:t>Requête</a:t>
            </a:r>
            <a:endParaRPr/>
          </a:p>
          <a:p>
            <a:pPr marL="609585" lvl="0" indent="-5079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fr"/>
              <a:t>Insérer, Supprimer, Mettre à jour, Compter</a:t>
            </a:r>
            <a:endParaRPr/>
          </a:p>
          <a:p>
            <a:pPr marL="609585" lvl="0" indent="-5079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fr"/>
              <a:t>Instancier Open Helper</a:t>
            </a:r>
            <a:endParaRPr/>
          </a:p>
          <a:p>
            <a:pPr marL="609585" lvl="0" indent="-5079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fr"/>
              <a:t>Travailler avec une base de données</a:t>
            </a:r>
            <a:endParaRPr/>
          </a:p>
        </p:txBody>
      </p:sp>
      <p:sp>
        <p:nvSpPr>
          <p:cNvPr id="98" name="Shape 98"/>
          <p:cNvSpPr/>
          <p:nvPr/>
        </p:nvSpPr>
        <p:spPr>
          <a:xfrm>
            <a:off x="5030505" y="2042467"/>
            <a:ext cx="1191499" cy="1831621"/>
          </a:xfrm>
          <a:custGeom>
            <a:avLst/>
            <a:gdLst/>
            <a:ahLst/>
            <a:cxnLst/>
            <a:rect l="0" t="0" r="0" b="0"/>
            <a:pathLst>
              <a:path w="40763" h="106523" extrusionOk="0">
                <a:moveTo>
                  <a:pt x="30708" y="0"/>
                </a:moveTo>
                <a:cubicBezTo>
                  <a:pt x="16779" y="3984"/>
                  <a:pt x="27331" y="28796"/>
                  <a:pt x="24738" y="43049"/>
                </a:cubicBezTo>
                <a:cubicBezTo>
                  <a:pt x="23714" y="48671"/>
                  <a:pt x="17376" y="52888"/>
                  <a:pt x="11854" y="54361"/>
                </a:cubicBezTo>
                <a:cubicBezTo>
                  <a:pt x="9471" y="54996"/>
                  <a:pt x="7037" y="55416"/>
                  <a:pt x="4627" y="55933"/>
                </a:cubicBezTo>
                <a:cubicBezTo>
                  <a:pt x="3482" y="56178"/>
                  <a:pt x="0" y="56561"/>
                  <a:pt x="1171" y="56561"/>
                </a:cubicBezTo>
                <a:cubicBezTo>
                  <a:pt x="6935" y="56561"/>
                  <a:pt x="13422" y="59176"/>
                  <a:pt x="16882" y="63788"/>
                </a:cubicBezTo>
                <a:cubicBezTo>
                  <a:pt x="21348" y="69742"/>
                  <a:pt x="20419" y="78248"/>
                  <a:pt x="22224" y="85470"/>
                </a:cubicBezTo>
                <a:cubicBezTo>
                  <a:pt x="24490" y="94541"/>
                  <a:pt x="31691" y="104256"/>
                  <a:pt x="40763" y="106523"/>
                </a:cubicBezTo>
              </a:path>
            </a:pathLst>
          </a:custGeom>
          <a:noFill/>
          <a:ln w="7620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B6B04-C709-398E-A2EE-721133268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84269C5-350D-55E2-5883-593B361D1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3" y="4648200"/>
            <a:ext cx="8755939" cy="806800"/>
          </a:xfrm>
        </p:spPr>
        <p:txBody>
          <a:bodyPr/>
          <a:lstStyle/>
          <a:p>
            <a:pPr marL="608965" indent="-304165"/>
            <a:r>
              <a:rPr lang="en-US" sz="3200" dirty="0">
                <a:latin typeface="Arial Narrow"/>
                <a:cs typeface="Arial Narrow"/>
              </a:rPr>
              <a:t>1. </a:t>
            </a:r>
            <a:r>
              <a:rPr lang="en-US" sz="3200" dirty="0">
                <a:latin typeface="Arial Narrow"/>
                <a:cs typeface="Arial"/>
              </a:rPr>
              <a:t>Base de données SQLite</a:t>
            </a:r>
            <a:endParaRPr lang="ar-MA" sz="4400" dirty="0"/>
          </a:p>
        </p:txBody>
      </p:sp>
    </p:spTree>
    <p:extLst>
      <p:ext uri="{BB962C8B-B14F-4D97-AF65-F5344CB8AC3E}">
        <p14:creationId xmlns:p14="http://schemas.microsoft.com/office/powerpoint/2010/main" val="2668746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Utilisation d'une base de données SQLite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9585" lvl="0" indent="-507987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/>
              <a:t>Polyvalent et simple à mettre en œuvre</a:t>
            </a:r>
            <a:endParaRPr/>
          </a:p>
          <a:p>
            <a:pPr marL="609585" lvl="0" indent="-507987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/>
              <a:t>Données structurées que vous devez stocker de manière permanente</a:t>
            </a:r>
            <a:endParaRPr/>
          </a:p>
          <a:p>
            <a:pPr marL="609585" lvl="0" indent="-507987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/>
              <a:t>Accédez, recherchez et modifiez fréquemment les données</a:t>
            </a:r>
            <a:endParaRPr/>
          </a:p>
          <a:p>
            <a:pPr marL="609585" lvl="0" indent="-507987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/>
              <a:t>Stockage principal pour les données utilisateur ou d'application</a:t>
            </a:r>
            <a:endParaRPr/>
          </a:p>
          <a:p>
            <a:pPr marL="609585" lvl="0" indent="-507987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/>
              <a:t>Mettre en cache et rendre disponibles les données récupérées depuis le cloud</a:t>
            </a:r>
            <a:endParaRPr/>
          </a:p>
          <a:p>
            <a:pPr marL="609585" lvl="0" indent="-507987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/>
              <a:t>Les données peuvent être représentées sous forme de lignes et de colonnes.</a:t>
            </a:r>
            <a:endParaRPr>
              <a:solidFill>
                <a:schemeClr val="dk1"/>
              </a:solidFill>
            </a:endParaRPr>
          </a:p>
          <a:p>
            <a:pPr marL="0" lvl="0" indent="0" rtl="0">
              <a:spcBef>
                <a:spcPts val="667"/>
              </a:spcBef>
              <a:spcAft>
                <a:spcPts val="267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13" name="Shape 113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Composants d'une base de données SQLite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119" name="Shape 119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pic>
        <p:nvPicPr>
          <p:cNvPr id="120" name="Shape 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7968" y="1396570"/>
            <a:ext cx="8065433" cy="449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Shape 121"/>
          <p:cNvSpPr/>
          <p:nvPr/>
        </p:nvSpPr>
        <p:spPr>
          <a:xfrm>
            <a:off x="3721500" y="1312433"/>
            <a:ext cx="7300400" cy="16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122" name="Shape 122"/>
          <p:cNvSpPr/>
          <p:nvPr/>
        </p:nvSpPr>
        <p:spPr>
          <a:xfrm>
            <a:off x="7607433" y="2840567"/>
            <a:ext cx="3708000" cy="52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 err="1">
                <a:solidFill>
                  <a:schemeClr val="bg1"/>
                </a:solidFill>
                <a:latin typeface="Fira Sans Extra Condensed"/>
              </a:rPr>
              <a:t>SQLiteOpenHelper</a:t>
            </a:r>
            <a:endParaRPr sz="3600" b="1" dirty="0" err="1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8965" indent="-507365">
              <a:lnSpc>
                <a:spcPct val="150000"/>
              </a:lnSpc>
              <a:buNone/>
            </a:pPr>
            <a:r>
              <a:rPr lang="fr" sz="1850" dirty="0"/>
              <a:t>Une base SQLite contient :</a:t>
            </a:r>
            <a:endParaRPr lang="fr-FR" dirty="0"/>
          </a:p>
          <a:p>
            <a:pPr marL="342900" indent="-342900">
              <a:lnSpc>
                <a:spcPct val="150000"/>
              </a:lnSpc>
            </a:pPr>
            <a:r>
              <a:rPr lang="fr" sz="1850" dirty="0"/>
              <a:t>des </a:t>
            </a:r>
            <a:r>
              <a:rPr lang="fr" sz="1850" b="1" dirty="0"/>
              <a:t>tables</a:t>
            </a:r>
            <a:endParaRPr/>
          </a:p>
          <a:p>
            <a:pPr marL="342900" indent="-342900">
              <a:lnSpc>
                <a:spcPct val="150000"/>
              </a:lnSpc>
            </a:pPr>
            <a:r>
              <a:rPr lang="fr" sz="1850" dirty="0"/>
              <a:t>des </a:t>
            </a:r>
            <a:r>
              <a:rPr lang="fr" sz="1850" b="1" dirty="0"/>
              <a:t>colonnes</a:t>
            </a:r>
            <a:endParaRPr/>
          </a:p>
          <a:p>
            <a:pPr marL="342900" indent="-342900">
              <a:lnSpc>
                <a:spcPct val="150000"/>
              </a:lnSpc>
            </a:pPr>
            <a:r>
              <a:rPr lang="fr" sz="1850" dirty="0"/>
              <a:t>des </a:t>
            </a:r>
            <a:r>
              <a:rPr lang="fr" sz="1850" b="1" dirty="0"/>
              <a:t>lignes</a:t>
            </a:r>
            <a:endParaRPr/>
          </a:p>
          <a:p>
            <a:pPr marL="342900" indent="-342900">
              <a:lnSpc>
                <a:spcPct val="150000"/>
              </a:lnSpc>
            </a:pPr>
            <a:r>
              <a:rPr lang="fr" sz="1850" dirty="0"/>
              <a:t>des </a:t>
            </a:r>
            <a:r>
              <a:rPr lang="fr" sz="1850" b="1" dirty="0"/>
              <a:t>clés primaires</a:t>
            </a:r>
            <a:endParaRPr/>
          </a:p>
          <a:p>
            <a:pPr marL="608965" indent="0">
              <a:lnSpc>
                <a:spcPct val="150000"/>
              </a:lnSpc>
              <a:buNone/>
            </a:pPr>
            <a:r>
              <a:rPr lang="fr" sz="1850" dirty="0"/>
              <a:t>Comparable à Excel, mais </a:t>
            </a:r>
            <a:r>
              <a:rPr lang="fr" sz="1850" b="1" dirty="0"/>
              <a:t>en local dans le téléphone</a:t>
            </a:r>
            <a:r>
              <a:rPr lang="fr" sz="1850" dirty="0"/>
              <a:t>.</a:t>
            </a:r>
            <a:endParaRPr dirty="0"/>
          </a:p>
          <a:p>
            <a:pPr marL="0" lvl="0" indent="0">
              <a:spcBef>
                <a:spcPts val="1333"/>
              </a:spcBef>
              <a:spcAft>
                <a:spcPts val="0"/>
              </a:spcAft>
              <a:buSzPts val="1100"/>
              <a:buFont typeface="Arial"/>
              <a:buNone/>
            </a:pPr>
            <a:endParaRPr lang="fr" sz="1850" dirty="0"/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CB08C24A-557D-157E-EB3D-8BAACCA6A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>
            <a:extLst>
              <a:ext uri="{FF2B5EF4-FFF2-40B4-BE49-F238E27FC236}">
                <a16:creationId xmlns:a16="http://schemas.microsoft.com/office/drawing/2014/main" id="{6BE32DCD-F144-EA78-70BC-5C18B6115E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 err="1">
                <a:solidFill>
                  <a:schemeClr val="bg1"/>
                </a:solidFill>
                <a:latin typeface="Fira Sans Extra Condensed"/>
              </a:rPr>
              <a:t>SQLiteOpenHelper</a:t>
            </a:r>
            <a:endParaRPr sz="3600" b="1" dirty="0" err="1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4F21F06E-11BB-E53D-ECA4-89E91BD1FD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333"/>
              </a:spcBef>
              <a:buClr>
                <a:schemeClr val="dk1"/>
              </a:buClr>
              <a:buSzPts val="1100"/>
              <a:buNone/>
            </a:pPr>
            <a:r>
              <a:rPr lang="fr" sz="1850" dirty="0"/>
              <a:t>La base de données SQLite est représentée sous forme d'objet </a:t>
            </a:r>
            <a:r>
              <a:rPr lang="fr" sz="1850" dirty="0" err="1">
                <a:ea typeface="Roboto"/>
              </a:rPr>
              <a:t>SQLiteDatabase</a:t>
            </a:r>
            <a:r>
              <a:rPr lang="fr" sz="1850" dirty="0">
                <a:ea typeface="Roboto"/>
              </a:rPr>
              <a:t>,  et toutes</a:t>
            </a:r>
            <a:r>
              <a:rPr lang="fr" sz="1850" dirty="0"/>
              <a:t> les interactions avec cette base de données se font via </a:t>
            </a:r>
            <a:r>
              <a:rPr lang="fr" sz="1850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SQLiteOpenHelper</a:t>
            </a:r>
            <a:r>
              <a:rPr lang="fr" sz="1850" dirty="0"/>
              <a:t> , qui :</a:t>
            </a:r>
            <a:endParaRPr lang="fr-FR" sz="1850" dirty="0"/>
          </a:p>
          <a:p>
            <a:pPr marL="608965" lvl="0" indent="-507365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 sz="1850" dirty="0"/>
              <a:t>Exécute les requêtes</a:t>
            </a:r>
            <a:endParaRPr sz="1850" dirty="0"/>
          </a:p>
          <a:p>
            <a:pPr marL="608965" lvl="0" indent="-507365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 sz="1850" dirty="0"/>
              <a:t>Gère votre base de données</a:t>
            </a:r>
            <a:endParaRPr sz="1850" dirty="0"/>
          </a:p>
          <a:p>
            <a:pPr marL="608965" indent="-507365">
              <a:spcBef>
                <a:spcPts val="1333"/>
              </a:spcBef>
              <a:buChar char="●"/>
            </a:pPr>
            <a:r>
              <a:rPr lang="fr" sz="1850" dirty="0"/>
              <a:t>Gérer les versions</a:t>
            </a:r>
          </a:p>
          <a:p>
            <a:pPr marL="608965" lvl="0" indent="-507365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 sz="1850" dirty="0"/>
              <a:t>Sépare les données et les interactions de l'application</a:t>
            </a:r>
            <a:endParaRPr sz="1850" dirty="0"/>
          </a:p>
          <a:p>
            <a:pPr marL="608965" lvl="0" indent="-507365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 sz="1850" dirty="0"/>
              <a:t>Permet de gérer les applications complexes</a:t>
            </a:r>
            <a:endParaRPr sz="1850" dirty="0"/>
          </a:p>
          <a:p>
            <a:pPr marL="0" lvl="0" indent="0" rtl="0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rtl="0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rtl="0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29" name="Shape 129">
            <a:extLst>
              <a:ext uri="{FF2B5EF4-FFF2-40B4-BE49-F238E27FC236}">
                <a16:creationId xmlns:a16="http://schemas.microsoft.com/office/drawing/2014/main" id="{60500054-48F8-10F6-0AA1-E5646C1464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96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62C1D-9DCC-B5F5-12A3-63808DEB1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E10F25D-74C1-8535-6AE7-819A8E428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3" y="4648200"/>
            <a:ext cx="8755939" cy="806800"/>
          </a:xfrm>
        </p:spPr>
        <p:txBody>
          <a:bodyPr/>
          <a:lstStyle/>
          <a:p>
            <a:pPr marL="608965" indent="-304165"/>
            <a:r>
              <a:rPr lang="en-US" sz="3200" dirty="0">
                <a:latin typeface="Arial Narrow"/>
                <a:cs typeface="Arial Narrow"/>
              </a:rPr>
              <a:t>2. </a:t>
            </a:r>
            <a:r>
              <a:rPr lang="en-US" sz="3200" dirty="0" err="1">
                <a:latin typeface="Arial Narrow"/>
                <a:cs typeface="Arial"/>
              </a:rPr>
              <a:t>Curseurs</a:t>
            </a:r>
            <a:endParaRPr lang="ar-MA" sz="4400" dirty="0" err="1"/>
          </a:p>
        </p:txBody>
      </p:sp>
    </p:spTree>
    <p:extLst>
      <p:ext uri="{BB962C8B-B14F-4D97-AF65-F5344CB8AC3E}">
        <p14:creationId xmlns:p14="http://schemas.microsoft.com/office/powerpoint/2010/main" val="3892772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Curseurs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9585" lvl="0" indent="-507987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fr">
                <a:solidFill>
                  <a:schemeClr val="dk1"/>
                </a:solidFill>
              </a:rPr>
              <a:t>Type de données couramment utilisé pour les résultats des requêtes</a:t>
            </a:r>
            <a:endParaRPr>
              <a:solidFill>
                <a:schemeClr val="dk1"/>
              </a:solidFill>
            </a:endParaRPr>
          </a:p>
          <a:p>
            <a:pPr marL="609585" lvl="0" indent="-507987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fr">
                <a:solidFill>
                  <a:schemeClr val="dk1"/>
                </a:solidFill>
              </a:rPr>
              <a:t>Pointeur vers une ligne de données structurées…</a:t>
            </a:r>
            <a:endParaRPr>
              <a:solidFill>
                <a:schemeClr val="dk1"/>
              </a:solidFill>
            </a:endParaRPr>
          </a:p>
          <a:p>
            <a:pPr marL="609585" lvl="0" indent="-507987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fr">
                <a:solidFill>
                  <a:schemeClr val="dk1"/>
                </a:solidFill>
              </a:rPr>
              <a:t>…considérez-le comme un tableau de lignes</a:t>
            </a:r>
            <a:endParaRPr>
              <a:solidFill>
                <a:schemeClr val="dk1"/>
              </a:solidFill>
            </a:endParaRPr>
          </a:p>
          <a:p>
            <a:pPr marL="609585" lvl="0" indent="-507987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fr">
                <a:solidFill>
                  <a:schemeClr val="dk1"/>
                </a:solidFill>
              </a:rPr>
              <a:t>La classe Cursor fournit des méthodes pour déplacer le curseur et obtenir des données.</a:t>
            </a:r>
            <a:endParaRPr>
              <a:solidFill>
                <a:schemeClr val="dk1"/>
              </a:solidFill>
            </a:endParaRPr>
          </a:p>
          <a:p>
            <a:pPr marL="609585" lvl="0" indent="-507987" rtl="0">
              <a:spcBef>
                <a:spcPts val="1067"/>
              </a:spcBef>
              <a:spcAft>
                <a:spcPts val="267"/>
              </a:spcAft>
              <a:buClr>
                <a:schemeClr val="dk1"/>
              </a:buClr>
              <a:buSzPts val="2400"/>
              <a:buChar char="●"/>
            </a:pPr>
            <a:r>
              <a:rPr lang="fr">
                <a:solidFill>
                  <a:schemeClr val="dk1"/>
                </a:solidFill>
              </a:rPr>
              <a:t>SQLiteDatabase présente toujours les résultats sous forme </a:t>
            </a:r>
            <a:r>
              <a:rPr lang="fr" u="sng">
                <a:solidFill>
                  <a:srgbClr val="1155CC"/>
                </a:solidFill>
                <a:hlinkClick r:id="rId3"/>
              </a:rPr>
              <a:t>de curseur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2" name="Shape 142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sous-classes de curseur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148" name="Shape 148"/>
          <p:cNvSpPr txBox="1">
            <a:spLocks noGrp="1"/>
          </p:cNvSpPr>
          <p:nvPr>
            <p:ph type="body" idx="1"/>
          </p:nvPr>
        </p:nvSpPr>
        <p:spPr>
          <a:xfrm>
            <a:off x="415600" y="1739833"/>
            <a:ext cx="11360800" cy="40536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8965" lvl="0" indent="-507365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 sz="1850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SQLiteCursor </a:t>
            </a:r>
            <a:r>
              <a:rPr lang="fr" sz="1850" dirty="0"/>
              <a:t>expose les résultats d'une requête sur une base de données SQLite</a:t>
            </a:r>
            <a:endParaRPr lang="fr-FR" sz="1850" dirty="0"/>
          </a:p>
          <a:p>
            <a:pPr marL="0" lvl="0" indent="0" rtl="0">
              <a:spcBef>
                <a:spcPts val="1333"/>
              </a:spcBef>
              <a:spcAft>
                <a:spcPts val="0"/>
              </a:spcAft>
              <a:buNone/>
            </a:pPr>
            <a:endParaRPr/>
          </a:p>
          <a:p>
            <a:pPr marL="608965" indent="-507365">
              <a:spcBef>
                <a:spcPts val="1333"/>
              </a:spcBef>
              <a:buChar char="●"/>
            </a:pPr>
            <a:r>
              <a:rPr lang="fr" sz="1850" u="sng" dirty="0">
                <a:solidFill>
                  <a:schemeClr val="hlink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MatrixCursor </a:t>
            </a:r>
            <a:r>
              <a:rPr lang="fr" sz="1850" dirty="0"/>
              <a:t>est une implémentation de curseur mutable basée sur un tableau d'objets qui étend automatiquement sa capacité interne selon les besoins, il est créé en mémoire (souvent pour tests).</a:t>
            </a:r>
            <a:endParaRPr sz="1850" dirty="0">
              <a:solidFill>
                <a:schemeClr val="dk1"/>
              </a:solidFill>
            </a:endParaRPr>
          </a:p>
        </p:txBody>
      </p:sp>
      <p:sp>
        <p:nvSpPr>
          <p:cNvPr id="149" name="Shape 149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Opérations courantes sur le curseur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155" name="Shape 155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2944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8965" lvl="0" indent="-507365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 sz="1850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getCount </a:t>
            </a:r>
            <a:r>
              <a:rPr lang="fr" sz="1850" dirty="0"/>
              <a:t>() — nombre de lignes dans le curseur</a:t>
            </a:r>
            <a:endParaRPr lang="fr-FR" sz="1850" dirty="0"/>
          </a:p>
          <a:p>
            <a:pPr marL="608965" lvl="0" indent="-507365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 sz="1850" u="sng" dirty="0">
                <a:solidFill>
                  <a:schemeClr val="hlink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getColumnNames </a:t>
            </a:r>
            <a:r>
              <a:rPr lang="fr" sz="1850" dirty="0"/>
              <a:t>() — tableau de chaînes de caractères contenant les noms des colonnes</a:t>
            </a:r>
            <a:endParaRPr sz="1850" dirty="0"/>
          </a:p>
          <a:p>
            <a:pPr marL="608965" lvl="0" indent="-507365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 sz="1850" u="sng" dirty="0">
                <a:solidFill>
                  <a:schemeClr val="hlink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getPosition </a:t>
            </a:r>
            <a:r>
              <a:rPr lang="fr" sz="1850" dirty="0"/>
              <a:t>() — position actuelle du curseur</a:t>
            </a:r>
            <a:endParaRPr sz="1850" dirty="0"/>
          </a:p>
          <a:p>
            <a:pPr marL="608965" lvl="0" indent="-507365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 sz="1850" u="sng" dirty="0">
                <a:solidFill>
                  <a:schemeClr val="hlink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getString </a:t>
            </a:r>
            <a:r>
              <a:rPr lang="fr" sz="1850" dirty="0"/>
              <a:t>(colonne </a:t>
            </a:r>
            <a:r>
              <a:rPr lang="fr" sz="1850" err="1"/>
              <a:t>int</a:t>
            </a:r>
            <a:r>
              <a:rPr lang="fr" sz="1850" dirty="0"/>
              <a:t>), </a:t>
            </a:r>
            <a:r>
              <a:rPr lang="fr" sz="1850" u="sng" dirty="0">
                <a:solidFill>
                  <a:schemeClr val="hlink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getInt </a:t>
            </a:r>
            <a:r>
              <a:rPr lang="fr" sz="1850" dirty="0"/>
              <a:t>(colonne </a:t>
            </a:r>
            <a:r>
              <a:rPr lang="fr" sz="1850" err="1"/>
              <a:t>int</a:t>
            </a:r>
            <a:r>
              <a:rPr lang="fr" sz="1850" dirty="0"/>
              <a:t>), ...</a:t>
            </a:r>
            <a:endParaRPr sz="1850" dirty="0"/>
          </a:p>
          <a:p>
            <a:pPr marL="608965" lvl="0" indent="-507365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 sz="1850" u="sng" err="1">
                <a:solidFill>
                  <a:schemeClr val="hlink"/>
                </a:solidFill>
              </a:rPr>
              <a:t>moveToFirst</a:t>
            </a:r>
            <a:r>
              <a:rPr lang="fr" sz="1850" dirty="0"/>
              <a:t>(), </a:t>
            </a:r>
            <a:r>
              <a:rPr lang="fr" sz="1850" u="sng" err="1">
                <a:solidFill>
                  <a:schemeClr val="hlink"/>
                </a:solidFill>
              </a:rPr>
              <a:t>moveToNext</a:t>
            </a:r>
            <a:r>
              <a:rPr lang="fr" sz="1850" dirty="0"/>
              <a:t>(), ...</a:t>
            </a:r>
            <a:endParaRPr sz="1850" dirty="0"/>
          </a:p>
          <a:p>
            <a:pPr marL="608965" lvl="0" indent="-507365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 sz="1850" u="sng" dirty="0">
                <a:solidFill>
                  <a:schemeClr val="hlink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 fonction close </a:t>
            </a:r>
            <a:r>
              <a:rPr lang="fr" sz="1850" dirty="0"/>
              <a:t>() libère toutes les ressources et invalide le curseur.</a:t>
            </a:r>
          </a:p>
          <a:p>
            <a:pPr marL="608965" indent="-507365">
              <a:spcBef>
                <a:spcPts val="1333"/>
              </a:spcBef>
              <a:buChar char="●"/>
            </a:pPr>
            <a:r>
              <a:rPr lang="fr" sz="1850" dirty="0"/>
              <a:t>⚠️ </a:t>
            </a:r>
            <a:r>
              <a:rPr lang="fr" sz="1850" b="1" dirty="0"/>
              <a:t>Toujours fermer le curseur</a:t>
            </a:r>
            <a:r>
              <a:rPr lang="fr" sz="1850" dirty="0"/>
              <a:t> pour éviter les fuites mémoire.</a:t>
            </a:r>
          </a:p>
        </p:txBody>
      </p:sp>
      <p:sp>
        <p:nvSpPr>
          <p:cNvPr id="156" name="Shape 156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Traitement d’un </a:t>
            </a:r>
            <a:r>
              <a:rPr lang="fr" sz="3600" b="1" dirty="0" err="1">
                <a:solidFill>
                  <a:schemeClr val="bg1"/>
                </a:solidFill>
                <a:latin typeface="Fira Sans Extra Condensed"/>
              </a:rPr>
              <a:t>Cursor</a:t>
            </a: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 </a:t>
            </a:r>
            <a:endParaRPr lang="fr-FR" dirty="0"/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415600" y="1638233"/>
            <a:ext cx="11360800" cy="40220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8965" indent="-507365">
              <a:buNone/>
            </a:pPr>
            <a:r>
              <a:rPr lang="fr" sz="2400" dirty="0">
                <a:solidFill>
                  <a:schemeClr val="dk1"/>
                </a:solidFill>
                <a:sym typeface="Consolas"/>
              </a:rPr>
              <a:t>Schéma classique :</a:t>
            </a:r>
            <a:endParaRPr lang="fr-FR" dirty="0"/>
          </a:p>
          <a:p>
            <a:pPr marL="608965" indent="-507365">
              <a:buSzPts val="2400"/>
              <a:buNone/>
            </a:pPr>
            <a:endParaRPr lang="fr" sz="2400" dirty="0">
              <a:solidFill>
                <a:schemeClr val="dk1"/>
              </a:solidFill>
              <a:ea typeface="Consolas"/>
              <a:sym typeface="Consolas"/>
            </a:endParaRPr>
          </a:p>
          <a:p>
            <a:pPr marL="1676400" lvl="2" indent="-457200">
              <a:buSzPts val="2400"/>
              <a:buAutoNum type="arabicPeriod"/>
            </a:pPr>
            <a:r>
              <a:rPr lang="fr" sz="2400" dirty="0">
                <a:solidFill>
                  <a:schemeClr val="dk1"/>
                </a:solidFill>
                <a:ea typeface="Consolas"/>
                <a:sym typeface="Consolas"/>
              </a:rPr>
              <a:t>Exécuter la requête</a:t>
            </a:r>
            <a:endParaRPr lang="fr" dirty="0">
              <a:solidFill>
                <a:schemeClr val="dk1"/>
              </a:solidFill>
            </a:endParaRPr>
          </a:p>
          <a:p>
            <a:pPr marL="1676400" lvl="2" indent="-457200">
              <a:buSzPts val="2400"/>
              <a:buAutoNum type="arabicPeriod"/>
            </a:pPr>
            <a:r>
              <a:rPr lang="fr" sz="2400" dirty="0">
                <a:solidFill>
                  <a:schemeClr val="dk1"/>
                </a:solidFill>
                <a:sym typeface="Consolas"/>
              </a:rPr>
              <a:t>Parcourir les lignes</a:t>
            </a:r>
            <a:endParaRPr lang="fr" dirty="0"/>
          </a:p>
          <a:p>
            <a:pPr marL="1676400" lvl="2" indent="-457200">
              <a:buSzPts val="2400"/>
              <a:buAutoNum type="arabicPeriod"/>
            </a:pPr>
            <a:r>
              <a:rPr lang="fr" sz="2400" dirty="0">
                <a:solidFill>
                  <a:schemeClr val="dk1"/>
                </a:solidFill>
                <a:sym typeface="Consolas"/>
              </a:rPr>
              <a:t>Récupérer les valeurs</a:t>
            </a:r>
            <a:endParaRPr lang="fr" dirty="0"/>
          </a:p>
          <a:p>
            <a:pPr marL="1676400" lvl="2" indent="-457200">
              <a:buSzPts val="2400"/>
              <a:buAutoNum type="arabicPeriod"/>
            </a:pPr>
            <a:r>
              <a:rPr lang="fr" sz="2400" dirty="0">
                <a:solidFill>
                  <a:schemeClr val="dk1"/>
                </a:solidFill>
                <a:sym typeface="Consolas"/>
              </a:rPr>
              <a:t>Fermer le curseur</a:t>
            </a:r>
            <a:endParaRPr lang="fr" sz="1850" dirty="0">
              <a:solidFill>
                <a:schemeClr val="dk1"/>
              </a:solidFill>
              <a:sym typeface="Consolas"/>
            </a:endParaRPr>
          </a:p>
          <a:p>
            <a:pPr marL="608965" indent="0">
              <a:buSzPts val="2400"/>
              <a:buNone/>
            </a:pPr>
            <a:r>
              <a:rPr lang="fr" sz="2400" dirty="0">
                <a:solidFill>
                  <a:schemeClr val="dk1"/>
                </a:solidFill>
                <a:ea typeface="Consolas"/>
                <a:sym typeface="Consolas"/>
              </a:rPr>
              <a:t>👉 Structure à apprendre </a:t>
            </a:r>
            <a:r>
              <a:rPr lang="fr" sz="2400" b="1" dirty="0">
                <a:solidFill>
                  <a:schemeClr val="dk1"/>
                </a:solidFill>
                <a:ea typeface="Consolas"/>
                <a:sym typeface="Consolas"/>
              </a:rPr>
              <a:t>par cœur</a:t>
            </a:r>
            <a:r>
              <a:rPr lang="fr" sz="2400" dirty="0">
                <a:solidFill>
                  <a:schemeClr val="dk1"/>
                </a:solidFill>
                <a:ea typeface="Consolas"/>
                <a:sym typeface="Consolas"/>
              </a:rPr>
              <a:t>.</a:t>
            </a:r>
            <a:endParaRPr lang="fr" sz="1850" dirty="0">
              <a:solidFill>
                <a:schemeClr val="dk1"/>
              </a:solidFill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fr" sz="2400" dirty="0">
              <a:solidFill>
                <a:schemeClr val="dk1"/>
              </a:solidFill>
              <a:latin typeface="Consolas"/>
            </a:endParaRPr>
          </a:p>
        </p:txBody>
      </p:sp>
      <p:sp>
        <p:nvSpPr>
          <p:cNvPr id="163" name="Shape 163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>
          <a:extLst>
            <a:ext uri="{FF2B5EF4-FFF2-40B4-BE49-F238E27FC236}">
              <a16:creationId xmlns:a16="http://schemas.microsoft.com/office/drawing/2014/main" id="{80958A39-A5EA-51EC-B394-3680AC234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>
            <a:extLst>
              <a:ext uri="{FF2B5EF4-FFF2-40B4-BE49-F238E27FC236}">
                <a16:creationId xmlns:a16="http://schemas.microsoft.com/office/drawing/2014/main" id="{DB61BCB6-A5DD-2CA4-2E9D-645186151E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Traitement d’un </a:t>
            </a:r>
            <a:r>
              <a:rPr lang="fr" sz="3600" b="1" dirty="0" err="1">
                <a:solidFill>
                  <a:schemeClr val="bg1"/>
                </a:solidFill>
                <a:latin typeface="Fira Sans Extra Condensed"/>
              </a:rPr>
              <a:t>Cursor</a:t>
            </a: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 </a:t>
            </a:r>
            <a:endParaRPr lang="fr" sz="3600" dirty="0">
              <a:latin typeface="Fira Sans Extra Condensed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fr"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162" name="Shape 162">
            <a:extLst>
              <a:ext uri="{FF2B5EF4-FFF2-40B4-BE49-F238E27FC236}">
                <a16:creationId xmlns:a16="http://schemas.microsoft.com/office/drawing/2014/main" id="{8770265D-6CA2-F293-0EDA-594B5310E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638233"/>
            <a:ext cx="11360800" cy="40220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Stocker les résultats de la requête dans un curseur</a:t>
            </a:r>
            <a:endParaRPr sz="2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buNone/>
            </a:pPr>
            <a:r>
              <a:rPr lang="fr" sz="240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Cursor</a:t>
            </a:r>
            <a:r>
              <a:rPr lang="f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fr" sz="240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cursor</a:t>
            </a:r>
            <a:r>
              <a:rPr lang="f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fr" sz="240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db.rawQuery</a:t>
            </a:r>
            <a:r>
              <a:rPr lang="f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(...); </a:t>
            </a:r>
            <a:endParaRPr lang="fr" sz="240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endParaRPr lang="fr"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cursor.moveToNext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()) { </a:t>
            </a:r>
            <a:endParaRPr lang="fr"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Do </a:t>
            </a: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something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with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data </a:t>
            </a:r>
            <a:endParaRPr lang="fr"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 lang="fr"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finally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endParaRPr lang="fr"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cursor.close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 </a:t>
            </a:r>
            <a:endParaRPr lang="fr"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dirty="0"/>
          </a:p>
        </p:txBody>
      </p:sp>
      <p:sp>
        <p:nvSpPr>
          <p:cNvPr id="163" name="Shape 163">
            <a:extLst>
              <a:ext uri="{FF2B5EF4-FFF2-40B4-BE49-F238E27FC236}">
                <a16:creationId xmlns:a16="http://schemas.microsoft.com/office/drawing/2014/main" id="{B71139ED-7FBB-B57B-636E-36E44ED6BB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6317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5875D-FBE5-C29E-74BC-2F907221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A15ACE4-48E9-07A8-8C3B-B0C6D328C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3" y="4648200"/>
            <a:ext cx="8755939" cy="806800"/>
          </a:xfrm>
        </p:spPr>
        <p:txBody>
          <a:bodyPr/>
          <a:lstStyle/>
          <a:p>
            <a:pPr marL="608965" indent="-304165"/>
            <a:r>
              <a:rPr lang="en-US" sz="3200" dirty="0">
                <a:latin typeface="Arial Narrow"/>
                <a:cs typeface="Arial Narrow"/>
              </a:rPr>
              <a:t>3. </a:t>
            </a:r>
            <a:r>
              <a:rPr lang="en-US" sz="3200" dirty="0">
                <a:latin typeface="Arial Narrow"/>
                <a:cs typeface="Arial"/>
              </a:rPr>
              <a:t>Valeurs du </a:t>
            </a:r>
            <a:r>
              <a:rPr lang="en-US" sz="3200" dirty="0" err="1">
                <a:latin typeface="Arial Narrow"/>
                <a:cs typeface="Arial"/>
              </a:rPr>
              <a:t>contenu</a:t>
            </a:r>
            <a:endParaRPr lang="ar-MA" sz="4400" dirty="0" err="1"/>
          </a:p>
        </p:txBody>
      </p:sp>
    </p:spTree>
    <p:extLst>
      <p:ext uri="{BB962C8B-B14F-4D97-AF65-F5344CB8AC3E}">
        <p14:creationId xmlns:p14="http://schemas.microsoft.com/office/powerpoint/2010/main" val="2141657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Valeurs du contenu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8965" indent="-507365">
              <a:buChar char="•"/>
            </a:pPr>
            <a:r>
              <a:rPr lang="fr" sz="1850" dirty="0" err="1"/>
              <a:t>ContentValues</a:t>
            </a:r>
            <a:r>
              <a:rPr lang="fr" sz="1850" dirty="0"/>
              <a:t> représente</a:t>
            </a:r>
            <a:r>
              <a:rPr lang="fr" sz="1850" b="1" dirty="0"/>
              <a:t> un conteneur de données clé → valeur</a:t>
            </a:r>
            <a:endParaRPr lang="fr" sz="1850" dirty="0"/>
          </a:p>
          <a:p>
            <a:pPr marL="608965" indent="-507365">
              <a:spcBef>
                <a:spcPts val="1333"/>
              </a:spcBef>
              <a:buChar char="•"/>
            </a:pPr>
            <a:r>
              <a:rPr lang="fr" sz="1850" dirty="0"/>
              <a:t> pour envoyer des données vers une table SQLite.</a:t>
            </a:r>
            <a:endParaRPr lang="fr" dirty="0"/>
          </a:p>
          <a:p>
            <a:pPr marL="608965" lvl="0" indent="-507365">
              <a:spcBef>
                <a:spcPts val="1333"/>
              </a:spcBef>
              <a:spcAft>
                <a:spcPts val="0"/>
              </a:spcAft>
              <a:buSzPts val="2400"/>
              <a:buChar char="•"/>
            </a:pPr>
            <a:r>
              <a:rPr lang="fr" sz="1850" dirty="0"/>
              <a:t>Une instance de </a:t>
            </a:r>
            <a:r>
              <a:rPr lang="fr" sz="1850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ContentValues</a:t>
            </a:r>
            <a:r>
              <a:rPr lang="fr" sz="1850" dirty="0"/>
              <a:t> </a:t>
            </a:r>
            <a:endParaRPr lang="fr-FR" sz="1850"/>
          </a:p>
          <a:p>
            <a:pPr marL="1218565" lvl="1" indent="-473710">
              <a:spcBef>
                <a:spcPts val="1333"/>
              </a:spcBef>
              <a:buChar char="○"/>
            </a:pPr>
            <a:r>
              <a:rPr lang="fr" sz="1850" dirty="0"/>
              <a:t>Représente une ligne de tableau à insérer ou modifier.</a:t>
            </a:r>
            <a:endParaRPr sz="1850" dirty="0"/>
          </a:p>
          <a:p>
            <a:pPr marL="1218565" lvl="1" indent="-473710" rtl="0">
              <a:spcBef>
                <a:spcPts val="1333"/>
              </a:spcBef>
              <a:spcAft>
                <a:spcPts val="0"/>
              </a:spcAft>
              <a:buSzPts val="2000"/>
              <a:buChar char="○"/>
            </a:pPr>
            <a:r>
              <a:rPr lang="fr" sz="1850" dirty="0"/>
              <a:t>Stocke les données sous forme de paires clé-valeur</a:t>
            </a:r>
            <a:endParaRPr sz="1850" dirty="0"/>
          </a:p>
          <a:p>
            <a:pPr marL="1218565" lvl="1" indent="-473710" rtl="0">
              <a:spcBef>
                <a:spcPts val="1333"/>
              </a:spcBef>
              <a:spcAft>
                <a:spcPts val="0"/>
              </a:spcAft>
              <a:buSzPts val="2000"/>
              <a:buChar char="○"/>
            </a:pPr>
            <a:r>
              <a:rPr lang="fr" sz="1850" dirty="0"/>
              <a:t>« Clé » est le nom de la colonne</a:t>
            </a:r>
            <a:endParaRPr sz="1850" dirty="0"/>
          </a:p>
          <a:p>
            <a:pPr marL="1218565" lvl="1" indent="-473710" rtl="0">
              <a:spcBef>
                <a:spcPts val="1333"/>
              </a:spcBef>
              <a:spcAft>
                <a:spcPts val="0"/>
              </a:spcAft>
              <a:buSzPts val="2000"/>
              <a:buChar char="○"/>
            </a:pPr>
            <a:r>
              <a:rPr lang="fr" sz="1850" dirty="0"/>
              <a:t>La valeur est la valeur du champ</a:t>
            </a:r>
            <a:endParaRPr sz="1850" dirty="0"/>
          </a:p>
          <a:p>
            <a:pPr marL="1218565" lvl="1" indent="-473710">
              <a:spcBef>
                <a:spcPts val="1333"/>
              </a:spcBef>
              <a:buChar char="○"/>
            </a:pPr>
            <a:endParaRPr lang="fr" sz="1850" dirty="0"/>
          </a:p>
          <a:p>
            <a:pPr marL="444500" indent="-342900">
              <a:buChar char="•"/>
            </a:pPr>
            <a:r>
              <a:rPr lang="fr" sz="1850" dirty="0"/>
              <a:t>  Utilisé avec :</a:t>
            </a:r>
          </a:p>
          <a:p>
            <a:pPr marL="1218565" lvl="1" indent="-473710">
              <a:buSzPts val="2400"/>
              <a:buChar char="○"/>
            </a:pPr>
            <a:r>
              <a:rPr lang="fr" sz="1850" dirty="0">
                <a:latin typeface="Consolas"/>
              </a:rPr>
              <a:t>insert()</a:t>
            </a:r>
            <a:endParaRPr lang="fr" dirty="0"/>
          </a:p>
          <a:p>
            <a:pPr marL="1218565" lvl="1" indent="-473710">
              <a:buSzPts val="2400"/>
              <a:buChar char="○"/>
            </a:pPr>
            <a:r>
              <a:rPr lang="fr" sz="1850" dirty="0">
                <a:latin typeface="Consolas"/>
              </a:rPr>
              <a:t>update()</a:t>
            </a:r>
            <a:endParaRPr lang="fr" dirty="0"/>
          </a:p>
          <a:p>
            <a:pPr marL="608965" lvl="0" indent="-507365">
              <a:spcBef>
                <a:spcPts val="1333"/>
              </a:spcBef>
              <a:spcAft>
                <a:spcPts val="0"/>
              </a:spcAft>
              <a:buSzPts val="2400"/>
              <a:buChar char="•"/>
            </a:pPr>
            <a:endParaRPr lang="fr" sz="1850" dirty="0">
              <a:solidFill>
                <a:schemeClr val="dk1"/>
              </a:solidFill>
            </a:endParaRPr>
          </a:p>
        </p:txBody>
      </p:sp>
      <p:sp>
        <p:nvSpPr>
          <p:cNvPr id="176" name="Shape 176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Valeurs du contenu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182" name="Shape 182"/>
          <p:cNvSpPr txBox="1">
            <a:spLocks noGrp="1"/>
          </p:cNvSpPr>
          <p:nvPr>
            <p:ph type="body" idx="1"/>
          </p:nvPr>
        </p:nvSpPr>
        <p:spPr>
          <a:xfrm>
            <a:off x="415600" y="1638233"/>
            <a:ext cx="11360800" cy="40744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667"/>
              </a:spcBef>
              <a:buNone/>
            </a:pP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ContentValues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values = new </a:t>
            </a: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ContentValues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lang="fr-FR" dirty="0"/>
          </a:p>
          <a:p>
            <a:pPr marL="0" lvl="0" indent="0" rtl="0">
              <a:spcBef>
                <a:spcPts val="667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Insère une ligne.</a:t>
            </a:r>
            <a:endParaRPr sz="2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Utilisez une boucle pour insérer plusieurs lignes.</a:t>
            </a:r>
            <a:endParaRPr sz="2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667"/>
              </a:spcBef>
              <a:buNone/>
            </a:pP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values.put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(KEY_WORD, "Android"); </a:t>
            </a:r>
            <a:endParaRPr lang="fr"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spcBef>
                <a:spcPts val="667"/>
              </a:spcBef>
              <a:buNone/>
            </a:pP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values.put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(KEY_DEFINITION, "Mobile operating system.");</a:t>
            </a:r>
            <a:endParaRPr lang="fr"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spcBef>
                <a:spcPts val="667"/>
              </a:spcBef>
              <a:buNone/>
            </a:pPr>
            <a:endParaRPr lang="fr"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spcBef>
                <a:spcPts val="667"/>
              </a:spcBef>
              <a:spcAft>
                <a:spcPts val="0"/>
              </a:spcAft>
              <a:buNone/>
            </a:pP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db.insert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(WORD_LIST_TABLE, </a:t>
            </a: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values);</a:t>
            </a:r>
            <a:endParaRPr dirty="0">
              <a:solidFill>
                <a:schemeClr val="dk1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3" name="Shape 183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2EC9374E-51FD-BA64-E453-FF47F903B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>
            <a:extLst>
              <a:ext uri="{FF2B5EF4-FFF2-40B4-BE49-F238E27FC236}">
                <a16:creationId xmlns:a16="http://schemas.microsoft.com/office/drawing/2014/main" id="{49558089-D933-5FF7-B0B9-920059F01C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Valeurs du contenu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182" name="Shape 182">
            <a:extLst>
              <a:ext uri="{FF2B5EF4-FFF2-40B4-BE49-F238E27FC236}">
                <a16:creationId xmlns:a16="http://schemas.microsoft.com/office/drawing/2014/main" id="{7A81CB12-CF08-D037-321D-500DA59F40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638233"/>
            <a:ext cx="11360800" cy="40744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8965" indent="-507365">
              <a:buNone/>
            </a:pPr>
            <a:r>
              <a:rPr lang="fr" sz="2400" dirty="0">
                <a:sym typeface="Consolas"/>
              </a:rPr>
              <a:t>Avantages de </a:t>
            </a:r>
            <a:r>
              <a:rPr lang="fr" sz="2400" dirty="0" err="1">
                <a:latin typeface="Consolas"/>
                <a:ea typeface="Consolas"/>
                <a:cs typeface="Consolas"/>
                <a:sym typeface="Consolas"/>
              </a:rPr>
              <a:t>ContentValues</a:t>
            </a:r>
            <a:r>
              <a:rPr lang="fr" sz="2400" dirty="0">
                <a:latin typeface="Consolas"/>
                <a:ea typeface="Consolas"/>
                <a:cs typeface="Consolas"/>
                <a:sym typeface="Consolas"/>
              </a:rPr>
              <a:t>:</a:t>
            </a:r>
            <a:endParaRPr lang="fr-FR" sz="1850" dirty="0"/>
          </a:p>
          <a:p>
            <a:pPr marL="1218565" lvl="1" indent="-473710">
              <a:buSzPts val="2400"/>
              <a:buFont typeface="Courier New"/>
              <a:buChar char="o"/>
            </a:pPr>
            <a:r>
              <a:rPr lang="fr" sz="2400" dirty="0">
                <a:solidFill>
                  <a:schemeClr val="dk1"/>
                </a:solidFill>
                <a:sym typeface="Consolas"/>
              </a:rPr>
              <a:t>plus sûr</a:t>
            </a:r>
            <a:endParaRPr lang="fr" dirty="0">
              <a:solidFill>
                <a:schemeClr val="dk1"/>
              </a:solidFill>
            </a:endParaRPr>
          </a:p>
          <a:p>
            <a:pPr marL="1218565" lvl="1" indent="-473710">
              <a:buSzPts val="2400"/>
              <a:buFont typeface="Courier New"/>
              <a:buChar char="o"/>
            </a:pPr>
            <a:r>
              <a:rPr lang="fr" sz="2400" dirty="0">
                <a:solidFill>
                  <a:schemeClr val="dk1"/>
                </a:solidFill>
                <a:sym typeface="Consolas"/>
              </a:rPr>
              <a:t>plus lisible </a:t>
            </a:r>
            <a:endParaRPr lang="fr" sz="1850" dirty="0">
              <a:solidFill>
                <a:schemeClr val="dk1"/>
              </a:solidFill>
            </a:endParaRPr>
          </a:p>
          <a:p>
            <a:pPr marL="1218565" lvl="1" indent="-473710">
              <a:buSzPts val="2400"/>
              <a:buFont typeface="Courier New"/>
              <a:buChar char="o"/>
            </a:pPr>
            <a:r>
              <a:rPr lang="fr" sz="2400" dirty="0">
                <a:solidFill>
                  <a:schemeClr val="dk1"/>
                </a:solidFill>
                <a:sym typeface="Consolas"/>
              </a:rPr>
              <a:t>évite l’injection SQL</a:t>
            </a:r>
            <a:endParaRPr lang="fr" sz="1850" dirty="0">
              <a:solidFill>
                <a:schemeClr val="dk1"/>
              </a:solidFill>
            </a:endParaRPr>
          </a:p>
          <a:p>
            <a:pPr marL="1218565" lvl="1" indent="-473710">
              <a:buSzPts val="2400"/>
              <a:buFont typeface="Courier New"/>
              <a:buChar char="o"/>
            </a:pPr>
            <a:r>
              <a:rPr lang="fr" sz="2400" dirty="0">
                <a:solidFill>
                  <a:schemeClr val="dk1"/>
                </a:solidFill>
                <a:sym typeface="Consolas"/>
              </a:rPr>
              <a:t>recommandé par Google</a:t>
            </a:r>
            <a:endParaRPr lang="fr" sz="1850">
              <a:solidFill>
                <a:schemeClr val="dk1"/>
              </a:solidFill>
            </a:endParaRPr>
          </a:p>
          <a:p>
            <a:pPr marL="608965" indent="-507365">
              <a:buFont typeface="Wingdings"/>
              <a:buChar char="q"/>
            </a:pPr>
            <a:endParaRPr lang="fr" sz="2400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endParaRPr lang="fr" sz="2400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fr" sz="2400" dirty="0" err="1">
                <a:solidFill>
                  <a:schemeClr val="dk1"/>
                </a:solidFill>
                <a:latin typeface="Consolas"/>
              </a:rPr>
              <a:t>db.execSQL</a:t>
            </a:r>
            <a:r>
              <a:rPr lang="fr" sz="2400" dirty="0">
                <a:solidFill>
                  <a:schemeClr val="dk1"/>
                </a:solidFill>
                <a:latin typeface="Consolas"/>
              </a:rPr>
              <a:t>("INSERT INTO </a:t>
            </a:r>
            <a:r>
              <a:rPr lang="fr" sz="2400" dirty="0" err="1">
                <a:solidFill>
                  <a:schemeClr val="dk1"/>
                </a:solidFill>
                <a:latin typeface="Consolas"/>
              </a:rPr>
              <a:t>Evenement</a:t>
            </a:r>
            <a:r>
              <a:rPr lang="fr" sz="2400" dirty="0">
                <a:solidFill>
                  <a:schemeClr val="dk1"/>
                </a:solidFill>
                <a:latin typeface="Consolas"/>
              </a:rPr>
              <a:t> VALUES (...)");</a:t>
            </a:r>
            <a:endParaRPr lang="fr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fr" sz="2400" dirty="0">
                <a:solidFill>
                  <a:schemeClr val="dk1"/>
                </a:solidFill>
              </a:rPr>
              <a:t>❌ Mauvaise pratique (risque + erreurs) </a:t>
            </a:r>
            <a:endParaRPr lang="fr" dirty="0">
              <a:solidFill>
                <a:schemeClr val="dk1"/>
              </a:solidFill>
            </a:endParaRPr>
          </a:p>
          <a:p>
            <a:pPr marL="101600" indent="0">
              <a:buFont typeface="Wingdings"/>
              <a:buNone/>
            </a:pPr>
            <a:endParaRPr lang="fr" sz="2400" dirty="0">
              <a:solidFill>
                <a:schemeClr val="dk1"/>
              </a:solidFill>
              <a:ea typeface="Consolas"/>
            </a:endParaRPr>
          </a:p>
          <a:p>
            <a:pPr marL="0" indent="0">
              <a:spcBef>
                <a:spcPts val="667"/>
              </a:spcBef>
              <a:buNone/>
            </a:pPr>
            <a:endParaRPr lang="fr"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83" name="Shape 183">
            <a:extLst>
              <a:ext uri="{FF2B5EF4-FFF2-40B4-BE49-F238E27FC236}">
                <a16:creationId xmlns:a16="http://schemas.microsoft.com/office/drawing/2014/main" id="{8DC60475-BC7E-ACD9-71A5-3B36AC8BA84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884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FBDC7-9363-F0F3-8A05-1E426EF4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00D87FF-BD31-C8AD-D849-6A38141AE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3" y="4648200"/>
            <a:ext cx="8755939" cy="806800"/>
          </a:xfrm>
        </p:spPr>
        <p:txBody>
          <a:bodyPr/>
          <a:lstStyle/>
          <a:p>
            <a:pPr marL="608965" indent="-304165"/>
            <a:r>
              <a:rPr lang="en-US" sz="3200" dirty="0">
                <a:latin typeface="Arial Narrow"/>
                <a:cs typeface="Arial"/>
              </a:rPr>
              <a:t>4. </a:t>
            </a:r>
            <a:r>
              <a:rPr lang="en-US" sz="3200" dirty="0" err="1">
                <a:latin typeface="Arial Narrow"/>
                <a:cs typeface="Arial"/>
              </a:rPr>
              <a:t>Implémentation</a:t>
            </a:r>
            <a:r>
              <a:rPr lang="en-US" sz="3200" dirty="0">
                <a:latin typeface="Arial Narrow"/>
                <a:cs typeface="Arial"/>
              </a:rPr>
              <a:t> de SQLite</a:t>
            </a:r>
            <a:endParaRPr lang="ar-MA" dirty="0"/>
          </a:p>
        </p:txBody>
      </p:sp>
    </p:spTree>
    <p:extLst>
      <p:ext uri="{BB962C8B-B14F-4D97-AF65-F5344CB8AC3E}">
        <p14:creationId xmlns:p14="http://schemas.microsoft.com/office/powerpoint/2010/main" val="1674808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Vous avez toujours besoin de...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195" name="Shape 195"/>
          <p:cNvSpPr txBox="1">
            <a:spLocks noGrp="1"/>
          </p:cNvSpPr>
          <p:nvPr>
            <p:ph type="body" idx="1"/>
          </p:nvPr>
        </p:nvSpPr>
        <p:spPr>
          <a:xfrm>
            <a:off x="415600" y="1333433"/>
            <a:ext cx="11360800" cy="47940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8965" lvl="0" indent="-507365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fr" sz="1850" dirty="0"/>
              <a:t>Créer un modèle de données</a:t>
            </a:r>
            <a:endParaRPr lang="fr-FR" sz="1850" dirty="0"/>
          </a:p>
          <a:p>
            <a:pPr marL="608965" indent="-507365">
              <a:lnSpc>
                <a:spcPct val="130000"/>
              </a:lnSpc>
            </a:pPr>
            <a:r>
              <a:rPr lang="fr" sz="1850" dirty="0"/>
              <a:t>Créer une classe </a:t>
            </a:r>
            <a:r>
              <a:rPr lang="fr" sz="1850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SQLiteOpenHelper</a:t>
            </a:r>
            <a:endParaRPr sz="1850" dirty="0">
              <a:solidFill>
                <a:schemeClr val="hlink"/>
              </a:solidFill>
            </a:endParaRPr>
          </a:p>
          <a:p>
            <a:pPr marL="1218565" lvl="1" indent="-47371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fr" sz="1850" dirty="0"/>
              <a:t>Créer des constantes pour les tables</a:t>
            </a:r>
            <a:endParaRPr sz="1850" dirty="0"/>
          </a:p>
          <a:p>
            <a:pPr marL="1218565" lvl="1" indent="-47371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fr" sz="1850" dirty="0" err="1"/>
              <a:t>onCreate</a:t>
            </a:r>
            <a:r>
              <a:rPr lang="fr" sz="1850" dirty="0"/>
              <a:t>()—crée </a:t>
            </a:r>
            <a:r>
              <a:rPr lang="fr" sz="1850" u="sng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une base de données SQLite </a:t>
            </a:r>
            <a:r>
              <a:rPr lang="fr" sz="1850" dirty="0"/>
              <a:t>avec des tables</a:t>
            </a:r>
            <a:endParaRPr sz="1850" dirty="0"/>
          </a:p>
          <a:p>
            <a:pPr marL="1218565" lvl="1" indent="-47371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fr" sz="1850" dirty="0" err="1"/>
              <a:t>onUpgrade</a:t>
            </a:r>
            <a:r>
              <a:rPr lang="fr" sz="1850" dirty="0"/>
              <a:t>(), et méthodes optionnelles</a:t>
            </a:r>
            <a:endParaRPr sz="1850" dirty="0"/>
          </a:p>
          <a:p>
            <a:pPr marL="1218565" lvl="1" indent="-47371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fr" sz="1850" dirty="0"/>
              <a:t>Implémentez les fonctions </a:t>
            </a:r>
            <a:r>
              <a:rPr lang="fr" sz="1850" dirty="0" err="1"/>
              <a:t>query</a:t>
            </a:r>
            <a:r>
              <a:rPr lang="fr" sz="1850" dirty="0"/>
              <a:t>(), insert(), </a:t>
            </a:r>
            <a:r>
              <a:rPr lang="fr" sz="1850" dirty="0" err="1"/>
              <a:t>delete</a:t>
            </a:r>
            <a:r>
              <a:rPr lang="fr" sz="1850" dirty="0"/>
              <a:t>(), update() et count().</a:t>
            </a:r>
            <a:endParaRPr sz="1850" dirty="0"/>
          </a:p>
          <a:p>
            <a:pPr marL="608965" lvl="0" indent="-507365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fr" sz="1850" dirty="0"/>
              <a:t>Dans </a:t>
            </a:r>
            <a:r>
              <a:rPr lang="fr" sz="1850" dirty="0" err="1"/>
              <a:t>MainActivity</a:t>
            </a:r>
            <a:r>
              <a:rPr lang="fr" sz="1850" dirty="0"/>
              <a:t>, créez une instance de </a:t>
            </a:r>
            <a:r>
              <a:rPr lang="fr" sz="1850" dirty="0" err="1"/>
              <a:t>SQLiteOpenHelper</a:t>
            </a:r>
            <a:endParaRPr sz="1850" dirty="0" err="1"/>
          </a:p>
          <a:p>
            <a:pPr marL="608965" lvl="0" indent="-507365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fr" sz="1850" dirty="0"/>
              <a:t>Appelez les méthodes de </a:t>
            </a:r>
            <a:r>
              <a:rPr lang="fr" sz="1850" dirty="0" err="1"/>
              <a:t>SQLiteOpenHelper</a:t>
            </a:r>
            <a:r>
              <a:rPr lang="fr" sz="1850" dirty="0"/>
              <a:t> pour interagir avec la base de données.</a:t>
            </a:r>
            <a:endParaRPr sz="1850" dirty="0">
              <a:solidFill>
                <a:schemeClr val="dk1"/>
              </a:solidFill>
            </a:endParaRPr>
          </a:p>
        </p:txBody>
      </p:sp>
      <p:sp>
        <p:nvSpPr>
          <p:cNvPr id="196" name="Shape 196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8E8A9-A1DD-81F7-C510-CBFC44B77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E55D81B-3C7C-6BE9-A4D9-AB723F4F4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3" y="4648200"/>
            <a:ext cx="8755939" cy="806800"/>
          </a:xfrm>
        </p:spPr>
        <p:txBody>
          <a:bodyPr/>
          <a:lstStyle/>
          <a:p>
            <a:pPr marL="608965" indent="-304165"/>
            <a:r>
              <a:rPr lang="en-US" sz="3200" dirty="0">
                <a:latin typeface="Arial Narrow"/>
                <a:cs typeface="Arial Narrow"/>
              </a:rPr>
              <a:t>5. </a:t>
            </a:r>
            <a:r>
              <a:rPr lang="en-US" sz="3200" dirty="0" err="1">
                <a:latin typeface="Arial Narrow"/>
                <a:cs typeface="Arial"/>
              </a:rPr>
              <a:t>Modèle</a:t>
            </a:r>
            <a:r>
              <a:rPr lang="en-US" sz="3200" dirty="0">
                <a:latin typeface="Arial Narrow"/>
                <a:cs typeface="Arial"/>
              </a:rPr>
              <a:t> de données</a:t>
            </a:r>
            <a:endParaRPr lang="ar-MA" sz="4400" dirty="0"/>
          </a:p>
        </p:txBody>
      </p:sp>
    </p:spTree>
    <p:extLst>
      <p:ext uri="{BB962C8B-B14F-4D97-AF65-F5344CB8AC3E}">
        <p14:creationId xmlns:p14="http://schemas.microsoft.com/office/powerpoint/2010/main" val="2203002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Modèle de données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415600" y="13334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9585" lvl="0" indent="-507987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/>
              <a:t>Classe avec accesseurs et mutateurs</a:t>
            </a:r>
            <a:endParaRPr/>
          </a:p>
          <a:p>
            <a:pPr marL="609585" lvl="0" indent="-507987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/>
              <a:t>Un « élément » de données (pour une base de données, un enregistrement ou une ligne)</a:t>
            </a:r>
            <a:endParaRPr sz="2400">
              <a:solidFill>
                <a:schemeClr val="dk1"/>
              </a:solidFill>
            </a:endParaRPr>
          </a:p>
          <a:p>
            <a:pPr marL="0" lvl="0" indent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class WordItem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privé int mId;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privée String mWord;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privée String mDéfinition;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1" name="Shape 211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3A33C-A8DB-5720-375F-A68F4702D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7AFFF4A-0080-E20B-A5EB-8602C9EE6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3" y="4648200"/>
            <a:ext cx="8755939" cy="806800"/>
          </a:xfrm>
        </p:spPr>
        <p:txBody>
          <a:bodyPr/>
          <a:lstStyle/>
          <a:p>
            <a:pPr marL="608965" indent="-304165"/>
            <a:r>
              <a:rPr lang="en-US" sz="3200" dirty="0">
                <a:latin typeface="Arial Narrow"/>
                <a:cs typeface="Arial Narrow"/>
              </a:rPr>
              <a:t>6. </a:t>
            </a:r>
            <a:r>
              <a:rPr lang="en-US" sz="3200" dirty="0">
                <a:latin typeface="Arial Narrow"/>
                <a:cs typeface="Arial"/>
              </a:rPr>
              <a:t>Sous-</a:t>
            </a:r>
            <a:r>
              <a:rPr lang="en-US" sz="3200" dirty="0" err="1">
                <a:latin typeface="Arial Narrow"/>
                <a:cs typeface="Arial"/>
              </a:rPr>
              <a:t>classe</a:t>
            </a:r>
            <a:r>
              <a:rPr lang="en-US" sz="3200" dirty="0">
                <a:latin typeface="Arial Narrow"/>
                <a:cs typeface="Arial"/>
              </a:rPr>
              <a:t> </a:t>
            </a:r>
            <a:r>
              <a:rPr lang="en-US" sz="3200" dirty="0" err="1">
                <a:latin typeface="Arial Narrow"/>
                <a:cs typeface="Arial"/>
              </a:rPr>
              <a:t>SQLiteOpenHelper</a:t>
            </a:r>
            <a:endParaRPr lang="ar-MA" sz="4400" dirty="0" err="1"/>
          </a:p>
        </p:txBody>
      </p:sp>
    </p:spTree>
    <p:extLst>
      <p:ext uri="{BB962C8B-B14F-4D97-AF65-F5344CB8AC3E}">
        <p14:creationId xmlns:p14="http://schemas.microsoft.com/office/powerpoint/2010/main" val="1881315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Sous-classe </a:t>
            </a:r>
            <a:r>
              <a:rPr lang="fr" sz="3600" b="1" dirty="0" err="1">
                <a:solidFill>
                  <a:schemeClr val="bg1"/>
                </a:solidFill>
                <a:latin typeface="Fira Sans Extra Condensed"/>
              </a:rPr>
              <a:t>SQLiteOpenHelper</a:t>
            </a:r>
            <a:endParaRPr sz="3600" b="1" dirty="0" err="1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225" name="Shape 225"/>
          <p:cNvSpPr txBox="1">
            <a:spLocks noGrp="1"/>
          </p:cNvSpPr>
          <p:nvPr>
            <p:ph type="body" idx="1"/>
          </p:nvPr>
        </p:nvSpPr>
        <p:spPr>
          <a:xfrm>
            <a:off x="74867" y="1841433"/>
            <a:ext cx="12117200" cy="42880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1333"/>
              </a:spcBef>
              <a:spcAft>
                <a:spcPts val="0"/>
              </a:spcAft>
              <a:buNone/>
            </a:pPr>
            <a:r>
              <a:rPr lang="fr" sz="2400">
                <a:latin typeface="Consolas"/>
                <a:ea typeface="Consolas"/>
                <a:cs typeface="Consolas"/>
                <a:sym typeface="Consolas"/>
              </a:rPr>
              <a:t>public class WordListOpenHelper </a:t>
            </a:r>
            <a:r>
              <a:rPr lang="fr" sz="2400" b="1">
                <a:latin typeface="Consolas"/>
                <a:ea typeface="Consolas"/>
                <a:cs typeface="Consolas"/>
                <a:sym typeface="Consolas"/>
              </a:rPr>
              <a:t>extends SQLiteOpenHelper </a:t>
            </a:r>
            <a:r>
              <a:rPr lang="fr" sz="24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latin typeface="Consolas"/>
                <a:ea typeface="Consolas"/>
                <a:cs typeface="Consolas"/>
                <a:sym typeface="Consolas"/>
              </a:rPr>
              <a:t>public WordListOpenHelper(Contexte contexte) {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latin typeface="Consolas"/>
                <a:ea typeface="Consolas"/>
                <a:cs typeface="Consolas"/>
                <a:sym typeface="Consolas"/>
              </a:rPr>
              <a:t>super(contexte, NOM_BASE_DE_DONNÉES, null, VERSION_BASE_DE_DONNÉES);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latin typeface="Consolas"/>
                <a:ea typeface="Consolas"/>
                <a:cs typeface="Consolas"/>
                <a:sym typeface="Consolas"/>
              </a:rPr>
              <a:t>Log.d(TAG, "Construire WordListOpenHelper");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1333"/>
              </a:spcBef>
              <a:spcAft>
                <a:spcPts val="0"/>
              </a:spcAft>
              <a:buNone/>
            </a:pPr>
            <a:r>
              <a:rPr lang="fr" sz="2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6" name="Shape 226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Déclarer les constantes pour les tables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232" name="Shape 232"/>
          <p:cNvSpPr txBox="1">
            <a:spLocks noGrp="1"/>
          </p:cNvSpPr>
          <p:nvPr>
            <p:ph type="body" idx="1"/>
          </p:nvPr>
        </p:nvSpPr>
        <p:spPr>
          <a:xfrm>
            <a:off x="74867" y="1231833"/>
            <a:ext cx="12117200" cy="48696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endParaRPr lang="fr" sz="2400" dirty="0">
              <a:solidFill>
                <a:schemeClr val="dk1"/>
              </a:solidFill>
              <a:latin typeface="Consolas"/>
            </a:endParaRPr>
          </a:p>
          <a:p>
            <a:pPr marL="0" indent="0">
              <a:buNone/>
            </a:pPr>
            <a:r>
              <a:rPr lang="fr" sz="2400" dirty="0">
                <a:solidFill>
                  <a:schemeClr val="dk1"/>
                </a:solidFill>
                <a:latin typeface="Consolas"/>
              </a:rPr>
              <a:t>Très</a:t>
            </a:r>
            <a:r>
              <a:rPr lang="fr" sz="2400" dirty="0">
                <a:solidFill>
                  <a:schemeClr val="dk1"/>
                </a:solidFill>
                <a:latin typeface="Consolas"/>
                <a:sym typeface="Consolas"/>
              </a:rPr>
              <a:t> important, déclarez les constantes :</a:t>
            </a:r>
            <a:endParaRPr lang="fr-FR" sz="1850" dirty="0">
              <a:solidFill>
                <a:schemeClr val="dk1"/>
              </a:solidFill>
            </a:endParaRPr>
          </a:p>
          <a:p>
            <a:pPr marL="0" indent="0">
              <a:buSzPts val="2400"/>
              <a:buNone/>
            </a:pPr>
            <a:endParaRPr lang="fr" sz="2400" dirty="0">
              <a:solidFill>
                <a:schemeClr val="dk1"/>
              </a:solidFill>
              <a:latin typeface="Consolas"/>
              <a:sym typeface="Consolas"/>
            </a:endParaRPr>
          </a:p>
          <a:p>
            <a:pPr marL="1562100" lvl="2" indent="-342900">
              <a:buSzPts val="2400"/>
              <a:buFont typeface="Wingdings"/>
              <a:buChar char="§"/>
            </a:pPr>
            <a:r>
              <a:rPr lang="fr" sz="2400" dirty="0">
                <a:solidFill>
                  <a:schemeClr val="dk1"/>
                </a:solidFill>
                <a:latin typeface="Consolas"/>
                <a:sym typeface="Consolas"/>
              </a:rPr>
              <a:t>nom de la base</a:t>
            </a:r>
            <a:endParaRPr dirty="0"/>
          </a:p>
          <a:p>
            <a:pPr marL="1562100" lvl="2" indent="-342900">
              <a:buSzPts val="2400"/>
              <a:buFont typeface="Wingdings"/>
              <a:buChar char="§"/>
            </a:pPr>
            <a:r>
              <a:rPr lang="fr" sz="2400" dirty="0">
                <a:solidFill>
                  <a:schemeClr val="dk1"/>
                </a:solidFill>
                <a:latin typeface="Consolas"/>
                <a:sym typeface="Consolas"/>
              </a:rPr>
              <a:t>version</a:t>
            </a:r>
            <a:endParaRPr dirty="0"/>
          </a:p>
          <a:p>
            <a:pPr marL="1562100" lvl="2" indent="-342900">
              <a:buSzPts val="2400"/>
              <a:buFont typeface="Wingdings"/>
              <a:buChar char="§"/>
            </a:pPr>
            <a:r>
              <a:rPr lang="fr" sz="2400" dirty="0">
                <a:solidFill>
                  <a:schemeClr val="dk1"/>
                </a:solidFill>
                <a:latin typeface="Consolas"/>
              </a:rPr>
              <a:t>nom des tables</a:t>
            </a:r>
            <a:endParaRPr dirty="0"/>
          </a:p>
          <a:p>
            <a:pPr marL="1562100" lvl="2" indent="-342900">
              <a:buSzPts val="2400"/>
              <a:buFont typeface="Wingdings"/>
              <a:buChar char="§"/>
            </a:pP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nom des colonnes</a:t>
            </a:r>
            <a:endParaRPr dirty="0"/>
          </a:p>
          <a:p>
            <a:pPr marL="1562100" lvl="2" indent="-342900">
              <a:buFont typeface="Wingdings"/>
              <a:buChar char="§"/>
            </a:pPr>
            <a:endParaRPr lang="fr" sz="2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buNone/>
            </a:pP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👉 Évite les erreurs et facilite la maintenance.</a:t>
            </a:r>
            <a:endParaRPr dirty="0"/>
          </a:p>
          <a:p>
            <a:pPr marL="0" lvl="0" indent="0">
              <a:buNone/>
            </a:pPr>
            <a:endParaRPr lang="fr" sz="2400" dirty="0">
              <a:solidFill>
                <a:schemeClr val="dk1"/>
              </a:solidFill>
              <a:latin typeface="Consolas"/>
            </a:endParaRPr>
          </a:p>
        </p:txBody>
      </p:sp>
      <p:sp>
        <p:nvSpPr>
          <p:cNvPr id="233" name="Shape 233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>
          <a:extLst>
            <a:ext uri="{FF2B5EF4-FFF2-40B4-BE49-F238E27FC236}">
              <a16:creationId xmlns:a16="http://schemas.microsoft.com/office/drawing/2014/main" id="{8610C616-1D63-8572-7D0D-E685AB06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>
            <a:extLst>
              <a:ext uri="{FF2B5EF4-FFF2-40B4-BE49-F238E27FC236}">
                <a16:creationId xmlns:a16="http://schemas.microsoft.com/office/drawing/2014/main" id="{5410FC10-A4B7-6461-CA57-7EA1A51C9C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Déclarer les constantes pour les tables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232" name="Shape 232">
            <a:extLst>
              <a:ext uri="{FF2B5EF4-FFF2-40B4-BE49-F238E27FC236}">
                <a16:creationId xmlns:a16="http://schemas.microsoft.com/office/drawing/2014/main" id="{E03E21E6-08D8-1F34-880D-4C11BB7ED3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867" y="1231833"/>
            <a:ext cx="12117200" cy="48696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f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private static final int DATABASE_VERSION = 1;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Doit être utilisé une seule fois au départ, sinon l'application plantera.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private static final String DATABASE_NAME = "wordlist";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private static final String WORD_LIST_TABLE = "word_entries";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Noms des colonnes...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static final String KEY_ID = </a:t>
            </a:r>
            <a:r>
              <a:rPr lang="fr" sz="24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"_id";</a:t>
            </a:r>
            <a:endParaRPr sz="24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static final String KEY_WORD = "mot";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... et un tableau de chaînes de caractères représentant les colonnes.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private static final String[] COLUMNS = {KEY_ID, KEY_WORD};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667"/>
              </a:spcBef>
              <a:spcAft>
                <a:spcPts val="267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33" name="Shape 233">
            <a:extLst>
              <a:ext uri="{FF2B5EF4-FFF2-40B4-BE49-F238E27FC236}">
                <a16:creationId xmlns:a16="http://schemas.microsoft.com/office/drawing/2014/main" id="{55C94814-88EA-9E02-353F-23E661D934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02142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Définir la requête pour la création de la base de données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239" name="Shape 239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8965" indent="-507365">
              <a:spcBef>
                <a:spcPts val="1333"/>
              </a:spcBef>
              <a:buChar char="●"/>
            </a:pPr>
            <a:endParaRPr lang="fr" sz="2000" dirty="0"/>
          </a:p>
          <a:p>
            <a:pPr marL="608965" lvl="0" indent="-507365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 sz="2000" dirty="0"/>
              <a:t>Vous avez besoin d'une requête pour créer la base de données</a:t>
            </a:r>
            <a:endParaRPr sz="2000" dirty="0"/>
          </a:p>
          <a:p>
            <a:pPr marL="608965" lvl="0" indent="-507365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2000" dirty="0"/>
              <a:t>Généralement défini comme une constante de chaîne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608965" indent="-507365">
              <a:buChar char="●"/>
            </a:pPr>
            <a:endParaRPr lang="fr" sz="1850" dirty="0">
              <a:solidFill>
                <a:schemeClr val="dk1"/>
              </a:solidFill>
              <a:ea typeface="Consolas"/>
            </a:endParaRPr>
          </a:p>
          <a:p>
            <a:pPr marL="608965" indent="-507365">
              <a:buChar char="●"/>
            </a:pPr>
            <a:endParaRPr lang="fr" sz="1850" dirty="0">
              <a:solidFill>
                <a:schemeClr val="dk1"/>
              </a:solidFill>
              <a:ea typeface="Consolas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private static final </a:t>
            </a:r>
            <a:r>
              <a:rPr lang="en-US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WORD_LIST_TABLE_CREATE =</a:t>
            </a:r>
            <a:endParaRPr lang="en-US"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          "CREATE TABLE " + WORD_LIST_TABLE + " (" +</a:t>
            </a:r>
            <a:endParaRPr lang="en-US"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KEY_ID + " INTEGER PRIMARY KEY, " + </a:t>
            </a:r>
            <a:endParaRPr lang="en-US"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S'incrémentera automatiquement si aucune valeur n'est fournie</a:t>
            </a:r>
            <a:endParaRPr lang="en-US" sz="1850"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KEY_WORD + " TEXT );";</a:t>
            </a:r>
            <a:endParaRPr lang="fr" sz="1850" dirty="0">
              <a:solidFill>
                <a:schemeClr val="dk1"/>
              </a:solidFill>
            </a:endParaRPr>
          </a:p>
          <a:p>
            <a:pPr marL="0" indent="0">
              <a:buNone/>
            </a:pPr>
            <a:endParaRPr lang="fr"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608965" indent="-507365">
              <a:buNone/>
            </a:pPr>
            <a:endParaRPr lang="en-US" sz="2000" dirty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40" name="Shape 240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 err="1">
                <a:solidFill>
                  <a:schemeClr val="bg1"/>
                </a:solidFill>
                <a:latin typeface="Fira Sans Extra Condensed"/>
              </a:rPr>
              <a:t>onCreate</a:t>
            </a: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246" name="Shape 246"/>
          <p:cNvSpPr txBox="1">
            <a:spLocks noGrp="1"/>
          </p:cNvSpPr>
          <p:nvPr>
            <p:ph type="body" idx="1"/>
          </p:nvPr>
        </p:nvSpPr>
        <p:spPr>
          <a:xfrm>
            <a:off x="419251" y="1452846"/>
            <a:ext cx="11360800" cy="5014862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8965" indent="-507365">
              <a:buNone/>
            </a:pPr>
            <a:r>
              <a:rPr lang="en-US" sz="2000" dirty="0" err="1"/>
              <a:t>Requête</a:t>
            </a:r>
            <a:r>
              <a:rPr lang="en-US" sz="2000" dirty="0"/>
              <a:t> SQL pure </a:t>
            </a:r>
            <a:r>
              <a:rPr lang="en-US" sz="2000" dirty="0" err="1"/>
              <a:t>contenant</a:t>
            </a:r>
            <a:r>
              <a:rPr lang="en-US" sz="2000" dirty="0"/>
              <a:t> :</a:t>
            </a:r>
          </a:p>
          <a:p>
            <a:pPr marL="2286000" lvl="3" indent="-457200">
              <a:buSzPts val="2400"/>
            </a:pPr>
            <a:r>
              <a:rPr lang="en-US" sz="2000" dirty="0" err="1"/>
              <a:t>clé</a:t>
            </a:r>
            <a:r>
              <a:rPr lang="en-US" sz="2000" dirty="0"/>
              <a:t> </a:t>
            </a:r>
            <a:r>
              <a:rPr lang="en-US" sz="2000" dirty="0" err="1"/>
              <a:t>primaire</a:t>
            </a:r>
          </a:p>
          <a:p>
            <a:pPr marL="2286000" lvl="3" indent="-457200">
              <a:buSzPts val="2400"/>
            </a:pPr>
            <a:r>
              <a:rPr lang="en-US" sz="2000" dirty="0"/>
              <a:t>type de données</a:t>
            </a:r>
          </a:p>
          <a:p>
            <a:pPr marL="2286000" lvl="3" indent="-457200">
              <a:buSzPts val="2400"/>
            </a:pPr>
            <a:r>
              <a:rPr lang="en-US" sz="2000" dirty="0"/>
              <a:t>structure de la table</a:t>
            </a:r>
          </a:p>
          <a:p>
            <a:pPr marL="608965" indent="0">
              <a:buNone/>
            </a:pPr>
            <a:r>
              <a:rPr lang="en-US" sz="2000" dirty="0"/>
              <a:t>👉 </a:t>
            </a:r>
            <a:r>
              <a:rPr lang="en-US" sz="2000" dirty="0" err="1"/>
              <a:t>S’exécute</a:t>
            </a:r>
            <a:r>
              <a:rPr lang="en-US" sz="2000" dirty="0"/>
              <a:t> </a:t>
            </a:r>
            <a:r>
              <a:rPr lang="en-US" sz="2000" dirty="0" err="1"/>
              <a:t>une</a:t>
            </a:r>
            <a:r>
              <a:rPr lang="en-US" sz="2000" dirty="0"/>
              <a:t> </a:t>
            </a:r>
            <a:r>
              <a:rPr lang="en-US" sz="2000" dirty="0" err="1"/>
              <a:t>seule</a:t>
            </a:r>
            <a:r>
              <a:rPr lang="en-US" sz="2000" dirty="0"/>
              <a:t> </a:t>
            </a:r>
            <a:r>
              <a:rPr lang="en-US" sz="2000" dirty="0" err="1"/>
              <a:t>fois</a:t>
            </a:r>
            <a:r>
              <a:rPr lang="en-US" sz="2000" dirty="0"/>
              <a:t>, à la </a:t>
            </a:r>
            <a:r>
              <a:rPr lang="en-US" sz="2000" dirty="0" err="1"/>
              <a:t>création</a:t>
            </a:r>
            <a:r>
              <a:rPr lang="en-US" sz="2000" dirty="0"/>
              <a:t>.</a:t>
            </a:r>
            <a:endParaRPr lang="fr" dirty="0"/>
          </a:p>
          <a:p>
            <a:pPr marL="608965" indent="0">
              <a:buNone/>
            </a:pPr>
            <a:endParaRPr lang="en-US" sz="2000" dirty="0"/>
          </a:p>
          <a:p>
            <a:pPr marL="0" indent="0">
              <a:spcBef>
                <a:spcPts val="533"/>
              </a:spcBef>
              <a:buNone/>
            </a:pPr>
            <a:r>
              <a:rPr lang="fr" sz="2400" dirty="0">
                <a:latin typeface="Consolas"/>
              </a:rPr>
              <a:t>@Override</a:t>
            </a:r>
          </a:p>
          <a:p>
            <a:pPr marL="0" indent="0">
              <a:spcBef>
                <a:spcPts val="533"/>
              </a:spcBef>
              <a:buNone/>
            </a:pPr>
            <a:r>
              <a:rPr lang="fr" sz="2400" dirty="0">
                <a:latin typeface="Consolas"/>
              </a:rPr>
              <a:t>public </a:t>
            </a:r>
            <a:r>
              <a:rPr lang="fr" sz="2400" err="1">
                <a:latin typeface="Consolas"/>
              </a:rPr>
              <a:t>void</a:t>
            </a:r>
            <a:r>
              <a:rPr lang="fr" sz="2400" dirty="0">
                <a:latin typeface="Consolas"/>
              </a:rPr>
              <a:t> </a:t>
            </a:r>
            <a:r>
              <a:rPr lang="fr" sz="2400" err="1">
                <a:latin typeface="Consolas"/>
              </a:rPr>
              <a:t>onCreate</a:t>
            </a:r>
            <a:r>
              <a:rPr lang="fr" sz="2400" dirty="0">
                <a:latin typeface="Consolas"/>
              </a:rPr>
              <a:t>(</a:t>
            </a:r>
            <a:r>
              <a:rPr lang="fr" sz="2400" err="1">
                <a:latin typeface="Consolas"/>
              </a:rPr>
              <a:t>SQLiteDatabase</a:t>
            </a:r>
            <a:r>
              <a:rPr lang="fr" sz="2400" dirty="0">
                <a:latin typeface="Consolas"/>
              </a:rPr>
              <a:t> </a:t>
            </a:r>
            <a:r>
              <a:rPr lang="fr" sz="2400" err="1">
                <a:latin typeface="Consolas"/>
              </a:rPr>
              <a:t>db</a:t>
            </a:r>
            <a:r>
              <a:rPr lang="fr" sz="2400" dirty="0">
                <a:latin typeface="Consolas"/>
              </a:rPr>
              <a:t>) { // Crée une nouvelle base de données</a:t>
            </a:r>
            <a:endParaRPr lang="en-US" sz="2400" dirty="0">
              <a:latin typeface="Consolas"/>
            </a:endParaRPr>
          </a:p>
          <a:p>
            <a:pPr marL="0" indent="0">
              <a:spcBef>
                <a:spcPts val="533"/>
              </a:spcBef>
              <a:buNone/>
            </a:pPr>
            <a:r>
              <a:rPr lang="fr" sz="2400" dirty="0">
                <a:solidFill>
                  <a:schemeClr val="dk1"/>
                </a:solidFill>
                <a:latin typeface="Consolas"/>
              </a:rPr>
              <a:t>// Créer les tables</a:t>
            </a:r>
            <a:endParaRPr lang="en-US" sz="2400" dirty="0">
              <a:solidFill>
                <a:schemeClr val="dk1"/>
              </a:solidFill>
              <a:latin typeface="Consolas"/>
            </a:endParaRPr>
          </a:p>
          <a:p>
            <a:pPr marL="0" indent="0">
              <a:spcBef>
                <a:spcPts val="533"/>
              </a:spcBef>
              <a:buNone/>
            </a:pPr>
            <a:r>
              <a:rPr lang="fr" sz="2400" err="1">
                <a:latin typeface="Consolas"/>
              </a:rPr>
              <a:t>db.execSQL</a:t>
            </a:r>
            <a:r>
              <a:rPr lang="fr" sz="2400" dirty="0">
                <a:latin typeface="Consolas"/>
              </a:rPr>
              <a:t>(WORD_LIST_TABLE_CREATE); </a:t>
            </a:r>
          </a:p>
          <a:p>
            <a:pPr marL="0" indent="0">
              <a:spcBef>
                <a:spcPts val="533"/>
              </a:spcBef>
              <a:buNone/>
            </a:pPr>
            <a:r>
              <a:rPr lang="fr" sz="2400" dirty="0">
                <a:latin typeface="Consolas"/>
              </a:rPr>
              <a:t>// Ajouter les données initiales</a:t>
            </a:r>
            <a:endParaRPr lang="fr" dirty="0"/>
          </a:p>
          <a:p>
            <a:pPr marL="0" indent="0">
              <a:spcBef>
                <a:spcPts val="533"/>
              </a:spcBef>
              <a:buNone/>
            </a:pPr>
            <a:r>
              <a:rPr lang="fr" sz="2400" dirty="0">
                <a:latin typeface="Consolas"/>
              </a:rPr>
              <a:t>...</a:t>
            </a:r>
          </a:p>
          <a:p>
            <a:pPr marL="0" indent="0">
              <a:spcBef>
                <a:spcPts val="533"/>
              </a:spcBef>
              <a:buNone/>
            </a:pPr>
            <a:r>
              <a:rPr lang="fr" sz="2400" dirty="0">
                <a:latin typeface="Consolas"/>
              </a:rPr>
              <a:t>}</a:t>
            </a:r>
            <a:endParaRPr lang="fr" dirty="0"/>
          </a:p>
          <a:p>
            <a:pPr marL="0" indent="0">
              <a:buNone/>
            </a:pPr>
            <a:endParaRPr lang="fr-FR" sz="2400">
              <a:latin typeface="Consolas"/>
              <a:ea typeface="Consolas"/>
              <a:cs typeface="Consolas"/>
            </a:endParaRPr>
          </a:p>
        </p:txBody>
      </p:sp>
      <p:sp>
        <p:nvSpPr>
          <p:cNvPr id="247" name="Shape 247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 err="1">
                <a:solidFill>
                  <a:schemeClr val="bg1"/>
                </a:solidFill>
                <a:latin typeface="Fira Sans Extra Condensed"/>
              </a:rPr>
              <a:t>onUpgrade</a:t>
            </a: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253" name="Shape 253"/>
          <p:cNvSpPr txBox="1">
            <a:spLocks noGrp="1"/>
          </p:cNvSpPr>
          <p:nvPr>
            <p:ph type="body" idx="1"/>
          </p:nvPr>
        </p:nvSpPr>
        <p:spPr>
          <a:xfrm>
            <a:off x="415636" y="2392316"/>
            <a:ext cx="12192000" cy="48496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fr" sz="2400" dirty="0">
              <a:solidFill>
                <a:schemeClr val="dk1"/>
              </a:solidFill>
              <a:latin typeface="Consolas"/>
              <a:ea typeface="Consolas"/>
            </a:endParaRPr>
          </a:p>
          <a:p>
            <a:pPr marL="0" indent="0">
              <a:buNone/>
            </a:pPr>
            <a:r>
              <a:rPr lang="en" sz="2400" dirty="0">
                <a:latin typeface="Consolas"/>
                <a:ea typeface="Consolas"/>
                <a:cs typeface="Consolas"/>
              </a:rPr>
              <a:t>@Override</a:t>
            </a:r>
          </a:p>
          <a:p>
            <a:pPr marL="0" indent="0">
              <a:buNone/>
            </a:pPr>
            <a:r>
              <a:rPr lang="en" sz="2400" dirty="0">
                <a:latin typeface="Consolas"/>
                <a:ea typeface="Consolas"/>
                <a:cs typeface="Consolas"/>
              </a:rPr>
              <a:t>public void </a:t>
            </a:r>
            <a:r>
              <a:rPr lang="en" sz="2400" dirty="0" err="1">
                <a:latin typeface="Consolas"/>
                <a:ea typeface="Consolas"/>
                <a:cs typeface="Consolas"/>
              </a:rPr>
              <a:t>onUpgrade</a:t>
            </a:r>
            <a:r>
              <a:rPr lang="en" sz="2400" dirty="0">
                <a:latin typeface="Consolas"/>
                <a:ea typeface="Consolas"/>
                <a:cs typeface="Consolas"/>
              </a:rPr>
              <a:t>(</a:t>
            </a:r>
            <a:r>
              <a:rPr lang="en" sz="2400" dirty="0" err="1">
                <a:latin typeface="Consolas"/>
                <a:ea typeface="Consolas"/>
                <a:cs typeface="Consolas"/>
              </a:rPr>
              <a:t>SQLiteDatabase</a:t>
            </a:r>
            <a:r>
              <a:rPr lang="en" sz="2400" dirty="0">
                <a:latin typeface="Consolas"/>
                <a:ea typeface="Consolas"/>
                <a:cs typeface="Consolas"/>
              </a:rPr>
              <a:t> </a:t>
            </a:r>
            <a:r>
              <a:rPr lang="en" sz="2400" dirty="0" err="1">
                <a:latin typeface="Consolas"/>
                <a:ea typeface="Consolas"/>
                <a:cs typeface="Consolas"/>
              </a:rPr>
              <a:t>db</a:t>
            </a:r>
            <a:r>
              <a:rPr lang="en" sz="2400" dirty="0">
                <a:latin typeface="Consolas"/>
                <a:ea typeface="Consolas"/>
                <a:cs typeface="Consolas"/>
              </a:rPr>
              <a:t>, int </a:t>
            </a:r>
            <a:r>
              <a:rPr lang="en" sz="2400" dirty="0" err="1">
                <a:latin typeface="Consolas"/>
                <a:ea typeface="Consolas"/>
                <a:cs typeface="Consolas"/>
              </a:rPr>
              <a:t>oldVersion</a:t>
            </a:r>
            <a:r>
              <a:rPr lang="en" sz="2400" dirty="0">
                <a:latin typeface="Consolas"/>
                <a:ea typeface="Consolas"/>
                <a:cs typeface="Consolas"/>
              </a:rPr>
              <a:t>, </a:t>
            </a:r>
            <a:br>
              <a:rPr lang="en" sz="2400" dirty="0">
                <a:latin typeface="Consolas"/>
                <a:ea typeface="Consolas"/>
                <a:cs typeface="Consolas"/>
              </a:rPr>
            </a:br>
            <a:r>
              <a:rPr lang="en" sz="2400" dirty="0">
                <a:latin typeface="Consolas"/>
                <a:ea typeface="Consolas"/>
                <a:cs typeface="Consolas"/>
              </a:rPr>
              <a:t> int </a:t>
            </a:r>
            <a:r>
              <a:rPr lang="en" sz="2400" dirty="0" err="1">
                <a:latin typeface="Consolas"/>
                <a:ea typeface="Consolas"/>
                <a:cs typeface="Consolas"/>
              </a:rPr>
              <a:t>newVersion</a:t>
            </a:r>
            <a:r>
              <a:rPr lang="en" sz="2400" dirty="0">
                <a:latin typeface="Consolas"/>
                <a:ea typeface="Consolas"/>
                <a:cs typeface="Consolas"/>
              </a:rPr>
              <a:t>) {</a:t>
            </a:r>
          </a:p>
          <a:p>
            <a:pPr marL="0" indent="0">
              <a:buNone/>
            </a:pP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// SAUVEGARDEZ D'ABORD LES DONNÉES UTILISATEUR !!!</a:t>
            </a:r>
            <a:endParaRPr lang="fr"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" sz="2400" dirty="0" err="1">
                <a:latin typeface="Consolas"/>
                <a:ea typeface="Consolas"/>
                <a:cs typeface="Consolas"/>
              </a:rPr>
              <a:t>Log.w</a:t>
            </a:r>
            <a:r>
              <a:rPr lang="en" sz="2400" dirty="0">
                <a:latin typeface="Consolas"/>
                <a:ea typeface="Consolas"/>
                <a:cs typeface="Consolas"/>
              </a:rPr>
              <a:t>(</a:t>
            </a:r>
            <a:r>
              <a:rPr lang="en" sz="2400" dirty="0" err="1">
                <a:latin typeface="Consolas"/>
                <a:ea typeface="Consolas"/>
                <a:cs typeface="Consolas"/>
              </a:rPr>
              <a:t>WordListOpenHelper.class.getName</a:t>
            </a:r>
            <a:r>
              <a:rPr lang="en" sz="2400" dirty="0">
                <a:latin typeface="Consolas"/>
                <a:ea typeface="Consolas"/>
                <a:cs typeface="Consolas"/>
              </a:rPr>
              <a:t>(),</a:t>
            </a:r>
          </a:p>
          <a:p>
            <a:pPr marL="0" indent="0">
              <a:buNone/>
            </a:pPr>
            <a:r>
              <a:rPr lang="en" sz="2400" dirty="0">
                <a:latin typeface="Consolas"/>
                <a:ea typeface="Consolas"/>
                <a:cs typeface="Consolas"/>
              </a:rPr>
              <a:t>"Upgrading database from version " + </a:t>
            </a:r>
            <a:r>
              <a:rPr lang="en" sz="2400" dirty="0" err="1">
                <a:latin typeface="Consolas"/>
                <a:ea typeface="Consolas"/>
                <a:cs typeface="Consolas"/>
              </a:rPr>
              <a:t>oldVersion</a:t>
            </a:r>
            <a:r>
              <a:rPr lang="en" sz="2400" dirty="0">
                <a:latin typeface="Consolas"/>
                <a:ea typeface="Consolas"/>
                <a:cs typeface="Consolas"/>
              </a:rPr>
              <a:t> + " to "</a:t>
            </a:r>
          </a:p>
          <a:p>
            <a:pPr marL="0" indent="0">
              <a:buNone/>
            </a:pPr>
            <a:r>
              <a:rPr lang="en" sz="2400" dirty="0">
                <a:latin typeface="Consolas"/>
                <a:ea typeface="Consolas"/>
                <a:cs typeface="Consolas"/>
              </a:rPr>
              <a:t>+ </a:t>
            </a:r>
            <a:r>
              <a:rPr lang="en" sz="2400" dirty="0" err="1">
                <a:latin typeface="Consolas"/>
                <a:ea typeface="Consolas"/>
                <a:cs typeface="Consolas"/>
              </a:rPr>
              <a:t>newVersion</a:t>
            </a:r>
            <a:r>
              <a:rPr lang="en" sz="2400" dirty="0">
                <a:latin typeface="Consolas"/>
                <a:ea typeface="Consolas"/>
                <a:cs typeface="Consolas"/>
              </a:rPr>
              <a:t> + ", which will destroy all old data");</a:t>
            </a:r>
          </a:p>
          <a:p>
            <a:pPr marL="0" indent="0">
              <a:buNone/>
            </a:pPr>
            <a:r>
              <a:rPr lang="en" sz="2400" dirty="0" err="1">
                <a:latin typeface="Consolas"/>
                <a:ea typeface="Consolas"/>
                <a:cs typeface="Consolas"/>
              </a:rPr>
              <a:t>db.execSQL</a:t>
            </a:r>
            <a:r>
              <a:rPr lang="en" sz="2400" dirty="0">
                <a:latin typeface="Consolas"/>
                <a:ea typeface="Consolas"/>
                <a:cs typeface="Consolas"/>
              </a:rPr>
              <a:t>("DROP TABLE IF EXISTS " + WORD_LIST_TABLE);</a:t>
            </a:r>
          </a:p>
          <a:p>
            <a:pPr marL="0" indent="0">
              <a:buNone/>
            </a:pPr>
            <a:r>
              <a:rPr lang="en" sz="2400" dirty="0" err="1">
                <a:latin typeface="Consolas"/>
                <a:ea typeface="Consolas"/>
                <a:cs typeface="Consolas"/>
              </a:rPr>
              <a:t>onCreate</a:t>
            </a:r>
            <a:r>
              <a:rPr lang="en" sz="2400" dirty="0">
                <a:latin typeface="Consolas"/>
                <a:ea typeface="Consolas"/>
                <a:cs typeface="Consolas"/>
              </a:rPr>
              <a:t>(</a:t>
            </a:r>
            <a:r>
              <a:rPr lang="en" sz="2400" dirty="0" err="1">
                <a:latin typeface="Consolas"/>
                <a:ea typeface="Consolas"/>
                <a:cs typeface="Consolas"/>
              </a:rPr>
              <a:t>db</a:t>
            </a:r>
            <a:r>
              <a:rPr lang="en" sz="2400" dirty="0">
                <a:latin typeface="Consolas"/>
                <a:ea typeface="Consolas"/>
                <a:cs typeface="Consolas"/>
              </a:rPr>
              <a:t>);</a:t>
            </a:r>
          </a:p>
          <a:p>
            <a:pPr marL="0" indent="0">
              <a:buNone/>
            </a:pPr>
            <a:r>
              <a:rPr lang="en" sz="2400" dirty="0">
                <a:latin typeface="Consolas"/>
                <a:ea typeface="Consolas"/>
                <a:cs typeface="Consolas"/>
              </a:rPr>
              <a:t>}</a:t>
            </a:r>
            <a:br>
              <a:rPr lang="en" sz="2400" dirty="0">
                <a:latin typeface="Consolas"/>
                <a:ea typeface="Consolas"/>
                <a:cs typeface="Consolas"/>
              </a:rPr>
            </a:br>
            <a:endParaRPr lang="fr" sz="2400">
              <a:solidFill>
                <a:schemeClr val="dk1"/>
              </a:solidFill>
              <a:latin typeface="Consolas"/>
            </a:endParaRPr>
          </a:p>
        </p:txBody>
      </p:sp>
      <p:sp>
        <p:nvSpPr>
          <p:cNvPr id="254" name="Shape 254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0B1E43F-A743-B874-67A3-448D93CC68B2}"/>
              </a:ext>
            </a:extLst>
          </p:cNvPr>
          <p:cNvSpPr txBox="1"/>
          <p:nvPr/>
        </p:nvSpPr>
        <p:spPr>
          <a:xfrm>
            <a:off x="217714" y="1449780"/>
            <a:ext cx="876794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/>
              <a:t>Appelée</a:t>
            </a:r>
            <a:r>
              <a:rPr lang="en-US" sz="2400" dirty="0"/>
              <a:t> </a:t>
            </a:r>
            <a:r>
              <a:rPr lang="en-US" sz="2400" dirty="0" err="1"/>
              <a:t>quand</a:t>
            </a:r>
            <a:r>
              <a:rPr lang="en-US" sz="2400" dirty="0"/>
              <a:t> version de la base change, </a:t>
            </a:r>
            <a:r>
              <a:rPr lang="en-US" sz="2400" dirty="0" err="1"/>
              <a:t>mais</a:t>
            </a:r>
            <a:r>
              <a:rPr lang="en-US" sz="2400" dirty="0"/>
              <a:t> ⚠️ Attention :</a:t>
            </a:r>
            <a:endParaRPr lang="en-US" sz="2400" dirty="0">
              <a:cs typeface="Arial"/>
            </a:endParaRPr>
          </a:p>
          <a:p>
            <a:pPr marL="800100" lvl="1" indent="-342900">
              <a:buFont typeface="Wingdings"/>
              <a:buChar char="§"/>
            </a:pPr>
            <a:r>
              <a:rPr lang="en-US" sz="2400" err="1"/>
              <a:t>risque</a:t>
            </a:r>
            <a:r>
              <a:rPr lang="en-US" sz="2400" dirty="0"/>
              <a:t> de </a:t>
            </a:r>
            <a:r>
              <a:rPr lang="en-US" sz="2400" err="1"/>
              <a:t>perte</a:t>
            </a:r>
            <a:r>
              <a:rPr lang="en-US" sz="2400" dirty="0"/>
              <a:t> de données</a:t>
            </a:r>
            <a:endParaRPr lang="en-US" sz="2400">
              <a:cs typeface="Arial"/>
            </a:endParaRPr>
          </a:p>
          <a:p>
            <a:pPr marL="800100" lvl="1" indent="-342900">
              <a:buFont typeface="Wingdings"/>
              <a:buChar char="§"/>
            </a:pPr>
            <a:r>
              <a:rPr lang="en-US" sz="2400" err="1"/>
              <a:t>nécessite</a:t>
            </a:r>
            <a:r>
              <a:rPr lang="en-US" sz="2400" dirty="0"/>
              <a:t> </a:t>
            </a:r>
            <a:r>
              <a:rPr lang="en-US" sz="2400" err="1"/>
              <a:t>sauvegarde</a:t>
            </a:r>
            <a:r>
              <a:rPr lang="en-US" sz="2400" dirty="0"/>
              <a:t> </a:t>
            </a:r>
            <a:r>
              <a:rPr lang="en-US" sz="2400" err="1"/>
              <a:t>en</a:t>
            </a:r>
            <a:r>
              <a:rPr lang="en-US" sz="2400" dirty="0"/>
              <a:t> production</a:t>
            </a:r>
            <a:endParaRPr lang="en-US" sz="2400">
              <a:cs typeface="Arial"/>
            </a:endParaRPr>
          </a:p>
          <a:p>
            <a:pPr algn="ctr"/>
            <a:endParaRPr lang="fr-FR" sz="2400" dirty="0"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Méthodes optionnelles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74867" y="1231833"/>
            <a:ext cx="12117200" cy="48696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1333"/>
              </a:spcBef>
              <a:spcAft>
                <a:spcPts val="0"/>
              </a:spcAft>
              <a:buNone/>
            </a:pPr>
            <a:endParaRPr/>
          </a:p>
          <a:p>
            <a:pPr marL="609585" lvl="0" indent="-507987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 u="sng">
                <a:solidFill>
                  <a:schemeClr val="hlink"/>
                </a:solidFill>
                <a:hlinkClick r:id="rId3"/>
              </a:rPr>
              <a:t>onDowngrade() </a:t>
            </a:r>
            <a:r>
              <a:rPr lang="fr"/>
              <a:t>—par défaut, refuse la rétrogradation</a:t>
            </a:r>
            <a:endParaRPr/>
          </a:p>
          <a:p>
            <a:pPr marL="609585" lvl="0" indent="-507987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 u="sng">
                <a:solidFill>
                  <a:schemeClr val="hlink"/>
                </a:solidFill>
                <a:hlinkClick r:id="rId4"/>
              </a:rPr>
              <a:t>la méthode `onConfigure()` </a:t>
            </a:r>
            <a:r>
              <a:rPr lang="fr"/>
              <a:t>est appelée avant `onCreate()`. N'appelez que les méthodes qui configurent les paramètres de la connexion à la base de données.</a:t>
            </a:r>
            <a:endParaRPr/>
          </a:p>
          <a:p>
            <a:pPr marL="609585" lvl="0" indent="-507987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 u="sng">
                <a:solidFill>
                  <a:schemeClr val="hlink"/>
                </a:solidFill>
                <a:hlinkClick r:id="rId5"/>
              </a:rPr>
              <a:t>onOpen()</a:t>
            </a:r>
            <a:endParaRPr/>
          </a:p>
        </p:txBody>
      </p:sp>
      <p:sp>
        <p:nvSpPr>
          <p:cNvPr id="261" name="Shape 261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2E02-8437-50EF-7855-A63F323A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173E01A-7EF4-48C7-269C-AB69898D8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3" y="4648200"/>
            <a:ext cx="8755939" cy="806800"/>
          </a:xfrm>
        </p:spPr>
        <p:txBody>
          <a:bodyPr/>
          <a:lstStyle/>
          <a:p>
            <a:pPr marL="608965" indent="-304165"/>
            <a:r>
              <a:rPr lang="en-US" sz="3200" dirty="0">
                <a:latin typeface="Arial Narrow"/>
                <a:cs typeface="Arial Narrow"/>
              </a:rPr>
              <a:t>7. </a:t>
            </a:r>
            <a:r>
              <a:rPr lang="en-US" sz="3200" dirty="0" err="1">
                <a:latin typeface="Arial Narrow"/>
                <a:cs typeface="Arial"/>
              </a:rPr>
              <a:t>Opérations</a:t>
            </a:r>
            <a:r>
              <a:rPr lang="en-US" sz="3200" dirty="0">
                <a:latin typeface="Arial Narrow"/>
                <a:cs typeface="Arial"/>
              </a:rPr>
              <a:t> de base de données</a:t>
            </a:r>
            <a:endParaRPr lang="fr" sz="1800" b="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10940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Opérations de base de données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274" name="Shape 274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8965" lvl="0" indent="-507365">
              <a:spcBef>
                <a:spcPts val="1333"/>
              </a:spcBef>
              <a:buSzPts val="2400"/>
              <a:buChar char="●"/>
            </a:pPr>
            <a:r>
              <a:rPr lang="fr" sz="1850" dirty="0" err="1"/>
              <a:t>query</a:t>
            </a:r>
            <a:r>
              <a:rPr lang="fr" sz="1850" dirty="0"/>
              <a:t>()</a:t>
            </a:r>
          </a:p>
          <a:p>
            <a:pPr marL="608965" lvl="0" indent="-507365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 sz="1850" dirty="0"/>
              <a:t>insert()</a:t>
            </a:r>
          </a:p>
          <a:p>
            <a:pPr marL="608965" lvl="0" indent="-507365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 sz="1850" dirty="0"/>
              <a:t>update()</a:t>
            </a:r>
          </a:p>
          <a:p>
            <a:pPr marL="608965" lvl="0" indent="-507365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 sz="1850" dirty="0" err="1"/>
              <a:t>delete</a:t>
            </a:r>
            <a:r>
              <a:rPr lang="fr" sz="1850" dirty="0"/>
              <a:t>()</a:t>
            </a:r>
            <a:endParaRPr sz="1850" dirty="0"/>
          </a:p>
        </p:txBody>
      </p:sp>
      <p:sp>
        <p:nvSpPr>
          <p:cNvPr id="275" name="Shape 275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3FCCB-C243-E275-6EAB-668558C3C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F201A6B-21CD-3976-1C9F-1768866A3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3" y="4648200"/>
            <a:ext cx="8755939" cy="806800"/>
          </a:xfrm>
        </p:spPr>
        <p:txBody>
          <a:bodyPr/>
          <a:lstStyle/>
          <a:p>
            <a:pPr marL="608965" indent="-304165"/>
            <a:r>
              <a:rPr lang="en-US" sz="3200" dirty="0">
                <a:latin typeface="Arial Narrow"/>
                <a:cs typeface="Arial Narrow"/>
              </a:rPr>
              <a:t>7-1. </a:t>
            </a:r>
            <a:r>
              <a:rPr lang="en-US" sz="3200" dirty="0" err="1">
                <a:latin typeface="Arial Narrow"/>
                <a:cs typeface="Arial"/>
              </a:rPr>
              <a:t>Méthode</a:t>
            </a:r>
            <a:r>
              <a:rPr lang="en-US" sz="3200" dirty="0">
                <a:latin typeface="Arial Narrow"/>
                <a:cs typeface="Arial"/>
              </a:rPr>
              <a:t> "Query()"</a:t>
            </a:r>
            <a:endParaRPr lang="ar-MA" dirty="0"/>
          </a:p>
        </p:txBody>
      </p:sp>
    </p:spTree>
    <p:extLst>
      <p:ext uri="{BB962C8B-B14F-4D97-AF65-F5344CB8AC3E}">
        <p14:creationId xmlns:p14="http://schemas.microsoft.com/office/powerpoint/2010/main" val="8494010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Exécution des requêtes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288" name="Shape 288"/>
          <p:cNvSpPr txBox="1">
            <a:spLocks noGrp="1"/>
          </p:cNvSpPr>
          <p:nvPr>
            <p:ph type="body" idx="1"/>
          </p:nvPr>
        </p:nvSpPr>
        <p:spPr>
          <a:xfrm>
            <a:off x="415600" y="1841433"/>
            <a:ext cx="11360800" cy="35928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8965" indent="-507365">
              <a:spcBef>
                <a:spcPts val="1333"/>
              </a:spcBef>
              <a:buChar char="•"/>
            </a:pPr>
            <a:endParaRPr lang="fr" sz="1850" dirty="0"/>
          </a:p>
          <a:p>
            <a:pPr marL="608965" indent="-507365">
              <a:spcBef>
                <a:spcPts val="1333"/>
              </a:spcBef>
              <a:buChar char="•"/>
            </a:pPr>
            <a:r>
              <a:rPr lang="fr" sz="1850" dirty="0"/>
              <a:t>La fonction </a:t>
            </a:r>
            <a:r>
              <a:rPr lang="fr" sz="1850" dirty="0" err="1"/>
              <a:t>query</a:t>
            </a:r>
            <a:r>
              <a:rPr lang="fr" sz="1850" dirty="0"/>
              <a:t>() peut accepter et renvoyer n'importe quel type de données dont l'interface utilisateur a besoin.</a:t>
            </a:r>
            <a:endParaRPr lang="fr-FR" sz="1850"/>
          </a:p>
          <a:p>
            <a:pPr marL="608965" lvl="0" indent="-507365" rtl="0">
              <a:spcBef>
                <a:spcPts val="1333"/>
              </a:spcBef>
              <a:spcAft>
                <a:spcPts val="0"/>
              </a:spcAft>
              <a:buSzPts val="2400"/>
              <a:buChar char="•"/>
            </a:pPr>
            <a:r>
              <a:rPr lang="fr" sz="1850" dirty="0"/>
              <a:t>Ne prends en charge que les requêtes dont votre application a besoin.</a:t>
            </a:r>
            <a:endParaRPr sz="1850" dirty="0"/>
          </a:p>
          <a:p>
            <a:pPr marL="608965" lvl="0" indent="-507365" rtl="0">
              <a:spcBef>
                <a:spcPts val="1333"/>
              </a:spcBef>
              <a:spcAft>
                <a:spcPts val="0"/>
              </a:spcAft>
              <a:buSzPts val="2400"/>
              <a:buChar char="•"/>
            </a:pPr>
            <a:r>
              <a:rPr lang="fr" sz="1850" dirty="0"/>
              <a:t>Utilise les méthodes simplifiées des bases de données pour insérer, supprimer et mettre à jour.</a:t>
            </a:r>
            <a:endParaRPr sz="1850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lvl="0" indent="0" rtl="0">
              <a:spcBef>
                <a:spcPts val="667"/>
              </a:spcBef>
              <a:spcAft>
                <a:spcPts val="267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Shape 289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294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Méthodes de base de données pour l'exécution de requêtes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295" name="Shape 295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08812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667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8965" indent="-507365">
              <a:spcBef>
                <a:spcPts val="667"/>
              </a:spcBef>
              <a:buClr>
                <a:schemeClr val="dk1"/>
              </a:buClr>
              <a:buFont typeface="Arial"/>
              <a:buChar char="●"/>
            </a:pPr>
            <a:r>
              <a:rPr lang="fr" sz="18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méthode </a:t>
            </a:r>
            <a:r>
              <a:rPr lang="fr" sz="185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SQLiteDatabase.rawQuery</a:t>
            </a:r>
            <a:r>
              <a:rPr lang="fr" sz="18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() </a:t>
            </a:r>
            <a:br>
              <a:rPr lang="en" sz="1850" dirty="0">
                <a:latin typeface="Arial"/>
                <a:ea typeface="Arial"/>
                <a:cs typeface="Arial"/>
              </a:rPr>
            </a:br>
            <a:r>
              <a:rPr lang="fr" sz="18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lorsque les données sont sous votre contrôle et fournies uniquement par votre application.</a:t>
            </a:r>
            <a:r>
              <a:rPr lang="fr" sz="1850" dirty="0">
                <a:solidFill>
                  <a:schemeClr val="dk1"/>
                </a:solidFill>
              </a:rPr>
              <a:t> (SQL manuel)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lvl="0" indent="0" rtl="0">
              <a:spcBef>
                <a:spcPts val="667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8965" indent="-507365">
              <a:spcBef>
                <a:spcPts val="667"/>
              </a:spcBef>
              <a:buClr>
                <a:schemeClr val="dk1"/>
              </a:buClr>
              <a:buFont typeface="Arial"/>
              <a:buChar char="●"/>
            </a:pPr>
            <a:r>
              <a:rPr lang="fr" sz="18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méthode </a:t>
            </a:r>
            <a:r>
              <a:rPr lang="fr" sz="185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SQLiteDatabase.query</a:t>
            </a:r>
            <a:r>
              <a:rPr lang="fr" sz="18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() </a:t>
            </a:r>
            <a:br>
              <a:rPr lang="en" sz="1850" dirty="0">
                <a:latin typeface="Arial"/>
                <a:ea typeface="Arial"/>
                <a:cs typeface="Arial"/>
              </a:rPr>
            </a:br>
            <a:r>
              <a:rPr lang="fr" sz="18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pour toutes les autres requêtes.</a:t>
            </a:r>
            <a:r>
              <a:rPr lang="fr" sz="1850" dirty="0">
                <a:solidFill>
                  <a:schemeClr val="dk1"/>
                </a:solidFill>
              </a:rPr>
              <a:t> (méthode sécurisée)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6" name="Shape 296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>
          <a:extLst>
            <a:ext uri="{FF2B5EF4-FFF2-40B4-BE49-F238E27FC236}">
              <a16:creationId xmlns:a16="http://schemas.microsoft.com/office/drawing/2014/main" id="{C7702308-2205-FD05-A163-2CDC080B5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294">
            <a:extLst>
              <a:ext uri="{FF2B5EF4-FFF2-40B4-BE49-F238E27FC236}">
                <a16:creationId xmlns:a16="http://schemas.microsoft.com/office/drawing/2014/main" id="{754CE3EE-F07B-E819-4035-D986BB3630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7283"/>
            <a:ext cx="10972800" cy="495200"/>
          </a:xfr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700" b="1">
                <a:solidFill>
                  <a:schemeClr val="bg1"/>
                </a:solidFill>
              </a:rPr>
              <a:t>Méthodes de base de données pour l'exécution de requêtes</a:t>
            </a:r>
          </a:p>
        </p:txBody>
      </p:sp>
      <p:sp>
        <p:nvSpPr>
          <p:cNvPr id="296" name="Shape 296" hidden="1">
            <a:extLst>
              <a:ext uri="{FF2B5EF4-FFF2-40B4-BE49-F238E27FC236}">
                <a16:creationId xmlns:a16="http://schemas.microsoft.com/office/drawing/2014/main" id="{DE8C139E-6D04-2687-F05C-9BEFFD96E194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35</a:t>
            </a:fld>
            <a:endParaRPr lang="fr-FR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A6CF34D7-BCEA-7EE7-AD84-5FBD6C63E0A9}"/>
              </a:ext>
            </a:extLst>
          </p:cNvPr>
          <p:cNvGraphicFramePr>
            <a:graphicFrameLocks noGrp="1"/>
          </p:cNvGraphicFramePr>
          <p:nvPr/>
        </p:nvGraphicFramePr>
        <p:xfrm>
          <a:off x="2211467" y="1769907"/>
          <a:ext cx="7769067" cy="4306255"/>
        </p:xfrm>
        <a:graphic>
          <a:graphicData uri="http://schemas.openxmlformats.org/drawingml/2006/table">
            <a:tbl>
              <a:tblPr bandRow="1">
                <a:solidFill>
                  <a:schemeClr val="tx1">
                    <a:lumMod val="65000"/>
                    <a:lumOff val="35000"/>
                  </a:schemeClr>
                </a:solidFill>
                <a:tableStyleId>{5C22544A-7EE6-4342-B048-85BDC9FD1C3A}</a:tableStyleId>
              </a:tblPr>
              <a:tblGrid>
                <a:gridCol w="4611410">
                  <a:extLst>
                    <a:ext uri="{9D8B030D-6E8A-4147-A177-3AD203B41FA5}">
                      <a16:colId xmlns:a16="http://schemas.microsoft.com/office/drawing/2014/main" val="2865253005"/>
                    </a:ext>
                  </a:extLst>
                </a:gridCol>
                <a:gridCol w="3157657">
                  <a:extLst>
                    <a:ext uri="{9D8B030D-6E8A-4147-A177-3AD203B41FA5}">
                      <a16:colId xmlns:a16="http://schemas.microsoft.com/office/drawing/2014/main" val="144956104"/>
                    </a:ext>
                  </a:extLst>
                </a:gridCol>
              </a:tblGrid>
              <a:tr h="861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300" cap="none" spc="0">
                          <a:solidFill>
                            <a:schemeClr val="bg1"/>
                          </a:solidFill>
                        </a:rPr>
                        <a:t>Situation</a:t>
                      </a:r>
                    </a:p>
                  </a:txBody>
                  <a:tcPr marL="188595" marR="188595" marT="94298" marB="188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300" cap="none" spc="0">
                          <a:solidFill>
                            <a:schemeClr val="bg1"/>
                          </a:solidFill>
                        </a:rPr>
                        <a:t>Méthode</a:t>
                      </a:r>
                    </a:p>
                  </a:txBody>
                  <a:tcPr marL="188595" marR="188595" marT="94298" marB="188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093494"/>
                  </a:ext>
                </a:extLst>
              </a:tr>
              <a:tr h="861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300" cap="none" spc="0">
                          <a:solidFill>
                            <a:schemeClr val="bg1"/>
                          </a:solidFill>
                        </a:rPr>
                        <a:t>SELECT simple</a:t>
                      </a:r>
                    </a:p>
                  </a:txBody>
                  <a:tcPr marL="188595" marR="188595" marT="94298" marB="188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300" cap="none" spc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query()</a:t>
                      </a:r>
                      <a:endParaRPr lang="fr-FR" sz="3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88595" marR="188595" marT="94298" marB="188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911801"/>
                  </a:ext>
                </a:extLst>
              </a:tr>
              <a:tr h="861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300" cap="none" spc="0">
                          <a:solidFill>
                            <a:schemeClr val="bg1"/>
                          </a:solidFill>
                        </a:rPr>
                        <a:t>WHERE, ORDER BY</a:t>
                      </a:r>
                    </a:p>
                  </a:txBody>
                  <a:tcPr marL="188595" marR="188595" marT="94298" marB="188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300" cap="none" spc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query()</a:t>
                      </a:r>
                      <a:endParaRPr lang="fr-FR" sz="3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88595" marR="188595" marT="94298" marB="188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130184"/>
                  </a:ext>
                </a:extLst>
              </a:tr>
              <a:tr h="861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300" cap="none" spc="0">
                          <a:solidFill>
                            <a:schemeClr val="bg1"/>
                          </a:solidFill>
                        </a:rPr>
                        <a:t>JOIN, GROUP BY</a:t>
                      </a:r>
                    </a:p>
                  </a:txBody>
                  <a:tcPr marL="188595" marR="188595" marT="94298" marB="188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300" cap="none" spc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rawQuery()</a:t>
                      </a:r>
                      <a:endParaRPr lang="fr-FR" sz="3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88595" marR="188595" marT="94298" marB="188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132461"/>
                  </a:ext>
                </a:extLst>
              </a:tr>
              <a:tr h="861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300" cap="none" spc="0">
                          <a:solidFill>
                            <a:schemeClr val="bg1"/>
                          </a:solidFill>
                        </a:rPr>
                        <a:t>Fonctions SQL</a:t>
                      </a:r>
                    </a:p>
                  </a:txBody>
                  <a:tcPr marL="188595" marR="188595" marT="94298" marB="188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300" cap="none" spc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rawQuery()</a:t>
                      </a:r>
                      <a:endParaRPr lang="fr-FR" sz="3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88595" marR="188595" marT="94298" marB="188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541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462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Format de </a:t>
            </a:r>
            <a:r>
              <a:rPr lang="fr" sz="3600" b="1" dirty="0" err="1">
                <a:solidFill>
                  <a:schemeClr val="bg1"/>
                </a:solidFill>
                <a:latin typeface="Fira Sans Extra Condensed"/>
              </a:rPr>
              <a:t>SQLiteDatabase.query</a:t>
            </a: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16" name="Shape 316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8965" indent="-507365">
              <a:buNone/>
            </a:pPr>
            <a:r>
              <a:rPr lang="en-US" sz="2400" dirty="0" err="1">
                <a:solidFill>
                  <a:schemeClr val="dk1"/>
                </a:solidFill>
                <a:highlight>
                  <a:srgbClr val="FFFFFF"/>
                </a:highlight>
              </a:rPr>
              <a:t>Utiliser</a:t>
            </a: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</a:rPr>
              <a:t>query()</a:t>
            </a: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-US" sz="2400" dirty="0" err="1">
                <a:solidFill>
                  <a:schemeClr val="dk1"/>
                </a:solidFill>
                <a:highlight>
                  <a:srgbClr val="FFFFFF"/>
                </a:highlight>
              </a:rPr>
              <a:t>quand</a:t>
            </a: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</a:rPr>
              <a:t> :</a:t>
            </a:r>
            <a:endParaRPr lang="fr-FR" dirty="0">
              <a:solidFill>
                <a:schemeClr val="dk1"/>
              </a:solidFill>
            </a:endParaRPr>
          </a:p>
          <a:p>
            <a:pPr marL="952500" lvl="1" indent="-342900"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</a:rPr>
              <a:t>Vous </a:t>
            </a:r>
            <a:r>
              <a:rPr lang="en-US" sz="2400" dirty="0" err="1">
                <a:solidFill>
                  <a:schemeClr val="dk1"/>
                </a:solidFill>
                <a:highlight>
                  <a:srgbClr val="FFFFFF"/>
                </a:highlight>
              </a:rPr>
              <a:t>faîtes</a:t>
            </a: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</a:rPr>
              <a:t> un </a:t>
            </a:r>
            <a:r>
              <a:rPr lang="en-US" sz="2400" b="1" dirty="0">
                <a:solidFill>
                  <a:schemeClr val="dk1"/>
                </a:solidFill>
                <a:highlight>
                  <a:srgbClr val="FFFFFF"/>
                </a:highlight>
              </a:rPr>
              <a:t>SELECT simple</a:t>
            </a:r>
            <a:endParaRPr lang="en-US" dirty="0">
              <a:solidFill>
                <a:schemeClr val="dk1"/>
              </a:solidFill>
            </a:endParaRPr>
          </a:p>
          <a:p>
            <a:pPr marL="952500" lvl="1" indent="-342900"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</a:rPr>
              <a:t>Vous </a:t>
            </a:r>
            <a:r>
              <a:rPr lang="en-US" sz="2400" dirty="0" err="1">
                <a:solidFill>
                  <a:schemeClr val="dk1"/>
                </a:solidFill>
                <a:highlight>
                  <a:srgbClr val="FFFFFF"/>
                </a:highlight>
              </a:rPr>
              <a:t>travaillezsur</a:t>
            </a: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-US" sz="2400" b="1" dirty="0">
                <a:solidFill>
                  <a:schemeClr val="dk1"/>
                </a:solidFill>
                <a:highlight>
                  <a:srgbClr val="FFFFFF"/>
                </a:highlight>
              </a:rPr>
              <a:t>UNE table</a:t>
            </a:r>
            <a:endParaRPr lang="en-US" dirty="0">
              <a:solidFill>
                <a:schemeClr val="dk1"/>
              </a:solidFill>
            </a:endParaRPr>
          </a:p>
          <a:p>
            <a:pPr marL="952500" lvl="1" indent="-342900"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</a:rPr>
              <a:t>Vous </a:t>
            </a:r>
            <a:r>
              <a:rPr lang="en-US" sz="2400" dirty="0" err="1">
                <a:solidFill>
                  <a:schemeClr val="dk1"/>
                </a:solidFill>
                <a:highlight>
                  <a:srgbClr val="FFFFFF"/>
                </a:highlight>
              </a:rPr>
              <a:t>oulez</a:t>
            </a: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-US" sz="2400" dirty="0" err="1">
                <a:solidFill>
                  <a:schemeClr val="dk1"/>
                </a:solidFill>
                <a:highlight>
                  <a:srgbClr val="FFFFFF"/>
                </a:highlight>
              </a:rPr>
              <a:t>filtrer</a:t>
            </a: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</a:rPr>
              <a:t> avec </a:t>
            </a: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</a:rPr>
              <a:t>WHERE</a:t>
            </a:r>
            <a:endParaRPr lang="en-US" dirty="0">
              <a:solidFill>
                <a:schemeClr val="dk1"/>
              </a:solidFill>
            </a:endParaRPr>
          </a:p>
          <a:p>
            <a:pPr marL="952500" lvl="1" indent="-342900"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</a:rPr>
              <a:t>Vous </a:t>
            </a:r>
            <a:r>
              <a:rPr lang="en-US" sz="2400" dirty="0" err="1">
                <a:solidFill>
                  <a:schemeClr val="dk1"/>
                </a:solidFill>
                <a:highlight>
                  <a:srgbClr val="FFFFFF"/>
                </a:highlight>
              </a:rPr>
              <a:t>voulez</a:t>
            </a: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</a:rPr>
              <a:t> trier (</a:t>
            </a: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</a:rPr>
              <a:t>ORDER BY</a:t>
            </a: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</a:rPr>
              <a:t>)</a:t>
            </a:r>
            <a:endParaRPr lang="en-US" dirty="0">
              <a:solidFill>
                <a:schemeClr val="dk1"/>
              </a:solidFill>
            </a:endParaRPr>
          </a:p>
          <a:p>
            <a:pPr marL="0" indent="0">
              <a:lnSpc>
                <a:spcPct val="135000"/>
              </a:lnSpc>
              <a:spcBef>
                <a:spcPts val="1333"/>
              </a:spcBef>
              <a:buNone/>
            </a:pPr>
            <a:endParaRPr lang="en-US" sz="2400" dirty="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</a:endParaRPr>
          </a:p>
          <a:p>
            <a:pPr marL="0" indent="0">
              <a:lnSpc>
                <a:spcPct val="135000"/>
              </a:lnSpc>
              <a:spcBef>
                <a:spcPts val="1333"/>
              </a:spcBef>
              <a:buNone/>
            </a:pP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</a:rPr>
              <a:t>Cursor</a:t>
            </a: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query (String table, </a:t>
            </a:r>
            <a:endParaRPr lang="en-US" sz="2400" dirty="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</a:endParaRPr>
          </a:p>
          <a:p>
            <a:pPr marL="0" indent="0">
              <a:lnSpc>
                <a:spcPct val="135000"/>
              </a:lnSpc>
              <a:spcBef>
                <a:spcPts val="1333"/>
              </a:spcBef>
              <a:buNone/>
            </a:pP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              String[] columns, String selection, </a:t>
            </a:r>
            <a:br>
              <a:rPr lang="en-US" sz="2400" dirty="0">
                <a:highlight>
                  <a:srgbClr val="FFFFFF"/>
                </a:highlight>
                <a:latin typeface="Consolas"/>
                <a:ea typeface="Consolas"/>
                <a:cs typeface="Consolas"/>
              </a:rPr>
            </a:b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              String[] </a:t>
            </a:r>
            <a:r>
              <a:rPr lang="en-US" sz="240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selectionArgs</a:t>
            </a: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String </a:t>
            </a:r>
            <a:r>
              <a:rPr lang="en-US" sz="240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groupBy</a:t>
            </a: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endParaRPr lang="en-US" sz="2400" dirty="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</a:endParaRPr>
          </a:p>
          <a:p>
            <a:pPr marL="0" indent="0">
              <a:lnSpc>
                <a:spcPct val="135000"/>
              </a:lnSpc>
              <a:spcBef>
                <a:spcPts val="1333"/>
              </a:spcBef>
              <a:buNone/>
            </a:pP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              String having, String </a:t>
            </a:r>
            <a:r>
              <a:rPr lang="en-US" sz="24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orderBy,String</a:t>
            </a: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limit);</a:t>
            </a:r>
            <a:endParaRPr lang="en-US" sz="1850">
              <a:solidFill>
                <a:schemeClr val="dk1"/>
              </a:solidFill>
            </a:endParaRPr>
          </a:p>
        </p:txBody>
      </p:sp>
      <p:sp>
        <p:nvSpPr>
          <p:cNvPr id="317" name="Shape 317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Exemple de </a:t>
            </a:r>
            <a:r>
              <a:rPr lang="fr" sz="3600" b="1" dirty="0" err="1">
                <a:solidFill>
                  <a:schemeClr val="bg1"/>
                </a:solidFill>
                <a:latin typeface="Fira Sans Extra Condensed"/>
              </a:rPr>
              <a:t>SQLiteDatabase.query</a:t>
            </a: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23" name="Shape 323"/>
          <p:cNvSpPr txBox="1">
            <a:spLocks noGrp="1"/>
          </p:cNvSpPr>
          <p:nvPr>
            <p:ph type="body" idx="1"/>
          </p:nvPr>
        </p:nvSpPr>
        <p:spPr>
          <a:xfrm>
            <a:off x="415600" y="1593009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114999"/>
              </a:lnSpc>
              <a:spcBef>
                <a:spcPts val="500"/>
              </a:spcBef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String[] columns = new String[]{KEY_WORD};</a:t>
            </a:r>
            <a:endParaRPr lang="en-US" sz="2400" dirty="0">
              <a:solidFill>
                <a:schemeClr val="dk1"/>
              </a:solidFill>
            </a:endParaRPr>
          </a:p>
          <a:p>
            <a:pPr marL="0" indent="0">
              <a:lnSpc>
                <a:spcPct val="114999"/>
              </a:lnSpc>
              <a:spcBef>
                <a:spcPts val="500"/>
              </a:spcBef>
              <a:buNone/>
            </a:pPr>
            <a:endParaRPr lang="en" sz="2400">
              <a:solidFill>
                <a:schemeClr val="dk1"/>
              </a:solidFill>
              <a:sym typeface="Consolas"/>
            </a:endParaRPr>
          </a:p>
          <a:p>
            <a:pPr marL="0" indent="0">
              <a:lnSpc>
                <a:spcPct val="114999"/>
              </a:lnSpc>
              <a:spcBef>
                <a:spcPts val="500"/>
              </a:spcBef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String where = KEY_WORD + " LIKE ?";</a:t>
            </a:r>
            <a:endParaRPr lang="en-US" sz="2400" dirty="0">
              <a:solidFill>
                <a:schemeClr val="dk1"/>
              </a:solidFill>
            </a:endParaRPr>
          </a:p>
          <a:p>
            <a:pPr marL="0" indent="0">
              <a:lnSpc>
                <a:spcPct val="114999"/>
              </a:lnSpc>
              <a:spcBef>
                <a:spcPts val="500"/>
              </a:spcBef>
              <a:buNone/>
            </a:pPr>
            <a:endParaRPr lang="en" sz="2400">
              <a:solidFill>
                <a:schemeClr val="dk1"/>
              </a:solidFill>
              <a:sym typeface="Consolas"/>
            </a:endParaRPr>
          </a:p>
          <a:p>
            <a:pPr marL="0" indent="0">
              <a:lnSpc>
                <a:spcPct val="114999"/>
              </a:lnSpc>
              <a:spcBef>
                <a:spcPts val="500"/>
              </a:spcBef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String 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searchString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 = "%ion";</a:t>
            </a:r>
            <a:endParaRPr lang="en" sz="2400" dirty="0">
              <a:solidFill>
                <a:schemeClr val="dk1"/>
              </a:solidFill>
              <a:sym typeface="Consolas"/>
            </a:endParaRPr>
          </a:p>
          <a:p>
            <a:pPr marL="0" indent="0">
              <a:lnSpc>
                <a:spcPct val="114999"/>
              </a:lnSpc>
              <a:spcBef>
                <a:spcPts val="500"/>
              </a:spcBef>
              <a:buNone/>
            </a:pPr>
            <a:endParaRPr lang="en" sz="2400">
              <a:solidFill>
                <a:schemeClr val="dk1"/>
              </a:solidFill>
            </a:endParaRPr>
          </a:p>
          <a:p>
            <a:pPr marL="0" indent="0">
              <a:lnSpc>
                <a:spcPct val="114999"/>
              </a:lnSpc>
              <a:spcBef>
                <a:spcPts val="500"/>
              </a:spcBef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String[] 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whereArgs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 = new String[]{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searchString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};</a:t>
            </a:r>
            <a:endParaRPr lang="en-US" sz="2400" dirty="0">
              <a:solidFill>
                <a:schemeClr val="dk1"/>
              </a:solidFill>
            </a:endParaRPr>
          </a:p>
          <a:p>
            <a:pPr marL="0" indent="0">
              <a:lnSpc>
                <a:spcPct val="114999"/>
              </a:lnSpc>
              <a:spcBef>
                <a:spcPts val="500"/>
              </a:spcBef>
              <a:buNone/>
            </a:pPr>
            <a:endParaRPr lang="en" sz="2400">
              <a:solidFill>
                <a:schemeClr val="dk1"/>
              </a:solidFill>
              <a:sym typeface="Consolas"/>
            </a:endParaRPr>
          </a:p>
          <a:p>
            <a:pPr marL="0" indent="0">
              <a:lnSpc>
                <a:spcPct val="114999"/>
              </a:lnSpc>
              <a:spcBef>
                <a:spcPts val="500"/>
              </a:spcBef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Cursor 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cursor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 = 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mReadableDB.query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(WORD_LIST_TABLE, columns, where,</a:t>
            </a:r>
            <a:endParaRPr lang="en-US" sz="2400" dirty="0">
              <a:solidFill>
                <a:schemeClr val="dk1"/>
              </a:solidFill>
            </a:endParaRPr>
          </a:p>
          <a:p>
            <a:pPr marL="0" indent="0">
              <a:lnSpc>
                <a:spcPct val="114999"/>
              </a:lnSpc>
              <a:spcBef>
                <a:spcPts val="500"/>
              </a:spcBef>
              <a:buNone/>
            </a:pPr>
            <a:r>
              <a:rPr lang="en-US" sz="2400" dirty="0" err="1">
                <a:solidFill>
                  <a:schemeClr val="dk1"/>
                </a:solidFill>
                <a:sym typeface="Consolas"/>
              </a:rPr>
              <a:t>whereArgs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, null, null, null</a:t>
            </a:r>
            <a:r>
              <a:rPr lang="en-US" sz="2400" dirty="0">
                <a:solidFill>
                  <a:schemeClr val="dk1"/>
                </a:solidFill>
              </a:rPr>
              <a:t>);</a:t>
            </a:r>
          </a:p>
          <a:p>
            <a:pPr marL="0" lvl="0" indent="0">
              <a:lnSpc>
                <a:spcPct val="114999"/>
              </a:lnSpc>
              <a:spcBef>
                <a:spcPts val="500"/>
              </a:spcBef>
              <a:buNone/>
            </a:pPr>
            <a:endParaRPr lang="en-US" sz="2400" dirty="0">
              <a:solidFill>
                <a:schemeClr val="dk1"/>
              </a:solidFill>
              <a:ea typeface="Consolas"/>
            </a:endParaRPr>
          </a:p>
        </p:txBody>
      </p:sp>
      <p:sp>
        <p:nvSpPr>
          <p:cNvPr id="324" name="Shape 324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00F51D31-A62B-EDC0-7A84-6AF3AEE9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>
            <a:extLst>
              <a:ext uri="{FF2B5EF4-FFF2-40B4-BE49-F238E27FC236}">
                <a16:creationId xmlns:a16="http://schemas.microsoft.com/office/drawing/2014/main" id="{FA7DC418-0B03-6908-42A4-27A4C26D7E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Exemple de </a:t>
            </a:r>
            <a:r>
              <a:rPr lang="fr" sz="3600" b="1" dirty="0" err="1">
                <a:solidFill>
                  <a:schemeClr val="bg1"/>
                </a:solidFill>
                <a:latin typeface="Fira Sans Extra Condensed"/>
              </a:rPr>
              <a:t>SQLiteDatabase.query</a:t>
            </a: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23" name="Shape 323">
            <a:extLst>
              <a:ext uri="{FF2B5EF4-FFF2-40B4-BE49-F238E27FC236}">
                <a16:creationId xmlns:a16="http://schemas.microsoft.com/office/drawing/2014/main" id="{6B98151D-EF94-C7AF-383B-45AD8BB4C6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</a:rPr>
              <a:t>Cursor </a:t>
            </a:r>
            <a:r>
              <a:rPr lang="en-US" sz="2400" dirty="0" err="1">
                <a:solidFill>
                  <a:schemeClr val="dk1"/>
                </a:solidFill>
              </a:rPr>
              <a:t>cursor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= 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db.query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(</a:t>
            </a:r>
            <a:endParaRPr lang="fr-FR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    </a:t>
            </a:r>
            <a:r>
              <a:rPr lang="en-US" sz="2400" dirty="0">
                <a:solidFill>
                  <a:srgbClr val="00B050"/>
                </a:solidFill>
                <a:sym typeface="Consolas"/>
              </a:rPr>
              <a:t>"</a:t>
            </a:r>
            <a:r>
              <a:rPr lang="en-US" sz="2400" dirty="0" err="1">
                <a:solidFill>
                  <a:srgbClr val="00B050"/>
                </a:solidFill>
                <a:sym typeface="Consolas"/>
              </a:rPr>
              <a:t>Evenement</a:t>
            </a:r>
            <a:r>
              <a:rPr lang="en-US" sz="2400" dirty="0">
                <a:solidFill>
                  <a:srgbClr val="00B050"/>
                </a:solidFill>
                <a:sym typeface="Consolas"/>
              </a:rPr>
              <a:t>",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           // table</a:t>
            </a:r>
            <a:endParaRPr lang="en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    null,                  // 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toutes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 les 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colonnes</a:t>
            </a:r>
            <a:endParaRPr lang="en" dirty="0" err="1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   </a:t>
            </a:r>
            <a:r>
              <a:rPr lang="en-US" sz="2400" dirty="0">
                <a:solidFill>
                  <a:srgbClr val="00B050"/>
                </a:solidFill>
                <a:sym typeface="Consolas"/>
              </a:rPr>
              <a:t> "</a:t>
            </a:r>
            <a:r>
              <a:rPr lang="en-US" sz="2400" dirty="0" err="1">
                <a:solidFill>
                  <a:srgbClr val="00B050"/>
                </a:solidFill>
                <a:sym typeface="Consolas"/>
              </a:rPr>
              <a:t>favori</a:t>
            </a:r>
            <a:r>
              <a:rPr lang="en-US" sz="2400" dirty="0">
                <a:solidFill>
                  <a:srgbClr val="00B050"/>
                </a:solidFill>
                <a:sym typeface="Consolas"/>
              </a:rPr>
              <a:t> = ?"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,          // WHERE</a:t>
            </a:r>
            <a:endParaRPr lang="en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    new String[]{"1"},     // 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valeur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du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 ?</a:t>
            </a:r>
            <a:endParaRPr lang="en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    null,                  // 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groupBy</a:t>
            </a:r>
            <a:endParaRPr lang="en" dirty="0" err="1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    null,                  // having</a:t>
            </a:r>
            <a:endParaRPr lang="en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    "date ASC"             // 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orderBy</a:t>
            </a:r>
            <a:endParaRPr lang="en" dirty="0" err="1">
              <a:solidFill>
                <a:schemeClr val="dk1"/>
              </a:solidFill>
            </a:endParaRPr>
          </a:p>
          <a:p>
            <a:pPr marL="0" indent="0">
              <a:lnSpc>
                <a:spcPct val="114999"/>
              </a:lnSpc>
              <a:spcBef>
                <a:spcPts val="500"/>
              </a:spcBef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);</a:t>
            </a:r>
            <a:endParaRPr lang="en-US" sz="2400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endParaRPr lang="en-US" sz="2400" dirty="0">
              <a:solidFill>
                <a:schemeClr val="dk1"/>
              </a:solidFill>
            </a:endParaRPr>
          </a:p>
          <a:p>
            <a:pPr marL="0" indent="0">
              <a:lnSpc>
                <a:spcPct val="114999"/>
              </a:lnSpc>
              <a:spcBef>
                <a:spcPts val="500"/>
              </a:spcBef>
              <a:buNone/>
            </a:pPr>
            <a:endParaRPr lang="en-US" sz="2400" dirty="0">
              <a:solidFill>
                <a:schemeClr val="dk1"/>
              </a:solidFill>
            </a:endParaRPr>
          </a:p>
        </p:txBody>
      </p:sp>
      <p:sp>
        <p:nvSpPr>
          <p:cNvPr id="324" name="Shape 324">
            <a:extLst>
              <a:ext uri="{FF2B5EF4-FFF2-40B4-BE49-F238E27FC236}">
                <a16:creationId xmlns:a16="http://schemas.microsoft.com/office/drawing/2014/main" id="{C2DC5C03-91F8-7313-5D32-2553723199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44156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79E461A9-1C9D-CF2D-F01C-4B5603CC2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>
            <a:extLst>
              <a:ext uri="{FF2B5EF4-FFF2-40B4-BE49-F238E27FC236}">
                <a16:creationId xmlns:a16="http://schemas.microsoft.com/office/drawing/2014/main" id="{EEBD24DF-9076-5D61-8581-0BA949CC68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Exemple de </a:t>
            </a:r>
            <a:r>
              <a:rPr lang="fr" sz="3600" b="1" dirty="0" err="1">
                <a:solidFill>
                  <a:schemeClr val="bg1"/>
                </a:solidFill>
                <a:latin typeface="Fira Sans Extra Condensed"/>
              </a:rPr>
              <a:t>SQLiteDatabase.query</a:t>
            </a: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23" name="Shape 323">
            <a:extLst>
              <a:ext uri="{FF2B5EF4-FFF2-40B4-BE49-F238E27FC236}">
                <a16:creationId xmlns:a16="http://schemas.microsoft.com/office/drawing/2014/main" id="{59072989-73F6-4ADB-127D-205A7C74C9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</a:rPr>
              <a:t>Cursor </a:t>
            </a:r>
            <a:r>
              <a:rPr lang="en-US" sz="2400" dirty="0" err="1">
                <a:solidFill>
                  <a:schemeClr val="dk1"/>
                </a:solidFill>
              </a:rPr>
              <a:t>cursor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= 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db.query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(</a:t>
            </a:r>
            <a:endParaRPr lang="fr-FR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    </a:t>
            </a:r>
            <a:r>
              <a:rPr lang="en-US" sz="2400" dirty="0">
                <a:solidFill>
                  <a:srgbClr val="00B050"/>
                </a:solidFill>
                <a:sym typeface="Consolas"/>
              </a:rPr>
              <a:t>"</a:t>
            </a:r>
            <a:r>
              <a:rPr lang="en-US" sz="2400" dirty="0" err="1">
                <a:solidFill>
                  <a:srgbClr val="00B050"/>
                </a:solidFill>
                <a:sym typeface="Consolas"/>
              </a:rPr>
              <a:t>Evenement</a:t>
            </a:r>
            <a:r>
              <a:rPr lang="en-US" sz="2400" dirty="0">
                <a:solidFill>
                  <a:srgbClr val="00B050"/>
                </a:solidFill>
                <a:sym typeface="Consolas"/>
              </a:rPr>
              <a:t>",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           // table</a:t>
            </a:r>
            <a:endParaRPr lang="en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    null,                  // 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toutes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 les 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colonnes</a:t>
            </a:r>
            <a:endParaRPr lang="en" dirty="0" err="1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   </a:t>
            </a:r>
            <a:r>
              <a:rPr lang="en-US" sz="2400" dirty="0">
                <a:solidFill>
                  <a:srgbClr val="00B050"/>
                </a:solidFill>
                <a:sym typeface="Consolas"/>
              </a:rPr>
              <a:t> "</a:t>
            </a:r>
            <a:r>
              <a:rPr lang="en-US" sz="2400" dirty="0" err="1">
                <a:solidFill>
                  <a:srgbClr val="00B050"/>
                </a:solidFill>
                <a:sym typeface="Consolas"/>
              </a:rPr>
              <a:t>favori</a:t>
            </a:r>
            <a:r>
              <a:rPr lang="en-US" sz="2400" dirty="0">
                <a:solidFill>
                  <a:srgbClr val="00B050"/>
                </a:solidFill>
                <a:sym typeface="Consolas"/>
              </a:rPr>
              <a:t> = ?"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,          // WHERE</a:t>
            </a:r>
            <a:endParaRPr lang="en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    new String[]{"1"},     // 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valeur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du</a:t>
            </a:r>
            <a:r>
              <a:rPr lang="en-US" sz="2400" dirty="0">
                <a:solidFill>
                  <a:schemeClr val="dk1"/>
                </a:solidFill>
                <a:sym typeface="Consolas"/>
              </a:rPr>
              <a:t> ?</a:t>
            </a:r>
            <a:endParaRPr lang="en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    null,                  // 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groupBy</a:t>
            </a:r>
            <a:endParaRPr lang="en" dirty="0" err="1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    null,                  // having</a:t>
            </a:r>
            <a:endParaRPr lang="en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    "date ASC"             // </a:t>
            </a:r>
            <a:r>
              <a:rPr lang="en-US" sz="2400" dirty="0" err="1">
                <a:solidFill>
                  <a:schemeClr val="dk1"/>
                </a:solidFill>
                <a:sym typeface="Consolas"/>
              </a:rPr>
              <a:t>orderBy</a:t>
            </a:r>
            <a:endParaRPr lang="en" dirty="0" err="1">
              <a:solidFill>
                <a:schemeClr val="dk1"/>
              </a:solidFill>
            </a:endParaRPr>
          </a:p>
          <a:p>
            <a:pPr marL="0" indent="0">
              <a:lnSpc>
                <a:spcPct val="114999"/>
              </a:lnSpc>
              <a:spcBef>
                <a:spcPts val="500"/>
              </a:spcBef>
              <a:buNone/>
            </a:pPr>
            <a:r>
              <a:rPr lang="en-US" sz="2400" dirty="0">
                <a:solidFill>
                  <a:schemeClr val="dk1"/>
                </a:solidFill>
                <a:sym typeface="Consolas"/>
              </a:rPr>
              <a:t>);</a:t>
            </a:r>
            <a:endParaRPr lang="en-US" sz="2400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</a:rPr>
              <a:t>👉 Android </a:t>
            </a:r>
            <a:r>
              <a:rPr lang="en-US" sz="2400" dirty="0" err="1">
                <a:solidFill>
                  <a:schemeClr val="dk1"/>
                </a:solidFill>
              </a:rPr>
              <a:t>génère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 err="1">
                <a:solidFill>
                  <a:schemeClr val="dk1"/>
                </a:solidFill>
              </a:rPr>
              <a:t>automatiquement</a:t>
            </a:r>
            <a:r>
              <a:rPr lang="en-US" sz="2400" dirty="0">
                <a:solidFill>
                  <a:schemeClr val="dk1"/>
                </a:solidFill>
              </a:rPr>
              <a:t> :</a:t>
            </a:r>
            <a:endParaRPr lang="en-US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  <a:latin typeface="Consolas"/>
              </a:rPr>
              <a:t>SELECT * FROM Evenement
WHERE </a:t>
            </a:r>
            <a:r>
              <a:rPr lang="en-US" sz="2400" dirty="0" err="1">
                <a:solidFill>
                  <a:schemeClr val="dk1"/>
                </a:solidFill>
                <a:latin typeface="Consolas"/>
              </a:rPr>
              <a:t>favori</a:t>
            </a:r>
            <a:r>
              <a:rPr lang="en-US" sz="2400" dirty="0">
                <a:solidFill>
                  <a:schemeClr val="dk1"/>
                </a:solidFill>
                <a:latin typeface="Consolas"/>
              </a:rPr>
              <a:t> = 1
ORDER BY date ASC;</a:t>
            </a:r>
            <a:endParaRPr lang="en-US" dirty="0">
              <a:solidFill>
                <a:schemeClr val="dk1"/>
              </a:solidFill>
            </a:endParaRPr>
          </a:p>
          <a:p>
            <a:pPr marL="0" indent="0">
              <a:lnSpc>
                <a:spcPct val="114999"/>
              </a:lnSpc>
              <a:spcBef>
                <a:spcPts val="500"/>
              </a:spcBef>
              <a:buNone/>
            </a:pPr>
            <a:endParaRPr lang="en-US" sz="2400" dirty="0">
              <a:solidFill>
                <a:schemeClr val="dk1"/>
              </a:solidFill>
            </a:endParaRPr>
          </a:p>
        </p:txBody>
      </p:sp>
      <p:sp>
        <p:nvSpPr>
          <p:cNvPr id="324" name="Shape 324">
            <a:extLst>
              <a:ext uri="{FF2B5EF4-FFF2-40B4-BE49-F238E27FC236}">
                <a16:creationId xmlns:a16="http://schemas.microsoft.com/office/drawing/2014/main" id="{D7F62558-FABA-28DB-7F7A-3473BF6D3D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2306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64FD0830-865F-B1DB-71BF-570C54E07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>
            <a:extLst>
              <a:ext uri="{FF2B5EF4-FFF2-40B4-BE49-F238E27FC236}">
                <a16:creationId xmlns:a16="http://schemas.microsoft.com/office/drawing/2014/main" id="{5D528A33-B1D7-4166-0751-30A15C3388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Exemple de </a:t>
            </a:r>
            <a:r>
              <a:rPr lang="fr" sz="3600" b="1" dirty="0" err="1">
                <a:solidFill>
                  <a:schemeClr val="bg1"/>
                </a:solidFill>
                <a:latin typeface="Fira Sans Extra Condensed"/>
              </a:rPr>
              <a:t>SQLiteDatabase.query</a:t>
            </a: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23" name="Shape 323">
            <a:extLst>
              <a:ext uri="{FF2B5EF4-FFF2-40B4-BE49-F238E27FC236}">
                <a16:creationId xmlns:a16="http://schemas.microsoft.com/office/drawing/2014/main" id="{AF79D2C0-A2EE-2AF2-95FF-69A103F52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dk1"/>
              </a:solidFill>
              <a:ea typeface="Consolas"/>
            </a:endParaRPr>
          </a:p>
          <a:p>
            <a:pPr marL="0" indent="0">
              <a:lnSpc>
                <a:spcPct val="135000"/>
              </a:lnSpc>
              <a:spcBef>
                <a:spcPts val="1333"/>
              </a:spcBef>
              <a:buNone/>
            </a:pPr>
            <a:r>
              <a:rPr lang="en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sym typeface="Consolas"/>
              </a:rPr>
              <a:t>String[] columns = new String[]{KEY_WORD}; </a:t>
            </a:r>
            <a:endParaRPr lang="en" dirty="0">
              <a:solidFill>
                <a:schemeClr val="dk1"/>
              </a:solidFill>
            </a:endParaRPr>
          </a:p>
          <a:p>
            <a:pPr marL="0" indent="0">
              <a:lnSpc>
                <a:spcPct val="135000"/>
              </a:lnSpc>
              <a:spcBef>
                <a:spcPts val="1333"/>
              </a:spcBef>
              <a:buNone/>
            </a:pPr>
            <a:r>
              <a:rPr lang="en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sym typeface="Consolas"/>
              </a:rPr>
              <a:t>String where = KEY_WORD + " LIKE ?"; </a:t>
            </a:r>
            <a:endParaRPr lang="en" dirty="0"/>
          </a:p>
          <a:p>
            <a:pPr marL="0" indent="0">
              <a:lnSpc>
                <a:spcPct val="135000"/>
              </a:lnSpc>
              <a:spcBef>
                <a:spcPts val="1333"/>
              </a:spcBef>
              <a:buNone/>
            </a:pPr>
            <a:r>
              <a:rPr lang="en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sym typeface="Consolas"/>
              </a:rPr>
              <a:t>String </a:t>
            </a:r>
            <a:r>
              <a:rPr lang="en" sz="24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sym typeface="Consolas"/>
              </a:rPr>
              <a:t>searchString</a:t>
            </a:r>
            <a:r>
              <a:rPr lang="en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sym typeface="Consolas"/>
              </a:rPr>
              <a:t> = "%ion"; </a:t>
            </a:r>
            <a:endParaRPr lang="en" dirty="0">
              <a:solidFill>
                <a:schemeClr val="dk1"/>
              </a:solidFill>
              <a:sym typeface="Consolas"/>
            </a:endParaRPr>
          </a:p>
          <a:p>
            <a:pPr marL="0" indent="0">
              <a:lnSpc>
                <a:spcPct val="135000"/>
              </a:lnSpc>
              <a:spcBef>
                <a:spcPts val="1333"/>
              </a:spcBef>
              <a:buNone/>
            </a:pPr>
            <a:r>
              <a:rPr lang="en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sym typeface="Consolas"/>
              </a:rPr>
              <a:t>String[] </a:t>
            </a:r>
            <a:r>
              <a:rPr lang="en" sz="240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sym typeface="Consolas"/>
              </a:rPr>
              <a:t>whereArgs</a:t>
            </a:r>
            <a:r>
              <a:rPr lang="en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sym typeface="Consolas"/>
              </a:rPr>
              <a:t> = new String[]{</a:t>
            </a:r>
            <a:r>
              <a:rPr lang="en" sz="240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sym typeface="Consolas"/>
              </a:rPr>
              <a:t>searchString</a:t>
            </a:r>
            <a:r>
              <a:rPr lang="en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sym typeface="Consolas"/>
              </a:rPr>
              <a:t>}; </a:t>
            </a:r>
            <a:endParaRPr lang="en" dirty="0">
              <a:solidFill>
                <a:schemeClr val="dk1"/>
              </a:solidFill>
              <a:sym typeface="Consolas"/>
            </a:endParaRPr>
          </a:p>
          <a:p>
            <a:pPr marL="0" indent="0">
              <a:lnSpc>
                <a:spcPct val="135000"/>
              </a:lnSpc>
              <a:spcBef>
                <a:spcPts val="1333"/>
              </a:spcBef>
              <a:buNone/>
            </a:pPr>
            <a:r>
              <a:rPr lang="en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sym typeface="Consolas"/>
              </a:rPr>
              <a:t>Cursor </a:t>
            </a:r>
            <a:r>
              <a:rPr lang="en" sz="24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sym typeface="Consolas"/>
              </a:rPr>
              <a:t>cursor</a:t>
            </a:r>
            <a:r>
              <a:rPr lang="en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sym typeface="Consolas"/>
              </a:rPr>
              <a:t> = </a:t>
            </a:r>
            <a:r>
              <a:rPr lang="en" sz="24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sym typeface="Consolas"/>
              </a:rPr>
              <a:t>mReadableDB.query</a:t>
            </a:r>
            <a:r>
              <a:rPr lang="en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sym typeface="Consolas"/>
              </a:rPr>
              <a:t>( WORD_LIST_TABLE, columns, where, </a:t>
            </a:r>
            <a:r>
              <a:rPr lang="en" sz="24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sym typeface="Consolas"/>
              </a:rPr>
              <a:t>whereArgs</a:t>
            </a:r>
            <a:r>
              <a:rPr lang="en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sym typeface="Consolas"/>
              </a:rPr>
              <a:t>, null, null, null ); </a:t>
            </a:r>
            <a:endParaRPr sz="1850" dirty="0">
              <a:solidFill>
                <a:schemeClr val="dk1"/>
              </a:solidFill>
            </a:endParaRPr>
          </a:p>
        </p:txBody>
      </p:sp>
      <p:sp>
        <p:nvSpPr>
          <p:cNvPr id="324" name="Shape 324">
            <a:extLst>
              <a:ext uri="{FF2B5EF4-FFF2-40B4-BE49-F238E27FC236}">
                <a16:creationId xmlns:a16="http://schemas.microsoft.com/office/drawing/2014/main" id="{D4C8013E-EAA3-F2D5-544B-89E5F2FEB1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26357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Format </a:t>
            </a:r>
            <a:r>
              <a:rPr lang="fr" sz="3600" b="1" dirty="0" err="1">
                <a:solidFill>
                  <a:schemeClr val="bg1"/>
                </a:solidFill>
                <a:latin typeface="Fira Sans Extra Condensed"/>
              </a:rPr>
              <a:t>SQLiteDatabase.rawQuery</a:t>
            </a: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02" name="Shape 302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8965" indent="-507365">
              <a:lnSpc>
                <a:spcPct val="150000"/>
              </a:lnSpc>
              <a:buNone/>
            </a:pPr>
            <a:endParaRPr lang="en-US" sz="2000" dirty="0"/>
          </a:p>
          <a:p>
            <a:pPr marL="608965" indent="-507365">
              <a:lnSpc>
                <a:spcPct val="150000"/>
              </a:lnSpc>
              <a:buNone/>
            </a:pPr>
            <a:endParaRPr lang="en-US" sz="2000" dirty="0"/>
          </a:p>
          <a:p>
            <a:pPr marL="608965" indent="-507365">
              <a:lnSpc>
                <a:spcPct val="150000"/>
              </a:lnSpc>
              <a:buNone/>
            </a:pPr>
            <a:r>
              <a:rPr lang="en-US" sz="2000" err="1"/>
              <a:t>Utiliser</a:t>
            </a:r>
            <a:r>
              <a:rPr lang="en-US" sz="2000" dirty="0"/>
              <a:t> </a:t>
            </a:r>
            <a:r>
              <a:rPr lang="en-US" sz="2000" err="1">
                <a:latin typeface="Consolas"/>
              </a:rPr>
              <a:t>rawQuery</a:t>
            </a:r>
            <a:r>
              <a:rPr lang="en-US" sz="2000" dirty="0">
                <a:latin typeface="Consolas"/>
              </a:rPr>
              <a:t>()</a:t>
            </a:r>
            <a:r>
              <a:rPr lang="en-US" sz="2000" dirty="0"/>
              <a:t> </a:t>
            </a:r>
            <a:r>
              <a:rPr lang="en-US" sz="2000" err="1"/>
              <a:t>quand</a:t>
            </a:r>
            <a:r>
              <a:rPr lang="en-US" sz="2000" dirty="0"/>
              <a:t> :</a:t>
            </a:r>
            <a:endParaRPr lang="fr-FR" sz="2000"/>
          </a:p>
          <a:p>
            <a:pPr marL="952500" lvl="1" indent="-342900">
              <a:lnSpc>
                <a:spcPct val="150000"/>
              </a:lnSpc>
              <a:buSzPts val="2400"/>
              <a:buFont typeface="Courier New"/>
              <a:buChar char="o"/>
            </a:pPr>
            <a:r>
              <a:rPr lang="en-US" sz="2000" dirty="0"/>
              <a:t>Vous </a:t>
            </a:r>
            <a:r>
              <a:rPr lang="en-US" sz="2000" dirty="0" err="1"/>
              <a:t>faîtes</a:t>
            </a:r>
            <a:r>
              <a:rPr lang="en-US" sz="2000" dirty="0"/>
              <a:t> des </a:t>
            </a:r>
            <a:r>
              <a:rPr lang="en-US" sz="2000" b="1" dirty="0"/>
              <a:t>jointures </a:t>
            </a:r>
            <a:r>
              <a:rPr lang="en-US" sz="2000" b="1" dirty="0">
                <a:solidFill>
                  <a:srgbClr val="000000"/>
                </a:solidFill>
                <a:ea typeface="Consolas"/>
                <a:sym typeface="Consolas"/>
              </a:rPr>
              <a:t>(</a:t>
            </a:r>
            <a:r>
              <a:rPr lang="en-US" sz="2000" b="1" dirty="0"/>
              <a:t>JOIN</a:t>
            </a:r>
            <a:r>
              <a:rPr lang="en-US" sz="2000" b="1" dirty="0">
                <a:solidFill>
                  <a:srgbClr val="000000"/>
                </a:solidFill>
                <a:ea typeface="Consolas"/>
                <a:sym typeface="Consolas"/>
              </a:rPr>
              <a:t>)</a:t>
            </a:r>
            <a:endParaRPr lang="en-US" sz="2000" b="1" dirty="0"/>
          </a:p>
          <a:p>
            <a:pPr marL="952500" lvl="1" indent="-342900">
              <a:lnSpc>
                <a:spcPct val="150000"/>
              </a:lnSpc>
              <a:buSzPts val="2400"/>
              <a:buFont typeface="Courier New"/>
              <a:buChar char="o"/>
            </a:pPr>
            <a:r>
              <a:rPr lang="en-US" sz="2000" dirty="0"/>
              <a:t>Vous </a:t>
            </a:r>
            <a:r>
              <a:rPr lang="en-US" sz="2000" dirty="0" err="1"/>
              <a:t>faîtes</a:t>
            </a:r>
            <a:r>
              <a:rPr lang="en-US" sz="2000" dirty="0"/>
              <a:t>  des </a:t>
            </a:r>
            <a:r>
              <a:rPr lang="en-US" sz="2000" dirty="0" err="1"/>
              <a:t>requêtes</a:t>
            </a:r>
            <a:r>
              <a:rPr lang="en-US" sz="2000" dirty="0"/>
              <a:t> </a:t>
            </a:r>
            <a:r>
              <a:rPr lang="en-US" sz="2000" b="1" dirty="0"/>
              <a:t>complexes</a:t>
            </a:r>
            <a:endParaRPr sz="2000"/>
          </a:p>
          <a:p>
            <a:pPr marL="952500" lvl="1" indent="-342900">
              <a:lnSpc>
                <a:spcPct val="150000"/>
              </a:lnSpc>
              <a:buSzPts val="2400"/>
              <a:buFont typeface="Courier New"/>
              <a:buChar char="o"/>
            </a:pPr>
            <a:r>
              <a:rPr lang="en-US" sz="2000" dirty="0"/>
              <a:t>Vous </a:t>
            </a:r>
            <a:r>
              <a:rPr lang="en-US" sz="2000" dirty="0" err="1"/>
              <a:t>utilisez</a:t>
            </a:r>
            <a:r>
              <a:rPr lang="en-US" sz="2000" dirty="0"/>
              <a:t> des </a:t>
            </a:r>
            <a:r>
              <a:rPr lang="en-US" sz="2000" dirty="0" err="1"/>
              <a:t>f</a:t>
            </a:r>
            <a:r>
              <a:rPr lang="en-US" sz="2000" b="1" dirty="0" err="1"/>
              <a:t>onctions</a:t>
            </a:r>
            <a:r>
              <a:rPr lang="en-US" sz="2000" b="1" dirty="0"/>
              <a:t> SQL</a:t>
            </a:r>
          </a:p>
          <a:p>
            <a:pPr marL="952500" lvl="1" indent="-342900">
              <a:lnSpc>
                <a:spcPct val="150000"/>
              </a:lnSpc>
              <a:buSzPts val="2400"/>
              <a:buFont typeface="Courier New"/>
              <a:buChar char="o"/>
            </a:pPr>
            <a:r>
              <a:rPr lang="en-US" sz="2000" dirty="0"/>
              <a:t>Vous </a:t>
            </a:r>
            <a:r>
              <a:rPr lang="en-US" sz="2000" dirty="0" err="1"/>
              <a:t>faîtes</a:t>
            </a:r>
            <a:r>
              <a:rPr lang="en-US" sz="2000" dirty="0"/>
              <a:t>  des </a:t>
            </a:r>
            <a:r>
              <a:rPr lang="en-US" sz="2000" dirty="0" err="1"/>
              <a:t>requêtes</a:t>
            </a:r>
            <a:r>
              <a:rPr lang="en-US" sz="2000" dirty="0"/>
              <a:t> </a:t>
            </a:r>
            <a:r>
              <a:rPr lang="en-US" sz="2000" dirty="0" err="1"/>
              <a:t>dynamiques</a:t>
            </a:r>
            <a:r>
              <a:rPr lang="en-US" sz="2000" dirty="0"/>
              <a:t> </a:t>
            </a:r>
            <a:r>
              <a:rPr lang="en-US" sz="2000" dirty="0" err="1"/>
              <a:t>compliquées</a:t>
            </a:r>
            <a:endParaRPr sz="2000"/>
          </a:p>
          <a:p>
            <a:pPr marL="0" lvl="0" indent="0">
              <a:spcBef>
                <a:spcPts val="667"/>
              </a:spcBef>
              <a:buSzPts val="1100"/>
              <a:buNone/>
            </a:pPr>
            <a:endParaRPr sz="2000" dirty="0">
              <a:solidFill>
                <a:srgbClr val="000000"/>
              </a:solidFill>
              <a:ea typeface="Consolas"/>
            </a:endParaRPr>
          </a:p>
        </p:txBody>
      </p:sp>
      <p:sp>
        <p:nvSpPr>
          <p:cNvPr id="303" name="Shape 303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C4F1FBEB-92AC-7399-A9B7-8FEC14F1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>
            <a:extLst>
              <a:ext uri="{FF2B5EF4-FFF2-40B4-BE49-F238E27FC236}">
                <a16:creationId xmlns:a16="http://schemas.microsoft.com/office/drawing/2014/main" id="{DF843EE2-2493-5A6A-1D1D-830BDDF2B0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Format </a:t>
            </a:r>
            <a:r>
              <a:rPr lang="fr" sz="3600" b="1" dirty="0" err="1">
                <a:solidFill>
                  <a:schemeClr val="bg1"/>
                </a:solidFill>
                <a:latin typeface="Fira Sans Extra Condensed"/>
              </a:rPr>
              <a:t>SQLiteDatabase.rawQuery</a:t>
            </a: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02" name="Shape 302">
            <a:extLst>
              <a:ext uri="{FF2B5EF4-FFF2-40B4-BE49-F238E27FC236}">
                <a16:creationId xmlns:a16="http://schemas.microsoft.com/office/drawing/2014/main" id="{0115273A-D111-B950-C742-2D00997936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667"/>
              </a:spcBef>
              <a:spcAft>
                <a:spcPts val="0"/>
              </a:spcAft>
              <a:buNone/>
            </a:pPr>
            <a:r>
              <a:rPr lang="fr" sz="185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rawQuery</a:t>
            </a:r>
            <a:r>
              <a:rPr lang="fr" sz="185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(String </a:t>
            </a:r>
            <a:r>
              <a:rPr lang="fr" sz="185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sql</a:t>
            </a:r>
            <a:r>
              <a:rPr lang="fr" sz="185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String[] </a:t>
            </a:r>
            <a:r>
              <a:rPr lang="fr" sz="185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selectionArgs</a:t>
            </a:r>
            <a:r>
              <a:rPr lang="fr" sz="185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5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08965" lvl="0" indent="-507365" rtl="0">
              <a:spcBef>
                <a:spcPts val="1333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fr" sz="1850" dirty="0">
                <a:solidFill>
                  <a:srgbClr val="000000"/>
                </a:solidFill>
              </a:rPr>
              <a:t>Le premier paramètre est une chaîne de requête SQLite.</a:t>
            </a:r>
            <a:endParaRPr sz="1850" dirty="0">
              <a:solidFill>
                <a:srgbClr val="000000"/>
              </a:solidFill>
            </a:endParaRPr>
          </a:p>
          <a:p>
            <a:pPr marL="608965" lvl="0" indent="-507365" rtl="0">
              <a:spcBef>
                <a:spcPts val="1333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fr" sz="1850" dirty="0">
                <a:solidFill>
                  <a:srgbClr val="000000"/>
                </a:solidFill>
              </a:rPr>
              <a:t>Le deuxième paramètre contient les arguments</a:t>
            </a:r>
            <a:endParaRPr sz="1850" dirty="0">
              <a:solidFill>
                <a:srgbClr val="000000"/>
              </a:solidFill>
            </a:endParaRPr>
          </a:p>
          <a:p>
            <a:pPr marL="608965" indent="-507365">
              <a:spcBef>
                <a:spcPts val="1333"/>
              </a:spcBef>
              <a:buChar char="●"/>
            </a:pPr>
            <a:r>
              <a:rPr lang="fr" sz="1850" dirty="0"/>
              <a:t>Utilisée uniquement quand les données</a:t>
            </a:r>
            <a:r>
              <a:rPr lang="fr" sz="1850" dirty="0">
                <a:solidFill>
                  <a:srgbClr val="000000"/>
                </a:solidFill>
              </a:rPr>
              <a:t> </a:t>
            </a:r>
            <a:r>
              <a:rPr lang="fr" sz="1850" dirty="0"/>
              <a:t>sont internes, et qu'il n'y a aucun input utilisateur</a:t>
            </a:r>
          </a:p>
          <a:p>
            <a:pPr marL="608965" indent="-507365">
              <a:spcBef>
                <a:spcPts val="1333"/>
              </a:spcBef>
              <a:buChar char="●"/>
            </a:pPr>
            <a:r>
              <a:rPr lang="fr" sz="1850" dirty="0"/>
              <a:t>⚠️ Sinon → risque SQL injection</a:t>
            </a:r>
            <a:r>
              <a:rPr lang="fr" sz="1850" dirty="0">
                <a:solidFill>
                  <a:srgbClr val="000000"/>
                </a:solidFill>
              </a:rPr>
              <a:t>.</a:t>
            </a:r>
            <a:endParaRPr lang="fr" dirty="0"/>
          </a:p>
          <a:p>
            <a:pPr marL="608965" lvl="0" indent="-507365">
              <a:spcBef>
                <a:spcPts val="1333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endParaRPr lang="fr" sz="18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lvl="0" indent="0" rtl="0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667"/>
              </a:spcBef>
              <a:spcAft>
                <a:spcPts val="267"/>
              </a:spcAft>
              <a:buNone/>
            </a:pPr>
            <a:endParaRPr sz="1467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" name="Shape 303">
            <a:extLst>
              <a:ext uri="{FF2B5EF4-FFF2-40B4-BE49-F238E27FC236}">
                <a16:creationId xmlns:a16="http://schemas.microsoft.com/office/drawing/2014/main" id="{2276FA5A-DA76-294F-A75E-C7B8F49E37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62461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Exemple de </a:t>
            </a:r>
            <a:r>
              <a:rPr lang="fr" sz="3600" b="1" dirty="0" err="1">
                <a:solidFill>
                  <a:schemeClr val="bg1"/>
                </a:solidFill>
                <a:latin typeface="Fira Sans Extra Condensed"/>
              </a:rPr>
              <a:t>SQLiteDatabase.rawQuery</a:t>
            </a: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09" name="Shape 309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buNone/>
            </a:pPr>
            <a:endParaRPr lang="en-US" sz="2400" dirty="0"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lang="en-US" sz="2400" dirty="0">
                <a:latin typeface="Consolas"/>
                <a:ea typeface="Consolas"/>
                <a:cs typeface="Consolas"/>
                <a:sym typeface="Consolas"/>
              </a:rPr>
              <a:t>String query = "SELECT" + "</a:t>
            </a:r>
            <a:r>
              <a:rPr lang="en-US" sz="2400" dirty="0" err="1">
                <a:latin typeface="Consolas"/>
                <a:ea typeface="Consolas"/>
                <a:cs typeface="Consolas"/>
                <a:sym typeface="Consolas"/>
              </a:rPr>
              <a:t>centre</a:t>
            </a:r>
            <a:r>
              <a:rPr lang="en-US" sz="2400" dirty="0">
                <a:latin typeface="Consolas"/>
                <a:ea typeface="Consolas"/>
                <a:cs typeface="Consolas"/>
                <a:sym typeface="Consolas"/>
              </a:rPr>
              <a:t>, COUNT(*)"+  FROM " + WORD_LIST_TABLE +</a:t>
            </a:r>
            <a:endParaRPr lang="en-US" sz="2400" dirty="0"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lang="en-US" sz="2400" dirty="0">
                <a:latin typeface="Consolas"/>
                <a:ea typeface="Consolas"/>
                <a:cs typeface="Consolas"/>
                <a:sym typeface="Consolas"/>
              </a:rPr>
              <a:t>" ORDER BY " + KEY_WORD + " ASC " +</a:t>
            </a:r>
            <a:endParaRPr lang="en-US" sz="2400" dirty="0"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lang="en-US" sz="2400" dirty="0">
                <a:latin typeface="Consolas"/>
                <a:ea typeface="Consolas"/>
                <a:cs typeface="Consolas"/>
                <a:sym typeface="Consolas"/>
              </a:rPr>
              <a:t>"LIMIT " + position + ",1";</a:t>
            </a:r>
            <a:endParaRPr lang="en-US" sz="2400" dirty="0">
              <a:latin typeface="Consolas"/>
              <a:ea typeface="Consolas"/>
              <a:cs typeface="Consolas"/>
            </a:endParaRPr>
          </a:p>
          <a:p>
            <a:pPr marL="0" lvl="0" indent="0">
              <a:buNone/>
            </a:pPr>
            <a:endParaRPr lang="en-US"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cursor = </a:t>
            </a:r>
            <a:r>
              <a:rPr lang="en-US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mReadableDB.rawQuery</a:t>
            </a:r>
            <a:r>
              <a:rPr lang="en-US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queryString</a:t>
            </a:r>
            <a:r>
              <a:rPr lang="en-US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null);</a:t>
            </a:r>
          </a:p>
          <a:p>
            <a:pPr marL="0" indent="0">
              <a:buNone/>
            </a:pPr>
            <a:endParaRPr lang="en-US"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lvl="0" indent="0">
              <a:buNone/>
            </a:pPr>
            <a:endParaRPr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10" name="Shape 310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E873BD2B-F0C6-987C-ACC4-D42CCA20B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>
            <a:extLst>
              <a:ext uri="{FF2B5EF4-FFF2-40B4-BE49-F238E27FC236}">
                <a16:creationId xmlns:a16="http://schemas.microsoft.com/office/drawing/2014/main" id="{312551B0-0C4A-8C14-BF5C-2445685AC5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Exemple de </a:t>
            </a:r>
            <a:r>
              <a:rPr lang="fr" sz="3600" b="1" dirty="0" err="1">
                <a:solidFill>
                  <a:schemeClr val="bg1"/>
                </a:solidFill>
                <a:latin typeface="Fira Sans Extra Condensed"/>
              </a:rPr>
              <a:t>SQLiteDatabase.rawQuery</a:t>
            </a: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09" name="Shape 309">
            <a:extLst>
              <a:ext uri="{FF2B5EF4-FFF2-40B4-BE49-F238E27FC236}">
                <a16:creationId xmlns:a16="http://schemas.microsoft.com/office/drawing/2014/main" id="{23F8727C-E496-C97A-6C24-C79815651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8965" indent="-507365">
              <a:buNone/>
            </a:pPr>
            <a:r>
              <a:rPr lang="en-US" sz="2400" dirty="0"/>
              <a:t>Cursor</a:t>
            </a:r>
            <a:r>
              <a:rPr lang="en-US" sz="2400" dirty="0">
                <a:sym typeface="Consolas"/>
              </a:rPr>
              <a:t> c = </a:t>
            </a:r>
            <a:r>
              <a:rPr lang="en-US" sz="2400" dirty="0" err="1">
                <a:sym typeface="Consolas"/>
              </a:rPr>
              <a:t>db.rawQuery</a:t>
            </a:r>
            <a:r>
              <a:rPr lang="en-US" sz="2400" dirty="0">
                <a:sym typeface="Consolas"/>
              </a:rPr>
              <a:t>(</a:t>
            </a:r>
            <a:endParaRPr lang="fr-FR" dirty="0"/>
          </a:p>
          <a:p>
            <a:pPr marL="608965" indent="-507365">
              <a:buNone/>
            </a:pPr>
            <a:r>
              <a:rPr lang="en-US" sz="2400" dirty="0">
                <a:ea typeface="Consolas"/>
                <a:sym typeface="Consolas"/>
              </a:rPr>
              <a:t>    "SELECT * FROM </a:t>
            </a:r>
            <a:r>
              <a:rPr lang="en-US" sz="2400" dirty="0" err="1">
                <a:ea typeface="Consolas"/>
                <a:sym typeface="Consolas"/>
              </a:rPr>
              <a:t>Evenement</a:t>
            </a:r>
            <a:r>
              <a:rPr lang="en-US" sz="2400" dirty="0">
                <a:ea typeface="Consolas"/>
                <a:sym typeface="Consolas"/>
              </a:rPr>
              <a:t> WHERE </a:t>
            </a:r>
            <a:r>
              <a:rPr lang="en-US" sz="2400" dirty="0" err="1">
                <a:ea typeface="Consolas"/>
                <a:sym typeface="Consolas"/>
              </a:rPr>
              <a:t>favori</a:t>
            </a:r>
            <a:r>
              <a:rPr lang="en-US" sz="2400" dirty="0">
                <a:ea typeface="Consolas"/>
                <a:sym typeface="Consolas"/>
              </a:rPr>
              <a:t> = ?",</a:t>
            </a:r>
            <a:endParaRPr lang="en-US" dirty="0"/>
          </a:p>
          <a:p>
            <a:pPr marL="608965" indent="-507365">
              <a:buNone/>
            </a:pPr>
            <a:r>
              <a:rPr lang="en-US" sz="2400" dirty="0">
                <a:ea typeface="Consolas"/>
                <a:sym typeface="Consolas"/>
              </a:rPr>
              <a:t>    new String[]{"1"}</a:t>
            </a:r>
            <a:endParaRPr lang="en-US"/>
          </a:p>
          <a:p>
            <a:pPr marL="608965" indent="-507365">
              <a:buNone/>
            </a:pPr>
            <a:r>
              <a:rPr lang="en-US" sz="2400" dirty="0">
                <a:ea typeface="Consolas"/>
                <a:sym typeface="Consolas"/>
              </a:rPr>
              <a:t>);</a:t>
            </a:r>
            <a:endParaRPr lang="en-US" dirty="0"/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</a:rPr>
              <a:t>👉 </a:t>
            </a:r>
            <a:r>
              <a:rPr lang="en-US" sz="2400" dirty="0" err="1">
                <a:solidFill>
                  <a:schemeClr val="dk1"/>
                </a:solidFill>
              </a:rPr>
              <a:t>Ici</a:t>
            </a:r>
            <a:r>
              <a:rPr lang="en-US" sz="2400" dirty="0">
                <a:solidFill>
                  <a:schemeClr val="dk1"/>
                </a:solidFill>
              </a:rPr>
              <a:t> :</a:t>
            </a:r>
            <a:endParaRPr lang="en-US" dirty="0">
              <a:solidFill>
                <a:schemeClr val="dk1"/>
              </a:solidFill>
            </a:endParaRPr>
          </a:p>
          <a:p>
            <a:pPr marL="1066800" lvl="1" indent="-457200">
              <a:buSzPts val="2400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Consolas"/>
              </a:rPr>
              <a:t>?</a:t>
            </a:r>
            <a:r>
              <a:rPr lang="en-US" sz="2400" dirty="0">
                <a:solidFill>
                  <a:schemeClr val="dk1"/>
                </a:solidFill>
              </a:rPr>
              <a:t> est </a:t>
            </a:r>
            <a:r>
              <a:rPr lang="en-US" sz="2400" dirty="0" err="1">
                <a:solidFill>
                  <a:schemeClr val="dk1"/>
                </a:solidFill>
              </a:rPr>
              <a:t>remplacé</a:t>
            </a:r>
            <a:r>
              <a:rPr lang="en-US" sz="2400" dirty="0">
                <a:solidFill>
                  <a:schemeClr val="dk1"/>
                </a:solidFill>
              </a:rPr>
              <a:t> par </a:t>
            </a:r>
            <a:r>
              <a:rPr lang="en-US" sz="2400" dirty="0">
                <a:solidFill>
                  <a:schemeClr val="dk1"/>
                </a:solidFill>
                <a:latin typeface="Consolas"/>
              </a:rPr>
              <a:t>"1"</a:t>
            </a:r>
            <a:endParaRPr lang="en-US" dirty="0">
              <a:solidFill>
                <a:schemeClr val="dk1"/>
              </a:solidFill>
            </a:endParaRPr>
          </a:p>
          <a:p>
            <a:pPr marL="1066800" lvl="1" indent="-457200">
              <a:buSzPts val="2400"/>
              <a:buAutoNum type="arabicPeriod"/>
            </a:pPr>
            <a:r>
              <a:rPr lang="en-US" sz="2400" dirty="0" err="1">
                <a:solidFill>
                  <a:schemeClr val="dk1"/>
                </a:solidFill>
                <a:latin typeface="Consolas"/>
              </a:rPr>
              <a:t>selectionArgs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b="1" dirty="0">
                <a:solidFill>
                  <a:schemeClr val="dk1"/>
                </a:solidFill>
              </a:rPr>
              <a:t>NE DOIT PAS </a:t>
            </a:r>
            <a:r>
              <a:rPr lang="en-US" sz="2400" b="1" dirty="0" err="1">
                <a:solidFill>
                  <a:schemeClr val="dk1"/>
                </a:solidFill>
              </a:rPr>
              <a:t>être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>
                <a:solidFill>
                  <a:schemeClr val="dk1"/>
                </a:solidFill>
                <a:latin typeface="Consolas"/>
              </a:rPr>
              <a:t>null</a:t>
            </a:r>
            <a:endParaRPr lang="en-US" dirty="0">
              <a:solidFill>
                <a:schemeClr val="dk1"/>
              </a:solidFill>
            </a:endParaRPr>
          </a:p>
          <a:p>
            <a:pPr marL="1066800" lvl="1" indent="-457200">
              <a:buAutoNum type="arabicPeriod"/>
            </a:pPr>
            <a:endParaRPr lang="en-US" sz="2400" dirty="0">
              <a:solidFill>
                <a:schemeClr val="dk1"/>
              </a:solidFill>
            </a:endParaRPr>
          </a:p>
          <a:p>
            <a:pPr marL="609600" lvl="1" indent="0">
              <a:buNone/>
            </a:pPr>
            <a:r>
              <a:rPr lang="en-US" sz="2400" dirty="0" err="1">
                <a:solidFill>
                  <a:schemeClr val="dk1"/>
                </a:solidFill>
              </a:rPr>
              <a:t>Équivalent</a:t>
            </a:r>
            <a:r>
              <a:rPr lang="en-US" sz="2400" dirty="0">
                <a:solidFill>
                  <a:schemeClr val="dk1"/>
                </a:solidFill>
              </a:rPr>
              <a:t> SQL final :</a:t>
            </a:r>
            <a:endParaRPr lang="en-US" sz="185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  <a:latin typeface="Consolas"/>
              </a:rPr>
              <a:t>SELECT * FROM </a:t>
            </a:r>
            <a:r>
              <a:rPr lang="en-US" sz="2400" dirty="0" err="1">
                <a:solidFill>
                  <a:schemeClr val="dk1"/>
                </a:solidFill>
                <a:latin typeface="Consolas"/>
              </a:rPr>
              <a:t>Evenement</a:t>
            </a:r>
            <a:r>
              <a:rPr lang="en-US" sz="2400" dirty="0">
                <a:solidFill>
                  <a:schemeClr val="dk1"/>
                </a:solidFill>
                <a:latin typeface="Consolas"/>
              </a:rPr>
              <a:t> WHERE </a:t>
            </a:r>
            <a:r>
              <a:rPr lang="en-US" sz="2400" dirty="0" err="1">
                <a:solidFill>
                  <a:schemeClr val="dk1"/>
                </a:solidFill>
                <a:latin typeface="Consolas"/>
              </a:rPr>
              <a:t>favori</a:t>
            </a:r>
            <a:r>
              <a:rPr lang="en-US" sz="2400" dirty="0">
                <a:solidFill>
                  <a:schemeClr val="dk1"/>
                </a:solidFill>
                <a:latin typeface="Consolas"/>
              </a:rPr>
              <a:t> = 1;</a:t>
            </a:r>
            <a:endParaRPr lang="en-US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endParaRPr lang="en-US"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10" name="Shape 310">
            <a:extLst>
              <a:ext uri="{FF2B5EF4-FFF2-40B4-BE49-F238E27FC236}">
                <a16:creationId xmlns:a16="http://schemas.microsoft.com/office/drawing/2014/main" id="{EC5425AC-D976-CE36-3B66-D548DDA64D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77766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52CC6A23-A90E-669E-D02D-B862E721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>
            <a:extLst>
              <a:ext uri="{FF2B5EF4-FFF2-40B4-BE49-F238E27FC236}">
                <a16:creationId xmlns:a16="http://schemas.microsoft.com/office/drawing/2014/main" id="{E37042D0-392D-78F3-F6E8-94435CC3AE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7283"/>
            <a:ext cx="10972800" cy="495200"/>
          </a:xfr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700" b="1">
                <a:solidFill>
                  <a:schemeClr val="bg1"/>
                </a:solidFill>
              </a:rPr>
              <a:t>Exemple de </a:t>
            </a:r>
            <a:r>
              <a:rPr lang="fr-FR" sz="1700" b="1" err="1">
                <a:solidFill>
                  <a:schemeClr val="bg1"/>
                </a:solidFill>
              </a:rPr>
              <a:t>SQLiteDatabase.rawQuery</a:t>
            </a:r>
            <a:r>
              <a:rPr lang="fr-FR" sz="1700" b="1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310" name="Shape 310" hidden="1">
            <a:extLst>
              <a:ext uri="{FF2B5EF4-FFF2-40B4-BE49-F238E27FC236}">
                <a16:creationId xmlns:a16="http://schemas.microsoft.com/office/drawing/2014/main" id="{C17D82A2-EA72-9C48-1ED5-A68137118ED9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45</a:t>
            </a:fld>
            <a:endParaRPr lang="fr-FR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5D56F5F1-CB25-6ECE-42BD-E91BB4D1019D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500098"/>
          <a:ext cx="10972801" cy="2845872"/>
        </p:xfrm>
        <a:graphic>
          <a:graphicData uri="http://schemas.openxmlformats.org/drawingml/2006/table">
            <a:tbl>
              <a:tblPr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6272702">
                  <a:extLst>
                    <a:ext uri="{9D8B030D-6E8A-4147-A177-3AD203B41FA5}">
                      <a16:colId xmlns:a16="http://schemas.microsoft.com/office/drawing/2014/main" val="272175254"/>
                    </a:ext>
                  </a:extLst>
                </a:gridCol>
                <a:gridCol w="4700099">
                  <a:extLst>
                    <a:ext uri="{9D8B030D-6E8A-4147-A177-3AD203B41FA5}">
                      <a16:colId xmlns:a16="http://schemas.microsoft.com/office/drawing/2014/main" val="443862059"/>
                    </a:ext>
                  </a:extLst>
                </a:gridCol>
              </a:tblGrid>
              <a:tr h="711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300" cap="none" spc="0">
                          <a:solidFill>
                            <a:schemeClr val="tx1"/>
                          </a:solidFill>
                        </a:rPr>
                        <a:t>Requête</a:t>
                      </a:r>
                    </a:p>
                  </a:txBody>
                  <a:tcPr marL="121470" marR="173529" marT="34706" marB="260293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300" cap="none" spc="0">
                          <a:solidFill>
                            <a:schemeClr val="tx1"/>
                          </a:solidFill>
                        </a:rPr>
                        <a:t>2ᵉ paramètre</a:t>
                      </a:r>
                    </a:p>
                  </a:txBody>
                  <a:tcPr marL="121470" marR="173529" marT="34706" marB="2602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68841"/>
                  </a:ext>
                </a:extLst>
              </a:tr>
              <a:tr h="711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3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"SELECT * FROM Evenement"</a:t>
                      </a:r>
                      <a:endParaRPr lang="fr-FR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470" marR="173529" marT="34706" marB="260293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3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null</a:t>
                      </a:r>
                      <a:endParaRPr lang="fr-FR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470" marR="173529" marT="34706" marB="2602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032063"/>
                  </a:ext>
                </a:extLst>
              </a:tr>
              <a:tr h="711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3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"WHERE id = ?"</a:t>
                      </a:r>
                      <a:endParaRPr lang="fr-FR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470" marR="173529" marT="34706" marB="260293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3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new String[]{"1"}</a:t>
                      </a:r>
                      <a:endParaRPr lang="fr-FR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470" marR="173529" marT="34706" marB="2602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258725"/>
                  </a:ext>
                </a:extLst>
              </a:tr>
              <a:tr h="711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3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"WHERE centre = ? AND favori = ?"</a:t>
                      </a:r>
                      <a:endParaRPr lang="fr-FR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470" marR="173529" marT="34706" marB="260293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3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new String[]{"Casa","1"}</a:t>
                      </a:r>
                      <a:endParaRPr lang="fr-FR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470" marR="173529" marT="34706" marB="2602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138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1822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ACAC0-BB78-263A-44BF-ECFC50BE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81781DB-D780-19D7-548C-915820273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3" y="4648200"/>
            <a:ext cx="10933081" cy="806800"/>
          </a:xfrm>
        </p:spPr>
        <p:txBody>
          <a:bodyPr/>
          <a:lstStyle/>
          <a:p>
            <a:pPr marL="608965" indent="-304165"/>
            <a:r>
              <a:rPr lang="en-US" sz="3200" dirty="0">
                <a:latin typeface="Arial Narrow"/>
                <a:cs typeface="Arial Narrow"/>
              </a:rPr>
              <a:t>7-2. </a:t>
            </a:r>
            <a:r>
              <a:rPr lang="en-US" sz="3200" dirty="0" err="1">
                <a:latin typeface="Arial Narrow"/>
                <a:cs typeface="Arial"/>
              </a:rPr>
              <a:t>Méthodes</a:t>
            </a:r>
            <a:r>
              <a:rPr lang="en-US" sz="3200" dirty="0">
                <a:latin typeface="Arial Narrow"/>
                <a:cs typeface="Arial"/>
              </a:rPr>
              <a:t> </a:t>
            </a:r>
            <a:r>
              <a:rPr lang="en-US" sz="3200" dirty="0" err="1">
                <a:latin typeface="Arial Narrow"/>
                <a:cs typeface="Arial"/>
              </a:rPr>
              <a:t>Insérer</a:t>
            </a:r>
            <a:r>
              <a:rPr lang="en-US" sz="3200" dirty="0">
                <a:latin typeface="Arial Narrow"/>
                <a:cs typeface="Arial"/>
              </a:rPr>
              <a:t>, </a:t>
            </a:r>
            <a:r>
              <a:rPr lang="en-US" sz="3200" dirty="0" err="1">
                <a:latin typeface="Arial Narrow"/>
                <a:cs typeface="Arial"/>
              </a:rPr>
              <a:t>Supprimer</a:t>
            </a:r>
            <a:r>
              <a:rPr lang="en-US" sz="3200" dirty="0">
                <a:latin typeface="Arial Narrow"/>
                <a:cs typeface="Arial"/>
              </a:rPr>
              <a:t>, Mettre à jour, </a:t>
            </a:r>
            <a:r>
              <a:rPr lang="en-US" sz="3200" dirty="0" err="1">
                <a:latin typeface="Arial Narrow"/>
                <a:cs typeface="Arial"/>
              </a:rPr>
              <a:t>Compter</a:t>
            </a:r>
            <a:endParaRPr lang="ar-MA" sz="4400" dirty="0" err="1"/>
          </a:p>
        </p:txBody>
      </p:sp>
    </p:spTree>
    <p:extLst>
      <p:ext uri="{BB962C8B-B14F-4D97-AF65-F5344CB8AC3E}">
        <p14:creationId xmlns:p14="http://schemas.microsoft.com/office/powerpoint/2010/main" val="11642916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336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format d'insertion()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37" name="Shape 337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long </a:t>
            </a:r>
            <a:r>
              <a:rPr lang="fr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insert</a:t>
            </a: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(String table, String </a:t>
            </a:r>
            <a:r>
              <a:rPr lang="fr" sz="18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nullColumnHack</a:t>
            </a: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8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533"/>
              </a:spcBef>
              <a:spcAft>
                <a:spcPts val="0"/>
              </a:spcAft>
              <a:buNone/>
            </a:pP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Valeurs de </a:t>
            </a:r>
            <a:r>
              <a:rPr lang="fr" sz="18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ContentValues</a:t>
            </a: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08965" lvl="0" indent="-456565" rtl="0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2400" dirty="0">
                <a:solidFill>
                  <a:schemeClr val="dk1"/>
                </a:solidFill>
              </a:rPr>
              <a:t>Le premier argument est le nom de la table.</a:t>
            </a:r>
            <a:endParaRPr sz="2400" dirty="0">
              <a:solidFill>
                <a:schemeClr val="dk1"/>
              </a:solidFill>
            </a:endParaRPr>
          </a:p>
          <a:p>
            <a:pPr marL="608965" lvl="0" indent="-45656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fr" sz="2400" dirty="0">
                <a:solidFill>
                  <a:schemeClr val="dk1"/>
                </a:solidFill>
              </a:rPr>
              <a:t>Le deuxième argument est une 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chaîne </a:t>
            </a: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nullColumnHack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fr" sz="2400" dirty="0">
                <a:solidFill>
                  <a:schemeClr val="dk1"/>
                </a:solidFill>
              </a:rPr>
              <a:t>.</a:t>
            </a:r>
            <a:endParaRPr sz="2400" dirty="0">
              <a:solidFill>
                <a:schemeClr val="dk1"/>
              </a:solidFill>
            </a:endParaRPr>
          </a:p>
          <a:p>
            <a:pPr marL="1218565" lvl="1" indent="-45656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fr" sz="2400" dirty="0">
                <a:solidFill>
                  <a:schemeClr val="dk1"/>
                </a:solidFill>
              </a:rPr>
              <a:t>Solution de contournement permettant d'insérer des lignes vides</a:t>
            </a:r>
            <a:endParaRPr sz="2400" dirty="0">
              <a:solidFill>
                <a:schemeClr val="dk1"/>
              </a:solidFill>
            </a:endParaRPr>
          </a:p>
          <a:p>
            <a:pPr marL="1218565" lvl="1" indent="-45656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fr" sz="2400" dirty="0">
                <a:solidFill>
                  <a:schemeClr val="dk1"/>
                </a:solidFill>
              </a:rPr>
              <a:t>Utilisez </a:t>
            </a: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 sz="2400" dirty="0" err="1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608965" lvl="0" indent="-45656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2400" dirty="0">
                <a:solidFill>
                  <a:schemeClr val="dk1"/>
                </a:solidFill>
              </a:rPr>
              <a:t>Le troisième argument doit être un </a:t>
            </a:r>
            <a:r>
              <a:rPr lang="fr" sz="2400" u="sng" dirty="0">
                <a:solidFill>
                  <a:srgbClr val="1155CC"/>
                </a:solidFill>
                <a:hlinkClick r:id="rId3"/>
              </a:rPr>
              <a:t>ContentValues </a:t>
            </a:r>
            <a:r>
              <a:rPr lang="fr" sz="2400" dirty="0">
                <a:solidFill>
                  <a:schemeClr val="dk1"/>
                </a:solidFill>
              </a:rPr>
              <a:t>contenant les valeurs de la ligne.</a:t>
            </a:r>
            <a:endParaRPr sz="2400" dirty="0">
              <a:solidFill>
                <a:schemeClr val="dk1"/>
              </a:solidFill>
            </a:endParaRPr>
          </a:p>
          <a:p>
            <a:pPr marL="608965" lvl="0" indent="-45656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2400" dirty="0">
                <a:solidFill>
                  <a:schemeClr val="dk1"/>
                </a:solidFill>
              </a:rPr>
              <a:t>Renvoie l'identifiant de l'élément nouvellement inséré</a:t>
            </a:r>
            <a:endParaRPr sz="2400" dirty="0">
              <a:solidFill>
                <a:schemeClr val="dk1"/>
              </a:solidFill>
            </a:endParaRPr>
          </a:p>
          <a:p>
            <a:pPr marL="0" lvl="0" indent="0" rtl="0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667"/>
              </a:spcBef>
              <a:spcAft>
                <a:spcPts val="267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8" name="Shape 338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47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>
          <a:extLst>
            <a:ext uri="{FF2B5EF4-FFF2-40B4-BE49-F238E27FC236}">
              <a16:creationId xmlns:a16="http://schemas.microsoft.com/office/drawing/2014/main" id="{8D085616-D090-4BA2-3F40-8105E1205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336">
            <a:extLst>
              <a:ext uri="{FF2B5EF4-FFF2-40B4-BE49-F238E27FC236}">
                <a16:creationId xmlns:a16="http://schemas.microsoft.com/office/drawing/2014/main" id="{1B31714C-8EAD-9A8B-4DB8-B33DA4C16E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format d'insertion()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37" name="Shape 337">
            <a:extLst>
              <a:ext uri="{FF2B5EF4-FFF2-40B4-BE49-F238E27FC236}">
                <a16:creationId xmlns:a16="http://schemas.microsoft.com/office/drawing/2014/main" id="{34B5427D-75C2-C5CD-F942-F9A4A27034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long </a:t>
            </a:r>
            <a:r>
              <a:rPr lang="fr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insert</a:t>
            </a: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(String table, String </a:t>
            </a:r>
            <a:r>
              <a:rPr lang="fr" sz="18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nullColumnHack</a:t>
            </a: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8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533"/>
              </a:spcBef>
              <a:spcAft>
                <a:spcPts val="0"/>
              </a:spcAft>
              <a:buNone/>
            </a:pP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Valeurs de </a:t>
            </a:r>
            <a:r>
              <a:rPr lang="fr" sz="18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ContentValues</a:t>
            </a: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spcBef>
                <a:spcPts val="533"/>
              </a:spcBef>
              <a:buNone/>
            </a:pPr>
            <a:endParaRPr lang="fr" sz="1850" dirty="0">
              <a:solidFill>
                <a:schemeClr val="dk1"/>
              </a:solidFill>
              <a:latin typeface="Consolas"/>
            </a:endParaRPr>
          </a:p>
          <a:p>
            <a:pPr marL="0" indent="0">
              <a:spcBef>
                <a:spcPts val="533"/>
              </a:spcBef>
              <a:buNone/>
            </a:pPr>
            <a:endParaRPr lang="fr" sz="1850" dirty="0">
              <a:solidFill>
                <a:schemeClr val="dk1"/>
              </a:solidFill>
              <a:latin typeface="Consolas"/>
            </a:endParaRPr>
          </a:p>
          <a:p>
            <a:pPr marL="608965" indent="-507365">
              <a:buNone/>
            </a:pPr>
            <a:r>
              <a:rPr lang="en-US" sz="2000" dirty="0">
                <a:solidFill>
                  <a:schemeClr val="dk1"/>
                </a:solidFill>
              </a:rPr>
              <a:t>👉 </a:t>
            </a:r>
            <a:r>
              <a:rPr lang="en-US" sz="2000" b="1" dirty="0" err="1">
                <a:solidFill>
                  <a:schemeClr val="dk1"/>
                </a:solidFill>
                <a:latin typeface="Consolas"/>
              </a:rPr>
              <a:t>nullColumnHack</a:t>
            </a:r>
            <a:r>
              <a:rPr lang="en-US" sz="2000" b="1" dirty="0">
                <a:solidFill>
                  <a:schemeClr val="dk1"/>
                </a:solidFill>
              </a:rPr>
              <a:t> est un “</a:t>
            </a:r>
            <a:r>
              <a:rPr lang="en-US" sz="2000" b="1" dirty="0" err="1">
                <a:solidFill>
                  <a:schemeClr val="dk1"/>
                </a:solidFill>
              </a:rPr>
              <a:t>truc</a:t>
            </a:r>
            <a:r>
              <a:rPr lang="en-US" sz="2000" b="1" dirty="0">
                <a:solidFill>
                  <a:schemeClr val="dk1"/>
                </a:solidFill>
              </a:rPr>
              <a:t> de secours”</a:t>
            </a:r>
            <a:br>
              <a:rPr lang="en-US" sz="2000" b="1" dirty="0"/>
            </a:br>
            <a:r>
              <a:rPr lang="en-US" sz="2000" b="1" dirty="0">
                <a:solidFill>
                  <a:schemeClr val="dk1"/>
                </a:solidFill>
              </a:rPr>
              <a:t> pour </a:t>
            </a:r>
            <a:r>
              <a:rPr lang="en-US" sz="2000" b="1" dirty="0" err="1">
                <a:solidFill>
                  <a:schemeClr val="dk1"/>
                </a:solidFill>
              </a:rPr>
              <a:t>permettre</a:t>
            </a:r>
            <a:r>
              <a:rPr lang="en-US" sz="2000" b="1" dirty="0">
                <a:solidFill>
                  <a:schemeClr val="dk1"/>
                </a:solidFill>
              </a:rPr>
              <a:t> à SQLite </a:t>
            </a:r>
            <a:r>
              <a:rPr lang="en-US" sz="2000" b="1" dirty="0" err="1">
                <a:solidFill>
                  <a:schemeClr val="dk1"/>
                </a:solidFill>
              </a:rPr>
              <a:t>d’insérer</a:t>
            </a:r>
            <a:r>
              <a:rPr lang="en-US" sz="2000" b="1" dirty="0">
                <a:solidFill>
                  <a:schemeClr val="dk1"/>
                </a:solidFill>
              </a:rPr>
              <a:t> </a:t>
            </a:r>
            <a:r>
              <a:rPr lang="en-US" sz="2000" b="1" dirty="0" err="1">
                <a:solidFill>
                  <a:schemeClr val="dk1"/>
                </a:solidFill>
              </a:rPr>
              <a:t>une</a:t>
            </a:r>
            <a:r>
              <a:rPr lang="en-US" sz="2000" b="1" dirty="0">
                <a:solidFill>
                  <a:schemeClr val="dk1"/>
                </a:solidFill>
              </a:rPr>
              <a:t> </a:t>
            </a:r>
            <a:r>
              <a:rPr lang="en-US" sz="2000" b="1" dirty="0" err="1">
                <a:solidFill>
                  <a:schemeClr val="dk1"/>
                </a:solidFill>
              </a:rPr>
              <a:t>ligne</a:t>
            </a:r>
            <a:r>
              <a:rPr lang="en-US" sz="2000" b="1" dirty="0">
                <a:solidFill>
                  <a:schemeClr val="dk1"/>
                </a:solidFill>
              </a:rPr>
              <a:t> vide</a:t>
            </a:r>
            <a:r>
              <a:rPr lang="en-US" sz="2000" dirty="0">
                <a:solidFill>
                  <a:schemeClr val="dk1"/>
                </a:solidFill>
              </a:rPr>
              <a:t>.</a:t>
            </a:r>
          </a:p>
          <a:p>
            <a:pPr marL="608965" indent="-507365">
              <a:buNone/>
            </a:pPr>
            <a:r>
              <a:rPr lang="en-US" sz="2000" dirty="0">
                <a:solidFill>
                  <a:schemeClr val="dk1"/>
                </a:solidFill>
              </a:rPr>
              <a:t>SQLite </a:t>
            </a:r>
            <a:r>
              <a:rPr lang="en-US" sz="2000" b="1" dirty="0">
                <a:solidFill>
                  <a:schemeClr val="dk1"/>
                </a:solidFill>
              </a:rPr>
              <a:t>REFUSE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err="1">
                <a:solidFill>
                  <a:schemeClr val="dk1"/>
                </a:solidFill>
              </a:rPr>
              <a:t>d’insérer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err="1">
                <a:solidFill>
                  <a:schemeClr val="dk1"/>
                </a:solidFill>
              </a:rPr>
              <a:t>une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err="1">
                <a:solidFill>
                  <a:schemeClr val="dk1"/>
                </a:solidFill>
              </a:rPr>
              <a:t>ligne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err="1">
                <a:solidFill>
                  <a:schemeClr val="dk1"/>
                </a:solidFill>
              </a:rPr>
              <a:t>si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err="1">
                <a:solidFill>
                  <a:schemeClr val="dk1"/>
                </a:solidFill>
              </a:rPr>
              <a:t>aucune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err="1">
                <a:solidFill>
                  <a:schemeClr val="dk1"/>
                </a:solidFill>
              </a:rPr>
              <a:t>colonne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err="1">
                <a:solidFill>
                  <a:schemeClr val="dk1"/>
                </a:solidFill>
              </a:rPr>
              <a:t>n’est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err="1">
                <a:solidFill>
                  <a:schemeClr val="dk1"/>
                </a:solidFill>
              </a:rPr>
              <a:t>fournie</a:t>
            </a:r>
            <a:r>
              <a:rPr lang="en-US" sz="2000" dirty="0">
                <a:solidFill>
                  <a:schemeClr val="dk1"/>
                </a:solidFill>
              </a:rPr>
              <a:t>.</a:t>
            </a:r>
          </a:p>
          <a:p>
            <a:pPr marL="0" indent="0">
              <a:spcBef>
                <a:spcPts val="533"/>
              </a:spcBef>
              <a:buSzPts val="1100"/>
              <a:buNone/>
            </a:pPr>
            <a:endParaRPr lang="fr" sz="2400" dirty="0">
              <a:solidFill>
                <a:schemeClr val="dk1"/>
              </a:solidFill>
              <a:latin typeface="Consolas"/>
            </a:endParaRPr>
          </a:p>
          <a:p>
            <a:pPr marL="608965" lvl="0" indent="-45656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endParaRPr lang="fr" sz="2400" dirty="0">
              <a:solidFill>
                <a:schemeClr val="dk1"/>
              </a:solidFill>
            </a:endParaRPr>
          </a:p>
          <a:p>
            <a:pPr marL="0" lvl="0" indent="0" rtl="0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667"/>
              </a:spcBef>
              <a:spcAft>
                <a:spcPts val="267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8" name="Shape 338">
            <a:extLst>
              <a:ext uri="{FF2B5EF4-FFF2-40B4-BE49-F238E27FC236}">
                <a16:creationId xmlns:a16="http://schemas.microsoft.com/office/drawing/2014/main" id="{635B236F-3E0C-3446-82DF-6179B5DA29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48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33356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>
          <a:extLst>
            <a:ext uri="{FF2B5EF4-FFF2-40B4-BE49-F238E27FC236}">
              <a16:creationId xmlns:a16="http://schemas.microsoft.com/office/drawing/2014/main" id="{83E19D24-4A56-11C9-551F-3CADB80EB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336">
            <a:extLst>
              <a:ext uri="{FF2B5EF4-FFF2-40B4-BE49-F238E27FC236}">
                <a16:creationId xmlns:a16="http://schemas.microsoft.com/office/drawing/2014/main" id="{3FE7F2BD-A258-1194-BBDA-61EC6DD565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format d'insertion()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37" name="Shape 337">
            <a:extLst>
              <a:ext uri="{FF2B5EF4-FFF2-40B4-BE49-F238E27FC236}">
                <a16:creationId xmlns:a16="http://schemas.microsoft.com/office/drawing/2014/main" id="{F54B2C0C-1AC4-7E4E-F57F-A24711D8C8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long </a:t>
            </a:r>
            <a:r>
              <a:rPr lang="fr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insert</a:t>
            </a: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(String table, String </a:t>
            </a:r>
            <a:r>
              <a:rPr lang="fr" sz="18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nullColumnHack</a:t>
            </a: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8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533"/>
              </a:spcBef>
              <a:spcAft>
                <a:spcPts val="0"/>
              </a:spcAft>
              <a:buNone/>
            </a:pP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Valeurs de </a:t>
            </a:r>
            <a:r>
              <a:rPr lang="fr" sz="18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ContentValues</a:t>
            </a: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spcBef>
                <a:spcPts val="533"/>
              </a:spcBef>
              <a:buNone/>
            </a:pPr>
            <a:endParaRPr lang="fr" sz="1850" b="1" dirty="0">
              <a:solidFill>
                <a:srgbClr val="C00000"/>
              </a:solidFill>
              <a:latin typeface="Consolas"/>
            </a:endParaRPr>
          </a:p>
          <a:p>
            <a:pPr marL="608965" indent="-507365">
              <a:buNone/>
            </a:pPr>
            <a:r>
              <a:rPr lang="en-US" sz="1850" b="1" dirty="0">
                <a:solidFill>
                  <a:schemeClr val="accent2"/>
                </a:solidFill>
              </a:rPr>
              <a:t>À quoi </a:t>
            </a:r>
            <a:r>
              <a:rPr lang="en-US" sz="1850" b="1" dirty="0" err="1">
                <a:solidFill>
                  <a:schemeClr val="accent2"/>
                </a:solidFill>
              </a:rPr>
              <a:t>sert</a:t>
            </a:r>
            <a:r>
              <a:rPr lang="en-US" sz="1850" b="1" dirty="0">
                <a:solidFill>
                  <a:schemeClr val="accent2"/>
                </a:solidFill>
              </a:rPr>
              <a:t> </a:t>
            </a:r>
            <a:r>
              <a:rPr lang="en-US" sz="1850" b="1" dirty="0" err="1">
                <a:solidFill>
                  <a:schemeClr val="accent2"/>
                </a:solidFill>
                <a:latin typeface="Consolas"/>
              </a:rPr>
              <a:t>nullColumnHack</a:t>
            </a:r>
            <a:r>
              <a:rPr lang="en-US" sz="1850" b="1" dirty="0">
                <a:solidFill>
                  <a:schemeClr val="accent2"/>
                </a:solidFill>
              </a:rPr>
              <a:t> </a:t>
            </a:r>
            <a:r>
              <a:rPr lang="en-US" sz="1850" b="1" dirty="0" err="1">
                <a:solidFill>
                  <a:schemeClr val="accent2"/>
                </a:solidFill>
              </a:rPr>
              <a:t>exactement</a:t>
            </a:r>
            <a:r>
              <a:rPr lang="en-US" sz="1850" b="1" dirty="0">
                <a:solidFill>
                  <a:schemeClr val="accent2"/>
                </a:solidFill>
              </a:rPr>
              <a:t> ?</a:t>
            </a:r>
          </a:p>
          <a:p>
            <a:pPr marL="608965" indent="-507365">
              <a:buNone/>
            </a:pPr>
            <a:endParaRPr lang="en-US" sz="1850" b="1" dirty="0">
              <a:solidFill>
                <a:schemeClr val="accent2"/>
              </a:solidFill>
            </a:endParaRPr>
          </a:p>
          <a:p>
            <a:pPr marL="608965" indent="-507365">
              <a:buNone/>
            </a:pPr>
            <a:r>
              <a:rPr lang="en-US" sz="2000" dirty="0">
                <a:solidFill>
                  <a:schemeClr val="dk1"/>
                </a:solidFill>
                <a:latin typeface="Consolas"/>
              </a:rPr>
              <a:t>INSERT INTO </a:t>
            </a:r>
            <a:r>
              <a:rPr lang="en-US" sz="2000" dirty="0" err="1">
                <a:solidFill>
                  <a:schemeClr val="dk1"/>
                </a:solidFill>
                <a:latin typeface="Consolas"/>
              </a:rPr>
              <a:t>Evenement</a:t>
            </a:r>
            <a:r>
              <a:rPr lang="en-US" sz="2000" dirty="0">
                <a:solidFill>
                  <a:schemeClr val="dk1"/>
                </a:solidFill>
                <a:latin typeface="Consolas"/>
              </a:rPr>
              <a:t> VALUES ();</a:t>
            </a:r>
          </a:p>
          <a:p>
            <a:pPr marL="608965" indent="-507365">
              <a:buNone/>
            </a:pPr>
            <a:r>
              <a:rPr lang="en-US" sz="2000" dirty="0">
                <a:solidFill>
                  <a:schemeClr val="dk1"/>
                </a:solidFill>
              </a:rPr>
              <a:t>❌ </a:t>
            </a:r>
            <a:r>
              <a:rPr lang="en-US" sz="2000" dirty="0" err="1">
                <a:solidFill>
                  <a:schemeClr val="dk1"/>
                </a:solidFill>
              </a:rPr>
              <a:t>Erreur</a:t>
            </a:r>
            <a:r>
              <a:rPr lang="en-US" sz="2000" dirty="0">
                <a:solidFill>
                  <a:schemeClr val="dk1"/>
                </a:solidFill>
              </a:rPr>
              <a:t> SQL</a:t>
            </a:r>
            <a:endParaRPr lang="en-US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endParaRPr lang="en-US"/>
          </a:p>
          <a:p>
            <a:pPr marL="608965" indent="-507365">
              <a:buNone/>
            </a:pPr>
            <a:r>
              <a:rPr lang="en-US" sz="2000" dirty="0">
                <a:solidFill>
                  <a:schemeClr val="dk1"/>
                </a:solidFill>
              </a:rPr>
              <a:t>Mais Android doit </a:t>
            </a:r>
            <a:r>
              <a:rPr lang="en-US" sz="2000" dirty="0" err="1">
                <a:solidFill>
                  <a:schemeClr val="dk1"/>
                </a:solidFill>
              </a:rPr>
              <a:t>parfois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insérer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une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ligne</a:t>
            </a:r>
            <a:r>
              <a:rPr lang="en-US" sz="2000" dirty="0">
                <a:solidFill>
                  <a:schemeClr val="dk1"/>
                </a:solidFill>
              </a:rPr>
              <a:t> sans données</a:t>
            </a:r>
            <a:endParaRPr lang="en-US" dirty="0"/>
          </a:p>
          <a:p>
            <a:pPr marL="608965" indent="-507365">
              <a:buNone/>
            </a:pPr>
            <a:r>
              <a:rPr lang="en-US" sz="2000" dirty="0">
                <a:solidFill>
                  <a:schemeClr val="dk1"/>
                </a:solidFill>
              </a:rPr>
              <a:t>(ex: </a:t>
            </a:r>
            <a:r>
              <a:rPr lang="en-US" sz="2000" dirty="0" err="1">
                <a:solidFill>
                  <a:schemeClr val="dk1"/>
                </a:solidFill>
              </a:rPr>
              <a:t>valeurs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calculées</a:t>
            </a:r>
            <a:r>
              <a:rPr lang="en-US" sz="2000" dirty="0">
                <a:solidFill>
                  <a:schemeClr val="dk1"/>
                </a:solidFill>
              </a:rPr>
              <a:t> plus tard).</a:t>
            </a:r>
            <a:endParaRPr lang="en-US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endParaRPr lang="en-US" sz="2000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000" dirty="0">
                <a:solidFill>
                  <a:schemeClr val="dk1"/>
                </a:solidFill>
              </a:rPr>
              <a:t>Si </a:t>
            </a:r>
            <a:r>
              <a:rPr lang="en-US" sz="2000" dirty="0" err="1">
                <a:solidFill>
                  <a:schemeClr val="dk1"/>
                </a:solidFill>
                <a:latin typeface="Consolas"/>
              </a:rPr>
              <a:t>ContentValues</a:t>
            </a:r>
            <a:r>
              <a:rPr lang="en-US" sz="2000" dirty="0">
                <a:solidFill>
                  <a:schemeClr val="dk1"/>
                </a:solidFill>
              </a:rPr>
              <a:t> est </a:t>
            </a:r>
            <a:r>
              <a:rPr lang="en-US" sz="2000" b="1" dirty="0">
                <a:solidFill>
                  <a:schemeClr val="dk1"/>
                </a:solidFill>
              </a:rPr>
              <a:t>vide</a:t>
            </a:r>
            <a:r>
              <a:rPr lang="en-US" sz="2000" dirty="0">
                <a:solidFill>
                  <a:schemeClr val="dk1"/>
                </a:solidFill>
              </a:rPr>
              <a:t>, Android fait :</a:t>
            </a:r>
            <a:endParaRPr lang="en-US" sz="1850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000" dirty="0">
                <a:solidFill>
                  <a:schemeClr val="dk1"/>
                </a:solidFill>
                <a:latin typeface="Consolas"/>
              </a:rPr>
              <a:t>INSERT INTO Evenement (nullColumnHack) VALUES (NULL);
</a:t>
            </a:r>
            <a:endParaRPr lang="en-US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000" dirty="0">
                <a:solidFill>
                  <a:schemeClr val="dk1"/>
                </a:solidFill>
              </a:rPr>
              <a:t>➡️ SQLite </a:t>
            </a:r>
            <a:r>
              <a:rPr lang="en-US" sz="2000" dirty="0" err="1">
                <a:solidFill>
                  <a:schemeClr val="dk1"/>
                </a:solidFill>
              </a:rPr>
              <a:t>accepte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alors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l’insertion</a:t>
            </a:r>
            <a:r>
              <a:rPr lang="en-US" sz="2000" dirty="0">
                <a:solidFill>
                  <a:schemeClr val="dk1"/>
                </a:solidFill>
              </a:rPr>
              <a:t>.</a:t>
            </a:r>
            <a:endParaRPr lang="en-US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endParaRPr lang="en-US" sz="2000" dirty="0">
              <a:solidFill>
                <a:schemeClr val="dk1"/>
              </a:solidFill>
            </a:endParaRPr>
          </a:p>
          <a:p>
            <a:pPr marL="0" indent="0">
              <a:spcBef>
                <a:spcPts val="533"/>
              </a:spcBef>
              <a:buSzPts val="1100"/>
              <a:buNone/>
            </a:pPr>
            <a:endParaRPr lang="fr" sz="2400" dirty="0">
              <a:solidFill>
                <a:schemeClr val="dk1"/>
              </a:solidFill>
              <a:latin typeface="Consolas"/>
            </a:endParaRPr>
          </a:p>
          <a:p>
            <a:pPr marL="608965" lvl="0" indent="-45656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endParaRPr lang="fr" sz="2400" dirty="0">
              <a:solidFill>
                <a:schemeClr val="dk1"/>
              </a:solidFill>
            </a:endParaRPr>
          </a:p>
          <a:p>
            <a:pPr marL="0" lvl="0" indent="0" rtl="0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667"/>
              </a:spcBef>
              <a:spcAft>
                <a:spcPts val="267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8" name="Shape 338">
            <a:extLst>
              <a:ext uri="{FF2B5EF4-FFF2-40B4-BE49-F238E27FC236}">
                <a16:creationId xmlns:a16="http://schemas.microsoft.com/office/drawing/2014/main" id="{2E4BE03B-310B-7467-6BDE-A21D95147E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03743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Exemple d'insertion de la fonction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44" name="Shape 344"/>
          <p:cNvSpPr txBox="1">
            <a:spLocks noGrp="1"/>
          </p:cNvSpPr>
          <p:nvPr>
            <p:ph type="body" idx="1"/>
          </p:nvPr>
        </p:nvSpPr>
        <p:spPr>
          <a:xfrm>
            <a:off x="415600" y="1739833"/>
            <a:ext cx="11360800" cy="3877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667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nouvelId</a:t>
            </a: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fr" sz="18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mWritableDB.insert</a:t>
            </a: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8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>
              <a:spcBef>
                <a:spcPts val="667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TABLEAU_DE_LISTE_DE_MOTS</a:t>
            </a: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85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lvl="0" indent="0" rtl="0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nul,</a:t>
            </a:r>
            <a:endParaRPr sz="18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valeurs);</a:t>
            </a:r>
            <a:endParaRPr sz="18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667"/>
              </a:spcBef>
              <a:spcAft>
                <a:spcPts val="267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5" name="Shape 345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350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format de suppression()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51" name="Shape 351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lnSpc>
                <a:spcPct val="135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fr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fr" sz="24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delete</a:t>
            </a:r>
            <a:r>
              <a:rPr lang="fr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(String table, </a:t>
            </a:r>
            <a:br>
              <a:rPr lang="en" sz="2400" dirty="0">
                <a:highlight>
                  <a:srgbClr val="FFFFFF"/>
                </a:highlight>
                <a:latin typeface="Consolas"/>
                <a:ea typeface="Consolas"/>
                <a:cs typeface="Consolas"/>
              </a:rPr>
            </a:br>
            <a:r>
              <a:rPr lang="fr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 </a:t>
            </a:r>
            <a:r>
              <a:rPr lang="fr" sz="24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whereClause</a:t>
            </a:r>
            <a:r>
              <a:rPr lang="fr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String[] </a:t>
            </a:r>
            <a:r>
              <a:rPr lang="fr" sz="24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whereArgs</a:t>
            </a:r>
            <a:r>
              <a:rPr lang="fr" sz="24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400" dirty="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lnSpc>
                <a:spcPct val="135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608965" lvl="0" indent="-507365" rtl="0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fr" sz="18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 premier argument est le nom de la table.</a:t>
            </a:r>
            <a:endParaRPr sz="1850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608965" lvl="0" indent="-50736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fr" sz="18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 deuxième argument est la clause WHERE</a:t>
            </a:r>
            <a:endParaRPr sz="1850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608965" lvl="0" indent="-50736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fr" sz="18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 troisième argument concerne la clause WHERE.</a:t>
            </a:r>
            <a:endParaRPr sz="1850" dirty="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</a:endParaRPr>
          </a:p>
          <a:p>
            <a:pPr marL="0" lvl="0" indent="0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667"/>
              </a:spcBef>
              <a:spcAft>
                <a:spcPts val="267"/>
              </a:spcAft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2" name="Shape 352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51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357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Exemple de suppression()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58" name="Shape 358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667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None/>
            </a:pP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sym typeface="Consolas"/>
              </a:rPr>
              <a:t>supprime = </a:t>
            </a:r>
            <a:r>
              <a:rPr lang="fr" sz="1850" dirty="0" err="1">
                <a:solidFill>
                  <a:schemeClr val="dk1"/>
                </a:solidFill>
                <a:latin typeface="Consolas"/>
                <a:ea typeface="Consolas"/>
                <a:sym typeface="Consolas"/>
              </a:rPr>
              <a:t>mWritableDB.delete</a:t>
            </a: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sym typeface="Consolas"/>
              </a:rPr>
              <a:t>(</a:t>
            </a:r>
            <a:endParaRPr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sym typeface="Consolas"/>
              </a:rPr>
              <a:t>        TABLEAU_DE_LISTE_DE_MOTS,</a:t>
            </a:r>
            <a:endParaRPr dirty="0"/>
          </a:p>
          <a:p>
            <a:pPr marL="0" indent="0">
              <a:buNone/>
            </a:pP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sym typeface="Consolas"/>
              </a:rPr>
              <a:t>        KEY_ID + " = ?",</a:t>
            </a:r>
            <a:endParaRPr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sym typeface="Consolas"/>
              </a:rPr>
              <a:t>        new String[]{ </a:t>
            </a:r>
            <a:r>
              <a:rPr lang="fr" sz="1850" dirty="0" err="1">
                <a:solidFill>
                  <a:schemeClr val="dk1"/>
                </a:solidFill>
                <a:latin typeface="Consolas"/>
                <a:ea typeface="Consolas"/>
                <a:sym typeface="Consolas"/>
              </a:rPr>
              <a:t>String.valueOf</a:t>
            </a: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sym typeface="Consolas"/>
              </a:rPr>
              <a:t>(id) }</a:t>
            </a:r>
            <a:endParaRPr lang="fr"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sym typeface="Consolas"/>
              </a:rPr>
              <a:t>);</a:t>
            </a:r>
            <a:endParaRPr lang="fr" dirty="0">
              <a:solidFill>
                <a:schemeClr val="dk1"/>
              </a:solidFill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lang="fr" sz="185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608965" indent="-507365">
              <a:buNone/>
            </a:pPr>
            <a:r>
              <a:rPr lang="fr" dirty="0"/>
              <a:t>✅ Requête SQL équivalente</a:t>
            </a:r>
          </a:p>
          <a:p>
            <a:pPr marL="608965" indent="-507365">
              <a:buNone/>
            </a:pPr>
            <a:r>
              <a:rPr lang="fr" sz="1850" dirty="0">
                <a:solidFill>
                  <a:schemeClr val="dk1"/>
                </a:solidFill>
                <a:latin typeface="Consolas"/>
              </a:rPr>
              <a:t>DELETE FROM TABLEAU_DE_LISTE_DE_MOTS
WHERE KEY_ID = id;</a:t>
            </a:r>
            <a:endParaRPr lang="fr" dirty="0">
              <a:solidFill>
                <a:schemeClr val="dk1"/>
              </a:solidFill>
            </a:endParaRPr>
          </a:p>
          <a:p>
            <a:pPr marL="0" lvl="0" indent="0">
              <a:buSzPts val="1100"/>
              <a:buNone/>
            </a:pPr>
            <a:endParaRPr lang="fr" sz="185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spcBef>
                <a:spcPts val="667"/>
              </a:spcBef>
              <a:spcAft>
                <a:spcPts val="267"/>
              </a:spcAft>
              <a:buNone/>
            </a:pPr>
            <a:endParaRPr lang="fr-FR" sz="240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59" name="Shape 359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52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364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format de mise à jour()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65" name="Shape 365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latin typeface="Consolas"/>
                <a:ea typeface="Consolas"/>
                <a:cs typeface="Consolas"/>
                <a:sym typeface="Consolas"/>
              </a:rPr>
              <a:t>int update(String table, ContentValues values, 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fr">
                <a:latin typeface="Consolas"/>
                <a:ea typeface="Consolas"/>
                <a:cs typeface="Consolas"/>
                <a:sym typeface="Consolas"/>
              </a:rPr>
              <a:t>String whereClause, String[] whereArgs)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609585" lvl="0" indent="-457189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2400">
                <a:solidFill>
                  <a:schemeClr val="dk1"/>
                </a:solidFill>
              </a:rPr>
              <a:t>Le premier argument est le nom de la table.</a:t>
            </a:r>
            <a:endParaRPr sz="2400">
              <a:solidFill>
                <a:schemeClr val="dk1"/>
              </a:solidFill>
            </a:endParaRPr>
          </a:p>
          <a:p>
            <a:pPr marL="609585" lvl="0" indent="-457189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2400">
                <a:solidFill>
                  <a:schemeClr val="dk1"/>
                </a:solidFill>
              </a:rPr>
              <a:t>Le deuxième argument doit être </a:t>
            </a:r>
            <a:r>
              <a:rPr lang="fr" sz="2400" u="sng">
                <a:solidFill>
                  <a:srgbClr val="1155CC"/>
                </a:solidFill>
                <a:hlinkClick r:id="rId3"/>
              </a:rPr>
              <a:t>ContentValues </a:t>
            </a:r>
            <a:r>
              <a:rPr lang="fr" sz="2400">
                <a:solidFill>
                  <a:schemeClr val="dk1"/>
                </a:solidFill>
              </a:rPr>
              <a:t>avec les nouvelles valeurs de la ligne.</a:t>
            </a:r>
            <a:endParaRPr sz="2400">
              <a:solidFill>
                <a:schemeClr val="dk1"/>
              </a:solidFill>
            </a:endParaRPr>
          </a:p>
          <a:p>
            <a:pPr marL="609585" lvl="0" indent="-457189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2400">
                <a:solidFill>
                  <a:schemeClr val="dk1"/>
                </a:solidFill>
              </a:rPr>
              <a:t>Le troisième argument est la clause WHERE</a:t>
            </a:r>
            <a:endParaRPr sz="2400">
              <a:solidFill>
                <a:schemeClr val="dk1"/>
              </a:solidFill>
            </a:endParaRPr>
          </a:p>
          <a:p>
            <a: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2400">
                <a:solidFill>
                  <a:schemeClr val="dk1"/>
                </a:solidFill>
              </a:rPr>
              <a:t>Le quatrième argument concerne la clause WHERE.</a:t>
            </a:r>
            <a:endParaRPr sz="2400"/>
          </a:p>
          <a:p>
            <a:pPr marL="0" lvl="0" indent="0" rtl="0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667"/>
              </a:spcBef>
              <a:spcAft>
                <a:spcPts val="267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6" name="Shape 366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53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371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Exemple de mise à jour()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72" name="Shape 372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spcBef>
                <a:spcPts val="267"/>
              </a:spcBef>
              <a:buNone/>
            </a:pP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sym typeface="Consolas"/>
              </a:rPr>
              <a:t>ContentValues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sym typeface="Consolas"/>
              </a:rPr>
              <a:t> values = new </a:t>
            </a: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sym typeface="Consolas"/>
              </a:rPr>
              <a:t>ContentValues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sym typeface="Consolas"/>
              </a:rPr>
              <a:t>();</a:t>
            </a:r>
            <a:endParaRPr dirty="0">
              <a:solidFill>
                <a:schemeClr val="dk1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valeurs.put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(KEY_WORD, mot);</a:t>
            </a:r>
            <a:endParaRPr sz="2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mNumberOfRowsUpdated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mWritableDB.update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2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TABLEAU_DE_LISTE_DE_MOTS,</a:t>
            </a:r>
            <a:endParaRPr sz="240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valeurs, // nouvelles valeurs à insérer</a:t>
            </a:r>
            <a:endParaRPr sz="2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KEY_ID + " = ?",</a:t>
            </a:r>
            <a:endParaRPr sz="2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nouvelle chaîne[]{</a:t>
            </a:r>
            <a:r>
              <a:rPr lang="fr" sz="2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String.valueOf</a:t>
            </a:r>
            <a:r>
              <a:rPr lang="fr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(id)});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667"/>
              </a:spcBef>
              <a:spcAft>
                <a:spcPts val="267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3" name="Shape 373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54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>
          <a:extLst>
            <a:ext uri="{FF2B5EF4-FFF2-40B4-BE49-F238E27FC236}">
              <a16:creationId xmlns:a16="http://schemas.microsoft.com/office/drawing/2014/main" id="{0CEA2652-C109-8C5E-AF0D-6B3C1DE7E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371">
            <a:extLst>
              <a:ext uri="{FF2B5EF4-FFF2-40B4-BE49-F238E27FC236}">
                <a16:creationId xmlns:a16="http://schemas.microsoft.com/office/drawing/2014/main" id="{B52D9EFE-17D3-8A1E-C855-947D8D2199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Exemple de mise à jour()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72" name="Shape 372">
            <a:extLst>
              <a:ext uri="{FF2B5EF4-FFF2-40B4-BE49-F238E27FC236}">
                <a16:creationId xmlns:a16="http://schemas.microsoft.com/office/drawing/2014/main" id="{6C8FBB8B-B60F-8614-C483-D49029AD42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521498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sz="2400" err="1">
                <a:solidFill>
                  <a:schemeClr val="dk1"/>
                </a:solidFill>
                <a:latin typeface="Consolas"/>
                <a:sym typeface="Consolas"/>
              </a:rPr>
              <a:t>ContentValues</a:t>
            </a:r>
            <a:r>
              <a:rPr lang="en-US" sz="2400" dirty="0">
                <a:solidFill>
                  <a:schemeClr val="dk1"/>
                </a:solidFill>
                <a:latin typeface="Consolas"/>
                <a:sym typeface="Consolas"/>
              </a:rPr>
              <a:t> values = new </a:t>
            </a:r>
            <a:r>
              <a:rPr lang="en-US" sz="2400" err="1">
                <a:solidFill>
                  <a:schemeClr val="dk1"/>
                </a:solidFill>
                <a:latin typeface="Consolas"/>
                <a:sym typeface="Consolas"/>
              </a:rPr>
              <a:t>ContentValues</a:t>
            </a:r>
            <a:r>
              <a:rPr lang="en-US" sz="2400" dirty="0">
                <a:solidFill>
                  <a:schemeClr val="dk1"/>
                </a:solidFill>
                <a:latin typeface="Consolas"/>
                <a:sym typeface="Consolas"/>
              </a:rPr>
              <a:t>();</a:t>
            </a:r>
            <a:endParaRPr lang="fr-FR" sz="2400" dirty="0">
              <a:solidFill>
                <a:schemeClr val="dk1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dk1"/>
                </a:solidFill>
                <a:latin typeface="Consolas"/>
                <a:sym typeface="Consolas"/>
              </a:rPr>
              <a:t>values.put</a:t>
            </a:r>
            <a:r>
              <a:rPr lang="en-US" sz="2400" dirty="0">
                <a:solidFill>
                  <a:schemeClr val="dk1"/>
                </a:solidFill>
                <a:latin typeface="Consolas"/>
                <a:sym typeface="Consolas"/>
              </a:rPr>
              <a:t>("</a:t>
            </a:r>
            <a:r>
              <a:rPr lang="en-US" sz="2400" dirty="0" err="1">
                <a:solidFill>
                  <a:schemeClr val="dk1"/>
                </a:solidFill>
                <a:latin typeface="Consolas"/>
                <a:sym typeface="Consolas"/>
              </a:rPr>
              <a:t>favori</a:t>
            </a:r>
            <a:r>
              <a:rPr lang="en-US" sz="2400" dirty="0">
                <a:solidFill>
                  <a:schemeClr val="dk1"/>
                </a:solidFill>
                <a:latin typeface="Consolas"/>
                <a:sym typeface="Consolas"/>
              </a:rPr>
              <a:t>", 1);</a:t>
            </a:r>
            <a:endParaRPr lang="en-US" sz="2400" dirty="0">
              <a:solidFill>
                <a:schemeClr val="dk1"/>
              </a:solidFill>
              <a:latin typeface="Consolas"/>
            </a:endParaRPr>
          </a:p>
          <a:p>
            <a:pPr marL="0" indent="0">
              <a:buNone/>
            </a:pPr>
            <a:endParaRPr sz="2400">
              <a:solidFill>
                <a:schemeClr val="dk1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dk1"/>
                </a:solidFill>
                <a:latin typeface="Consolas"/>
                <a:sym typeface="Consolas"/>
              </a:rPr>
              <a:t>int rows = </a:t>
            </a:r>
            <a:r>
              <a:rPr lang="en-US" sz="2400" err="1">
                <a:solidFill>
                  <a:schemeClr val="dk1"/>
                </a:solidFill>
                <a:latin typeface="Consolas"/>
                <a:sym typeface="Consolas"/>
              </a:rPr>
              <a:t>db.update</a:t>
            </a:r>
            <a:r>
              <a:rPr lang="en-US" sz="2400" dirty="0">
                <a:solidFill>
                  <a:schemeClr val="dk1"/>
                </a:solidFill>
                <a:latin typeface="Consolas"/>
                <a:sym typeface="Consolas"/>
              </a:rPr>
              <a:t>(</a:t>
            </a:r>
            <a:endParaRPr lang="en-US" sz="2400" dirty="0">
              <a:solidFill>
                <a:schemeClr val="dk1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dk1"/>
                </a:solidFill>
                <a:latin typeface="Consolas"/>
                <a:sym typeface="Consolas"/>
              </a:rPr>
              <a:t>    "</a:t>
            </a:r>
            <a:r>
              <a:rPr lang="en-US" sz="2400" err="1">
                <a:solidFill>
                  <a:schemeClr val="dk1"/>
                </a:solidFill>
                <a:latin typeface="Consolas"/>
                <a:sym typeface="Consolas"/>
              </a:rPr>
              <a:t>Evenement</a:t>
            </a:r>
            <a:r>
              <a:rPr lang="en-US" sz="2400" dirty="0">
                <a:solidFill>
                  <a:schemeClr val="dk1"/>
                </a:solidFill>
                <a:latin typeface="Consolas"/>
                <a:sym typeface="Consolas"/>
              </a:rPr>
              <a:t>",</a:t>
            </a:r>
            <a:endParaRPr sz="2400" dirty="0">
              <a:solidFill>
                <a:schemeClr val="dk1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dk1"/>
                </a:solidFill>
                <a:latin typeface="Consolas"/>
                <a:sym typeface="Consolas"/>
              </a:rPr>
              <a:t>    values,</a:t>
            </a:r>
            <a:endParaRPr lang="en-US" sz="2400" dirty="0">
              <a:solidFill>
                <a:schemeClr val="dk1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dk1"/>
                </a:solidFill>
                <a:latin typeface="Consolas"/>
                <a:sym typeface="Consolas"/>
              </a:rPr>
              <a:t>    "id = ?",</a:t>
            </a:r>
            <a:endParaRPr lang="en-US" sz="2400" dirty="0">
              <a:solidFill>
                <a:schemeClr val="dk1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dk1"/>
                </a:solidFill>
                <a:latin typeface="Consolas"/>
                <a:sym typeface="Consolas"/>
              </a:rPr>
              <a:t>    new String[]{</a:t>
            </a:r>
            <a:r>
              <a:rPr lang="en-US" sz="2400" err="1">
                <a:solidFill>
                  <a:schemeClr val="dk1"/>
                </a:solidFill>
                <a:latin typeface="Consolas"/>
                <a:sym typeface="Consolas"/>
              </a:rPr>
              <a:t>String.valueOf</a:t>
            </a:r>
            <a:r>
              <a:rPr lang="en-US" sz="2400" dirty="0">
                <a:solidFill>
                  <a:schemeClr val="dk1"/>
                </a:solidFill>
                <a:latin typeface="Consolas"/>
                <a:sym typeface="Consolas"/>
              </a:rPr>
              <a:t>(id)}</a:t>
            </a:r>
            <a:endParaRPr sz="2400" dirty="0">
              <a:solidFill>
                <a:schemeClr val="dk1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dk1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endParaRPr lang="en-US" sz="2400" dirty="0">
              <a:solidFill>
                <a:schemeClr val="dk1"/>
              </a:solidFill>
              <a:latin typeface="Consolas"/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</a:rPr>
              <a:t>👉 SQL </a:t>
            </a:r>
            <a:r>
              <a:rPr lang="en-US" sz="2400" dirty="0" err="1">
                <a:solidFill>
                  <a:schemeClr val="dk1"/>
                </a:solidFill>
              </a:rPr>
              <a:t>généré</a:t>
            </a:r>
            <a:r>
              <a:rPr lang="en-US" sz="2400" dirty="0">
                <a:solidFill>
                  <a:schemeClr val="dk1"/>
                </a:solidFill>
              </a:rPr>
              <a:t> :</a:t>
            </a:r>
            <a:endParaRPr lang="en-US" dirty="0">
              <a:solidFill>
                <a:schemeClr val="dk1"/>
              </a:solidFill>
            </a:endParaRPr>
          </a:p>
          <a:p>
            <a:pPr marL="608965" indent="-507365">
              <a:buNone/>
            </a:pPr>
            <a:r>
              <a:rPr lang="en-US" sz="2400" dirty="0">
                <a:solidFill>
                  <a:schemeClr val="dk1"/>
                </a:solidFill>
                <a:latin typeface="Consolas"/>
              </a:rPr>
              <a:t>UPDATE Evenement
SET </a:t>
            </a:r>
            <a:r>
              <a:rPr lang="en-US" sz="2400" dirty="0" err="1">
                <a:solidFill>
                  <a:schemeClr val="dk1"/>
                </a:solidFill>
                <a:latin typeface="Consolas"/>
              </a:rPr>
              <a:t>favori</a:t>
            </a:r>
            <a:r>
              <a:rPr lang="en-US" sz="2400" dirty="0">
                <a:solidFill>
                  <a:schemeClr val="dk1"/>
                </a:solidFill>
                <a:latin typeface="Consolas"/>
              </a:rPr>
              <a:t> = 1
WHERE id = 3;</a:t>
            </a:r>
            <a:endParaRPr lang="en-US" dirty="0">
              <a:solidFill>
                <a:schemeClr val="dk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dk1"/>
              </a:solidFill>
              <a:latin typeface="Consolas"/>
            </a:endParaRPr>
          </a:p>
        </p:txBody>
      </p:sp>
      <p:sp>
        <p:nvSpPr>
          <p:cNvPr id="373" name="Shape 373">
            <a:extLst>
              <a:ext uri="{FF2B5EF4-FFF2-40B4-BE49-F238E27FC236}">
                <a16:creationId xmlns:a16="http://schemas.microsoft.com/office/drawing/2014/main" id="{18FC82B2-C982-DC13-86C3-A9055C587E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55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8369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Toujours!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79" name="Shape 379"/>
          <p:cNvSpPr txBox="1">
            <a:spLocks noGrp="1"/>
          </p:cNvSpPr>
          <p:nvPr>
            <p:ph type="body" idx="1"/>
          </p:nvPr>
        </p:nvSpPr>
        <p:spPr>
          <a:xfrm>
            <a:off x="415600" y="1151133"/>
            <a:ext cx="11360800" cy="43624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667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rtl="0">
              <a:spcBef>
                <a:spcPts val="667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609585" lvl="0" indent="-507987" rtl="0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fr">
                <a:solidFill>
                  <a:schemeClr val="dk1"/>
                </a:solidFill>
              </a:rPr>
              <a:t>Placez toujours les opérations de base de données dans des blocs try-catch.</a:t>
            </a:r>
            <a:endParaRPr>
              <a:solidFill>
                <a:schemeClr val="dk1"/>
              </a:solidFill>
            </a:endParaRPr>
          </a:p>
          <a:p>
            <a:pPr marL="0" lvl="0" indent="0" rtl="0">
              <a:spcBef>
                <a:spcPts val="667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609585" lvl="0" indent="-507987" rtl="0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fr">
                <a:solidFill>
                  <a:schemeClr val="dk1"/>
                </a:solidFill>
              </a:rPr>
              <a:t>Validez toujours les entrées utilisateur et les requêtes SQL.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0" name="Shape 380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56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DE2CA-20C4-6C3B-ADBE-9C6991D3A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5B289B0-0A5E-3B4E-47DE-71317F842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3" y="4648200"/>
            <a:ext cx="8755939" cy="806800"/>
          </a:xfrm>
        </p:spPr>
        <p:txBody>
          <a:bodyPr/>
          <a:lstStyle/>
          <a:p>
            <a:pPr marL="608965" indent="-304165"/>
            <a:r>
              <a:rPr lang="en-US" sz="3200" dirty="0">
                <a:latin typeface="Arial Narrow"/>
                <a:cs typeface="Arial Narrow"/>
              </a:rPr>
              <a:t>8. </a:t>
            </a:r>
            <a:r>
              <a:rPr lang="en-US" sz="3200" dirty="0" err="1">
                <a:latin typeface="Arial Narrow"/>
                <a:cs typeface="Arial"/>
              </a:rPr>
              <a:t>Instancier</a:t>
            </a:r>
            <a:r>
              <a:rPr lang="en-US" sz="3200" dirty="0">
                <a:latin typeface="Arial Narrow"/>
                <a:cs typeface="Arial"/>
              </a:rPr>
              <a:t> </a:t>
            </a:r>
            <a:r>
              <a:rPr lang="en-US" sz="3200" dirty="0" err="1">
                <a:latin typeface="Arial Narrow"/>
                <a:cs typeface="Arial"/>
              </a:rPr>
              <a:t>OpenHelper</a:t>
            </a:r>
            <a:endParaRPr lang="ar-MA" sz="4400" dirty="0" err="1"/>
          </a:p>
        </p:txBody>
      </p:sp>
    </p:spTree>
    <p:extLst>
      <p:ext uri="{BB962C8B-B14F-4D97-AF65-F5344CB8AC3E}">
        <p14:creationId xmlns:p14="http://schemas.microsoft.com/office/powerpoint/2010/main" val="9441446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393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Créez une instance de votre </a:t>
            </a:r>
            <a:r>
              <a:rPr lang="fr" sz="3600" b="1" dirty="0" err="1">
                <a:solidFill>
                  <a:schemeClr val="bg1"/>
                </a:solidFill>
                <a:latin typeface="Fira Sans Extra Condensed"/>
              </a:rPr>
              <a:t>OpenHelper</a:t>
            </a:r>
            <a:endParaRPr sz="3600" b="1" dirty="0" err="1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394" name="Shape 394"/>
          <p:cNvSpPr txBox="1">
            <a:spLocks noGrp="1"/>
          </p:cNvSpPr>
          <p:nvPr>
            <p:ph type="body" idx="1"/>
          </p:nvPr>
        </p:nvSpPr>
        <p:spPr>
          <a:xfrm>
            <a:off x="304088" y="1717531"/>
            <a:ext cx="11360800" cy="26604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8965" lvl="0" indent="-507365" rtl="0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fr" sz="1850" dirty="0">
                <a:solidFill>
                  <a:schemeClr val="dk1"/>
                </a:solidFill>
              </a:rPr>
              <a:t>Dans </a:t>
            </a:r>
            <a:r>
              <a:rPr lang="fr" sz="1850" dirty="0" err="1">
                <a:solidFill>
                  <a:schemeClr val="dk1"/>
                </a:solidFill>
              </a:rPr>
              <a:t>MainActivity</a:t>
            </a:r>
            <a:r>
              <a:rPr lang="fr" sz="1850" dirty="0">
                <a:solidFill>
                  <a:schemeClr val="dk1"/>
                </a:solidFill>
              </a:rPr>
              <a:t> </a:t>
            </a:r>
            <a:r>
              <a:rPr lang="fr" sz="1850" dirty="0" err="1">
                <a:solidFill>
                  <a:schemeClr val="dk1"/>
                </a:solidFill>
              </a:rPr>
              <a:t>onCreate</a:t>
            </a:r>
            <a:r>
              <a:rPr lang="fr" sz="1850" dirty="0">
                <a:solidFill>
                  <a:schemeClr val="dk1"/>
                </a:solidFill>
              </a:rPr>
              <a:t>()</a:t>
            </a:r>
            <a:endParaRPr lang="fr-FR" sz="1850" dirty="0">
              <a:solidFill>
                <a:schemeClr val="dk1"/>
              </a:solidFill>
            </a:endParaRPr>
          </a:p>
          <a:p>
            <a:pPr marL="0" lvl="0" indent="0" rtl="0">
              <a:spcBef>
                <a:spcPts val="667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608965" indent="0">
              <a:spcBef>
                <a:spcPts val="667"/>
              </a:spcBef>
              <a:spcAft>
                <a:spcPts val="267"/>
              </a:spcAft>
              <a:buNone/>
            </a:pPr>
            <a:r>
              <a:rPr lang="fr" sz="18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mDB</a:t>
            </a: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</a:t>
            </a:r>
            <a:r>
              <a:rPr lang="fr" sz="18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WordListOpenHelper</a:t>
            </a: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fr" sz="18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fr" sz="18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lang="fr" sz="1850" dirty="0">
              <a:solidFill>
                <a:schemeClr val="dk1"/>
              </a:solidFill>
              <a:latin typeface="Consolas"/>
              <a:ea typeface="Consolas"/>
              <a:cs typeface="Consolas"/>
            </a:endParaRPr>
          </a:p>
          <a:p>
            <a:pPr marL="608965" indent="0">
              <a:spcBef>
                <a:spcPts val="667"/>
              </a:spcBef>
              <a:spcAft>
                <a:spcPts val="267"/>
              </a:spcAft>
              <a:buNone/>
            </a:pPr>
            <a:r>
              <a:rPr lang="fr" sz="1800" dirty="0" err="1">
                <a:solidFill>
                  <a:schemeClr val="dk1"/>
                </a:solidFill>
                <a:latin typeface="Consolas"/>
              </a:rPr>
              <a:t>mDB</a:t>
            </a:r>
            <a:r>
              <a:rPr lang="fr" sz="1850" dirty="0" err="1">
                <a:solidFill>
                  <a:schemeClr val="dk1"/>
                </a:solidFill>
              </a:rPr>
              <a:t>.getWritableDatabase</a:t>
            </a:r>
            <a:r>
              <a:rPr lang="fr" sz="1850" dirty="0">
                <a:solidFill>
                  <a:schemeClr val="dk1"/>
                </a:solidFill>
              </a:rPr>
              <a:t>();</a:t>
            </a:r>
          </a:p>
          <a:p>
            <a:pPr marL="608965" indent="0">
              <a:spcBef>
                <a:spcPts val="667"/>
              </a:spcBef>
              <a:spcAft>
                <a:spcPts val="267"/>
              </a:spcAft>
              <a:buNone/>
            </a:pPr>
            <a:endParaRPr lang="fr" sz="1850" dirty="0">
              <a:solidFill>
                <a:schemeClr val="dk1"/>
              </a:solidFill>
              <a:latin typeface="Consolas"/>
            </a:endParaRPr>
          </a:p>
          <a:p>
            <a:pPr marL="342900" indent="-342900"/>
            <a:r>
              <a:rPr lang="fr" sz="1850" dirty="0">
                <a:solidFill>
                  <a:schemeClr val="dk1"/>
                </a:solidFill>
              </a:rPr>
              <a:t>Ces lignes </a:t>
            </a:r>
            <a:r>
              <a:rPr lang="fr" sz="1850" b="1" dirty="0">
                <a:solidFill>
                  <a:schemeClr val="dk1"/>
                </a:solidFill>
              </a:rPr>
              <a:t>créent automatiquement</a:t>
            </a:r>
            <a:r>
              <a:rPr lang="fr" sz="1850" dirty="0">
                <a:solidFill>
                  <a:schemeClr val="dk1"/>
                </a:solidFill>
              </a:rPr>
              <a:t> la base SQLite</a:t>
            </a:r>
            <a:endParaRPr lang="fr" dirty="0">
              <a:solidFill>
                <a:schemeClr val="dk1"/>
              </a:solidFill>
            </a:endParaRPr>
          </a:p>
          <a:p>
            <a:pPr marL="342900" indent="-342900"/>
            <a:r>
              <a:rPr lang="fr" sz="1850" dirty="0">
                <a:solidFill>
                  <a:schemeClr val="dk1"/>
                </a:solidFill>
              </a:rPr>
              <a:t>Android </a:t>
            </a:r>
            <a:r>
              <a:rPr lang="fr" sz="1850" b="1" dirty="0">
                <a:solidFill>
                  <a:schemeClr val="dk1"/>
                </a:solidFill>
              </a:rPr>
              <a:t>appelle seul</a:t>
            </a:r>
            <a:r>
              <a:rPr lang="fr" sz="1850" dirty="0">
                <a:solidFill>
                  <a:schemeClr val="dk1"/>
                </a:solidFill>
              </a:rPr>
              <a:t> </a:t>
            </a:r>
            <a:r>
              <a:rPr lang="fr" sz="1850" dirty="0" err="1">
                <a:solidFill>
                  <a:schemeClr val="dk1"/>
                </a:solidFill>
                <a:latin typeface="Consolas"/>
              </a:rPr>
              <a:t>onCreate</a:t>
            </a:r>
            <a:r>
              <a:rPr lang="fr" sz="1850" dirty="0">
                <a:solidFill>
                  <a:schemeClr val="dk1"/>
                </a:solidFill>
                <a:latin typeface="Consolas"/>
              </a:rPr>
              <a:t>()</a:t>
            </a:r>
            <a:r>
              <a:rPr lang="fr" sz="1850" dirty="0">
                <a:solidFill>
                  <a:schemeClr val="dk1"/>
                </a:solidFill>
              </a:rPr>
              <a:t> si la base n’existe pas</a:t>
            </a:r>
            <a:endParaRPr lang="fr" dirty="0">
              <a:solidFill>
                <a:schemeClr val="dk1"/>
              </a:solidFill>
            </a:endParaRPr>
          </a:p>
          <a:p>
            <a:pPr marL="342900" indent="-342900"/>
            <a:r>
              <a:rPr lang="fr" sz="1850" dirty="0">
                <a:solidFill>
                  <a:schemeClr val="dk1"/>
                </a:solidFill>
              </a:rPr>
              <a:t>Les tables sont créées </a:t>
            </a:r>
            <a:r>
              <a:rPr lang="fr" sz="1850" b="1" dirty="0">
                <a:solidFill>
                  <a:schemeClr val="dk1"/>
                </a:solidFill>
              </a:rPr>
              <a:t>au premier lancement</a:t>
            </a:r>
            <a:endParaRPr lang="fr" dirty="0">
              <a:solidFill>
                <a:schemeClr val="dk1"/>
              </a:solidFill>
            </a:endParaRPr>
          </a:p>
          <a:p>
            <a:pPr marL="608965" indent="-507365"/>
            <a:r>
              <a:rPr lang="fr" sz="1850" dirty="0" err="1">
                <a:solidFill>
                  <a:schemeClr val="dk1"/>
                </a:solidFill>
                <a:latin typeface="Consolas"/>
              </a:rPr>
              <a:t>this</a:t>
            </a:r>
            <a:r>
              <a:rPr lang="fr" sz="1850" dirty="0">
                <a:solidFill>
                  <a:schemeClr val="dk1"/>
                </a:solidFill>
              </a:rPr>
              <a:t> représente le </a:t>
            </a:r>
            <a:r>
              <a:rPr lang="fr" sz="1850" b="1" dirty="0">
                <a:solidFill>
                  <a:schemeClr val="dk1"/>
                </a:solidFill>
              </a:rPr>
              <a:t>contexte de l’activité</a:t>
            </a:r>
          </a:p>
          <a:p>
            <a:pPr marL="608965" indent="-507365"/>
            <a:r>
              <a:rPr lang="fr" sz="1850" dirty="0">
                <a:solidFill>
                  <a:schemeClr val="dk1"/>
                </a:solidFill>
              </a:rPr>
              <a:t>Android sait ainsi </a:t>
            </a:r>
            <a:r>
              <a:rPr lang="fr" sz="1850" b="1" dirty="0">
                <a:solidFill>
                  <a:schemeClr val="dk1"/>
                </a:solidFill>
              </a:rPr>
              <a:t>où créer et stocker la base</a:t>
            </a:r>
            <a:endParaRPr lang="fr" dirty="0">
              <a:solidFill>
                <a:schemeClr val="dk1"/>
              </a:solidFill>
            </a:endParaRPr>
          </a:p>
          <a:p>
            <a:pPr marL="342900" indent="-342900"/>
            <a:r>
              <a:rPr lang="fr" sz="1850" dirty="0">
                <a:solidFill>
                  <a:schemeClr val="dk1"/>
                </a:solidFill>
              </a:rPr>
              <a:t>Aucune installation manuelle n’est nécessaire</a:t>
            </a:r>
            <a:endParaRPr lang="fr" dirty="0">
              <a:solidFill>
                <a:schemeClr val="dk1"/>
              </a:solidFill>
            </a:endParaRPr>
          </a:p>
          <a:p>
            <a:pPr marL="608965" indent="0">
              <a:buNone/>
            </a:pPr>
            <a:r>
              <a:rPr lang="fr" sz="1850" dirty="0">
                <a:solidFill>
                  <a:schemeClr val="dk1"/>
                </a:solidFill>
              </a:rPr>
              <a:t>✅ Si l’application démarre sans erreur → </a:t>
            </a:r>
            <a:r>
              <a:rPr lang="fr" sz="1850" b="1" dirty="0">
                <a:solidFill>
                  <a:schemeClr val="dk1"/>
                </a:solidFill>
              </a:rPr>
              <a:t>SQLite fonctionne</a:t>
            </a:r>
            <a:endParaRPr lang="fr" dirty="0">
              <a:solidFill>
                <a:schemeClr val="dk1"/>
              </a:solidFill>
            </a:endParaRPr>
          </a:p>
          <a:p>
            <a:pPr marL="608965" indent="0">
              <a:spcBef>
                <a:spcPts val="667"/>
              </a:spcBef>
              <a:spcAft>
                <a:spcPts val="267"/>
              </a:spcAft>
              <a:buNone/>
            </a:pPr>
            <a:endParaRPr lang="fr" sz="1850" dirty="0">
              <a:solidFill>
                <a:schemeClr val="dk1"/>
              </a:solidFill>
              <a:latin typeface="Consolas"/>
              <a:ea typeface="Consolas"/>
            </a:endParaRPr>
          </a:p>
        </p:txBody>
      </p:sp>
      <p:sp>
        <p:nvSpPr>
          <p:cNvPr id="395" name="Shape 395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58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2C4E0-F857-3259-4F16-33627163F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21FCF88-41F9-034A-1825-C6A9BCAAF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3" y="4648200"/>
            <a:ext cx="8755939" cy="806800"/>
          </a:xfrm>
        </p:spPr>
        <p:txBody>
          <a:bodyPr/>
          <a:lstStyle/>
          <a:p>
            <a:pPr marL="608965" indent="-304165"/>
            <a:r>
              <a:rPr lang="en-US" sz="3200" dirty="0">
                <a:latin typeface="Arial Narrow"/>
                <a:cs typeface="Arial"/>
              </a:rPr>
              <a:t>9. </a:t>
            </a:r>
            <a:r>
              <a:rPr lang="en-US" sz="3200" dirty="0" err="1">
                <a:latin typeface="Arial Narrow"/>
                <a:cs typeface="Arial"/>
              </a:rPr>
              <a:t>Utilisation</a:t>
            </a:r>
            <a:r>
              <a:rPr lang="en-US" sz="3200" dirty="0">
                <a:latin typeface="Arial Narrow"/>
                <a:cs typeface="Arial"/>
              </a:rPr>
              <a:t> de la base de données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6969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Shape 408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Architecture avec base de données SQLite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409" name="Shape 409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60</a:t>
            </a:fld>
            <a:endParaRPr/>
          </a:p>
        </p:txBody>
      </p:sp>
      <p:pic>
        <p:nvPicPr>
          <p:cNvPr id="410" name="Shape 4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68" y="1498170"/>
            <a:ext cx="8065433" cy="4498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415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Quand utiliser les transactions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416" name="Shape 416"/>
          <p:cNvSpPr txBox="1">
            <a:spLocks noGrp="1"/>
          </p:cNvSpPr>
          <p:nvPr>
            <p:ph type="body" idx="1"/>
          </p:nvPr>
        </p:nvSpPr>
        <p:spPr>
          <a:xfrm>
            <a:off x="415600" y="1950667"/>
            <a:ext cx="11360800" cy="3059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9585" lvl="0" indent="-507987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/>
              <a:t>Utilisez les transactions lorsque vous effectuez plusieurs opérations qui doivent toutes être menées à bien afin de garantir la cohérence de la base de données.</a:t>
            </a:r>
            <a:endParaRPr/>
          </a:p>
          <a:p>
            <a:pPr marL="609585" lvl="0" indent="-507987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/>
              <a:t>Utiliser pour regrouper plusieurs opérations indépendantes afin d'améliorer les performances</a:t>
            </a:r>
            <a:endParaRPr/>
          </a:p>
          <a:p>
            <a:pPr marL="609585" lvl="0" indent="-507987" rtl="0">
              <a:spcBef>
                <a:spcPts val="1333"/>
              </a:spcBef>
              <a:spcAft>
                <a:spcPts val="0"/>
              </a:spcAft>
              <a:buSzPts val="2400"/>
              <a:buChar char="●"/>
            </a:pPr>
            <a:r>
              <a:rPr lang="fr"/>
              <a:t>Peut être imbriqué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7" name="Shape 417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61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Shape 422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 b="1" dirty="0">
                <a:solidFill>
                  <a:schemeClr val="bg1"/>
                </a:solidFill>
                <a:latin typeface="Fira Sans Extra Condensed"/>
              </a:rPr>
              <a:t>Expression transactionnelle</a:t>
            </a:r>
            <a:endParaRPr sz="3600" b="1" dirty="0">
              <a:solidFill>
                <a:schemeClr val="bg1"/>
              </a:solidFill>
              <a:latin typeface="Fira Sans Extra Condensed"/>
            </a:endParaRPr>
          </a:p>
        </p:txBody>
      </p:sp>
      <p:sp>
        <p:nvSpPr>
          <p:cNvPr id="423" name="Shape 423"/>
          <p:cNvSpPr txBox="1">
            <a:spLocks noGrp="1"/>
          </p:cNvSpPr>
          <p:nvPr>
            <p:ph type="body" idx="1"/>
          </p:nvPr>
        </p:nvSpPr>
        <p:spPr>
          <a:xfrm>
            <a:off x="415600" y="2044633"/>
            <a:ext cx="11360800" cy="26604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dirty="0" err="1">
                <a:latin typeface="Consolas"/>
                <a:ea typeface="Consolas"/>
                <a:cs typeface="Consolas"/>
                <a:sym typeface="Consolas"/>
              </a:rPr>
              <a:t>db.beginTransaction</a:t>
            </a:r>
            <a:r>
              <a:rPr lang="fr" sz="2400" dirty="0"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dirty="0" err="1"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fr" sz="2400" dirty="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dirty="0"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dirty="0" err="1">
                <a:latin typeface="Consolas"/>
                <a:ea typeface="Consolas"/>
                <a:cs typeface="Consolas"/>
                <a:sym typeface="Consolas"/>
              </a:rPr>
              <a:t>db.setTransactionSuccessful</a:t>
            </a:r>
            <a:r>
              <a:rPr lang="fr" sz="2400" dirty="0"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buNone/>
            </a:pPr>
            <a:r>
              <a:rPr lang="fr" sz="2400" dirty="0">
                <a:latin typeface="Consolas"/>
                <a:ea typeface="Consolas"/>
                <a:cs typeface="Consolas"/>
                <a:sym typeface="Consolas"/>
              </a:rPr>
              <a:t>} catch {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dirty="0" err="1">
                <a:latin typeface="Consolas"/>
                <a:ea typeface="Consolas"/>
                <a:cs typeface="Consolas"/>
                <a:sym typeface="Consolas"/>
              </a:rPr>
              <a:t>db.endTransaction</a:t>
            </a:r>
            <a:r>
              <a:rPr lang="fr" sz="2400" dirty="0"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4" name="Shape 424"/>
          <p:cNvSpPr txBox="1">
            <a:spLocks noGrp="1"/>
          </p:cNvSpPr>
          <p:nvPr>
            <p:ph type="sldNum" idx="12"/>
          </p:nvPr>
        </p:nvSpPr>
        <p:spPr>
          <a:xfrm>
            <a:off x="11296611" y="63192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62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0" y="2895600"/>
            <a:ext cx="5382374" cy="1797075"/>
          </a:xfrm>
          <a:prstGeom prst="rect">
            <a:avLst/>
          </a:prstGeom>
        </p:spPr>
        <p:txBody>
          <a:bodyPr spcFirstLastPara="1" vert="horz" wrap="square" lIns="0" tIns="14395" rIns="0" bIns="0" rtlCol="0" anchor="ctr" anchorCtr="0">
            <a:spAutoFit/>
          </a:bodyPr>
          <a:lstStyle/>
          <a:p>
            <a:pPr marL="11516">
              <a:spcBef>
                <a:spcPts val="113"/>
              </a:spcBef>
            </a:pPr>
            <a:r>
              <a:rPr lang="fr-FR" sz="11500" spc="9" dirty="0">
                <a:solidFill>
                  <a:srgbClr val="C00000"/>
                </a:solidFill>
              </a:rPr>
              <a:t>Merci</a:t>
            </a:r>
            <a:endParaRPr sz="11500" spc="5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387308"/>
      </p:ext>
    </p:extLst>
  </p:cSld>
  <p:clrMapOvr>
    <a:masterClrMapping/>
  </p:clrMapOvr>
</p:sld>
</file>

<file path=ppt/theme/theme1.xml><?xml version="1.0" encoding="utf-8"?>
<a:theme xmlns:a="http://schemas.openxmlformats.org/drawingml/2006/main" name="Water Transport Infographics by Slidesgo">
  <a:themeElements>
    <a:clrScheme name="Personnalisé 3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B0D0E2"/>
      </a:accent1>
      <a:accent2>
        <a:srgbClr val="C00000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Galerie</Template>
  <TotalTime>1797</TotalTime>
  <Words>1728</Words>
  <Application>Microsoft Office PowerPoint</Application>
  <PresentationFormat>Grand écran</PresentationFormat>
  <Paragraphs>250</Paragraphs>
  <Slides>63</Slides>
  <Notes>50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63</vt:i4>
      </vt:variant>
    </vt:vector>
  </HeadingPairs>
  <TitlesOfParts>
    <vt:vector size="65" baseType="lpstr">
      <vt:lpstr>Water Transport Infographics by Slidesgo</vt:lpstr>
      <vt:lpstr>GDT master</vt:lpstr>
      <vt:lpstr>Cours de Développement Mobile</vt:lpstr>
      <vt:lpstr>Contenu  </vt:lpstr>
      <vt:lpstr>Présentation PowerPoint</vt:lpstr>
      <vt:lpstr>Utilisation d'une base de données SQLite</vt:lpstr>
      <vt:lpstr>Composants d'une base de données SQLite</vt:lpstr>
      <vt:lpstr>SQLiteOpenHelper</vt:lpstr>
      <vt:lpstr>SQLiteOpenHelper</vt:lpstr>
      <vt:lpstr>Présentation PowerPoint</vt:lpstr>
      <vt:lpstr>Curseurs</vt:lpstr>
      <vt:lpstr>sous-classes de curseur</vt:lpstr>
      <vt:lpstr>Opérations courantes sur le curseur</vt:lpstr>
      <vt:lpstr>Traitement d’un Cursor </vt:lpstr>
      <vt:lpstr>Traitement d’un Cursor  </vt:lpstr>
      <vt:lpstr>Présentation PowerPoint</vt:lpstr>
      <vt:lpstr>Valeurs du contenu</vt:lpstr>
      <vt:lpstr>Valeurs du contenu</vt:lpstr>
      <vt:lpstr>Valeurs du contenu</vt:lpstr>
      <vt:lpstr>Présentation PowerPoint</vt:lpstr>
      <vt:lpstr>Vous avez toujours besoin de...</vt:lpstr>
      <vt:lpstr>Présentation PowerPoint</vt:lpstr>
      <vt:lpstr>Modèle de données</vt:lpstr>
      <vt:lpstr>Présentation PowerPoint</vt:lpstr>
      <vt:lpstr>Sous-classe SQLiteOpenHelper</vt:lpstr>
      <vt:lpstr>Déclarer les constantes pour les tables</vt:lpstr>
      <vt:lpstr>Déclarer les constantes pour les tables</vt:lpstr>
      <vt:lpstr>Définir la requête pour la création de la base de données</vt:lpstr>
      <vt:lpstr>onCreate()</vt:lpstr>
      <vt:lpstr>onUpgrade()</vt:lpstr>
      <vt:lpstr>Méthodes optionnelles</vt:lpstr>
      <vt:lpstr>Présentation PowerPoint</vt:lpstr>
      <vt:lpstr>Opérations de base de données</vt:lpstr>
      <vt:lpstr>Présentation PowerPoint</vt:lpstr>
      <vt:lpstr>Exécution des requêtes</vt:lpstr>
      <vt:lpstr>Méthodes de base de données pour l'exécution de requêtes</vt:lpstr>
      <vt:lpstr>Méthodes de base de données pour l'exécution de requêtes</vt:lpstr>
      <vt:lpstr>Format de SQLiteDatabase.query()</vt:lpstr>
      <vt:lpstr>Exemple de SQLiteDatabase.query()</vt:lpstr>
      <vt:lpstr>Exemple de SQLiteDatabase.query()</vt:lpstr>
      <vt:lpstr>Exemple de SQLiteDatabase.query()</vt:lpstr>
      <vt:lpstr>Exemple de SQLiteDatabase.query()</vt:lpstr>
      <vt:lpstr>Format SQLiteDatabase.rawQuery()</vt:lpstr>
      <vt:lpstr>Format SQLiteDatabase.rawQuery()</vt:lpstr>
      <vt:lpstr>Exemple de SQLiteDatabase.rawQuery()</vt:lpstr>
      <vt:lpstr>Exemple de SQLiteDatabase.rawQuery()</vt:lpstr>
      <vt:lpstr>Exemple de SQLiteDatabase.rawQuery()</vt:lpstr>
      <vt:lpstr>Présentation PowerPoint</vt:lpstr>
      <vt:lpstr>format d'insertion()</vt:lpstr>
      <vt:lpstr>format d'insertion()</vt:lpstr>
      <vt:lpstr>format d'insertion()</vt:lpstr>
      <vt:lpstr>Exemple d'insertion de la fonction</vt:lpstr>
      <vt:lpstr>format de suppression()</vt:lpstr>
      <vt:lpstr>Exemple de suppression()</vt:lpstr>
      <vt:lpstr>format de mise à jour()</vt:lpstr>
      <vt:lpstr>Exemple de mise à jour()</vt:lpstr>
      <vt:lpstr>Exemple de mise à jour()</vt:lpstr>
      <vt:lpstr>Toujours!</vt:lpstr>
      <vt:lpstr>Présentation PowerPoint</vt:lpstr>
      <vt:lpstr>Créez une instance de votre OpenHelper</vt:lpstr>
      <vt:lpstr>Présentation PowerPoint</vt:lpstr>
      <vt:lpstr>Architecture avec base de données SQLite</vt:lpstr>
      <vt:lpstr>Quand utiliser les transactions</vt:lpstr>
      <vt:lpstr>Expression transactionnelle</vt:lpstr>
      <vt:lpstr>Merci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Ailike</dc:creator>
  <cp:lastModifiedBy>AMINA.ABOULMIRA</cp:lastModifiedBy>
  <cp:revision>507</cp:revision>
  <dcterms:created xsi:type="dcterms:W3CDTF">2023-10-02T19:55:50Z</dcterms:created>
  <dcterms:modified xsi:type="dcterms:W3CDTF">2026-02-05T08:37:07Z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2017-04-25T00:00:00Z</vt:filetime>
  </property>
  <property fmtid="{D5CDD505-2E9C-101B-9397-08002B2CF9AE}" pid="3" name="Creator">
    <vt:lpwstr>Microsoft® PowerPoint® 2013</vt:lpwstr>
  </property>
  <property fmtid="{D5CDD505-2E9C-101B-9397-08002B2CF9AE}" pid="4" name="LastSaved">
    <vt:filetime>2023-10-02T00:00:00Z</vt:filetime>
  </property>
</Properties>
</file>