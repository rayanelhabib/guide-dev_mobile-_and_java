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16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9" r:id="rId18"/>
    <p:sldId id="290" r:id="rId19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963" y="4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6906" y="6584391"/>
            <a:ext cx="2103119" cy="156068"/>
          </a:xfrm>
        </p:spPr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266"/>
            <a:ext cx="12192000" cy="7164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9470" y="1705128"/>
            <a:ext cx="1667580" cy="49955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5568" y="1674812"/>
            <a:ext cx="1533109" cy="63011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7489952" y="1720596"/>
            <a:ext cx="1469813" cy="350520"/>
          </a:xfrm>
          <a:custGeom>
            <a:avLst/>
            <a:gdLst/>
            <a:ahLst/>
            <a:cxnLst/>
            <a:rect l="l" t="t" r="r" b="b"/>
            <a:pathLst>
              <a:path w="1102359" h="350519">
                <a:moveTo>
                  <a:pt x="940435" y="0"/>
                </a:moveTo>
                <a:lnTo>
                  <a:pt x="161416" y="0"/>
                </a:lnTo>
                <a:lnTo>
                  <a:pt x="118503" y="5765"/>
                </a:lnTo>
                <a:lnTo>
                  <a:pt x="79944" y="22036"/>
                </a:lnTo>
                <a:lnTo>
                  <a:pt x="47275" y="47275"/>
                </a:lnTo>
                <a:lnTo>
                  <a:pt x="22036" y="79944"/>
                </a:lnTo>
                <a:lnTo>
                  <a:pt x="5765" y="118503"/>
                </a:lnTo>
                <a:lnTo>
                  <a:pt x="0" y="161416"/>
                </a:lnTo>
                <a:lnTo>
                  <a:pt x="0" y="350519"/>
                </a:lnTo>
                <a:lnTo>
                  <a:pt x="1101852" y="350519"/>
                </a:lnTo>
                <a:lnTo>
                  <a:pt x="1101852" y="161416"/>
                </a:lnTo>
                <a:lnTo>
                  <a:pt x="1096086" y="118503"/>
                </a:lnTo>
                <a:lnTo>
                  <a:pt x="1079815" y="79944"/>
                </a:lnTo>
                <a:lnTo>
                  <a:pt x="1054576" y="47275"/>
                </a:lnTo>
                <a:lnTo>
                  <a:pt x="1021907" y="22036"/>
                </a:lnTo>
                <a:lnTo>
                  <a:pt x="983348" y="5765"/>
                </a:lnTo>
                <a:lnTo>
                  <a:pt x="940435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296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22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117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674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424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188237" y="4574539"/>
            <a:ext cx="9489163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 b="1">
                <a:solidFill>
                  <a:srgbClr val="40804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60B665D-9C23-4E79-9793-C791A8FE7E4B}"/>
              </a:ext>
            </a:extLst>
          </p:cNvPr>
          <p:cNvCxnSpPr>
            <a:cxnSpLocks/>
          </p:cNvCxnSpPr>
          <p:nvPr userDrawn="1"/>
        </p:nvCxnSpPr>
        <p:spPr>
          <a:xfrm flipV="1">
            <a:off x="194002" y="5381339"/>
            <a:ext cx="9483399" cy="26894"/>
          </a:xfrm>
          <a:prstGeom prst="line">
            <a:avLst/>
          </a:prstGeom>
          <a:ln w="38100">
            <a:solidFill>
              <a:srgbClr val="408043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ED613C6-68D5-4583-97D9-EDF1C63909BE}"/>
              </a:ext>
            </a:extLst>
          </p:cNvPr>
          <p:cNvSpPr/>
          <p:nvPr userDrawn="1"/>
        </p:nvSpPr>
        <p:spPr>
          <a:xfrm>
            <a:off x="0" y="373318"/>
            <a:ext cx="9829800" cy="914363"/>
          </a:xfrm>
          <a:prstGeom prst="rect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4080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2" name="Larme 1">
            <a:extLst>
              <a:ext uri="{FF2B5EF4-FFF2-40B4-BE49-F238E27FC236}">
                <a16:creationId xmlns:a16="http://schemas.microsoft.com/office/drawing/2014/main" id="{3E464C7D-C6A4-4A10-B6F0-5E8AAC53FFB7}"/>
              </a:ext>
            </a:extLst>
          </p:cNvPr>
          <p:cNvSpPr/>
          <p:nvPr userDrawn="1"/>
        </p:nvSpPr>
        <p:spPr>
          <a:xfrm>
            <a:off x="9067801" y="0"/>
            <a:ext cx="3142129" cy="2971800"/>
          </a:xfrm>
          <a:prstGeom prst="teardrop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763250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378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63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3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6CA8F-396F-4983-AE31-0C02BB3F84EA}"/>
              </a:ext>
            </a:extLst>
          </p:cNvPr>
          <p:cNvSpPr/>
          <p:nvPr userDrawn="1"/>
        </p:nvSpPr>
        <p:spPr>
          <a:xfrm>
            <a:off x="0" y="22969"/>
            <a:ext cx="12192000" cy="1043833"/>
          </a:xfrm>
          <a:prstGeom prst="rect">
            <a:avLst/>
          </a:prstGeom>
          <a:gradFill>
            <a:gsLst>
              <a:gs pos="100000">
                <a:srgbClr val="408043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45000" endPos="20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2E01707-A541-45B2-850C-B1ED883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>
            <a:no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1252540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17604" y="342901"/>
            <a:ext cx="10809817" cy="5461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117604" y="1130300"/>
            <a:ext cx="10809817" cy="5410200"/>
          </a:xfrm>
        </p:spPr>
        <p:txBody>
          <a:bodyPr/>
          <a:lstStyle/>
          <a:p>
            <a:pPr lv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94841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14B3-67E1-467A-B937-2787C2860C8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7"/>
            <a:ext cx="0" cy="91440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Application Development Services | Web &amp; Mobile Apps">
            <a:extLst>
              <a:ext uri="{FF2B5EF4-FFF2-40B4-BE49-F238E27FC236}">
                <a16:creationId xmlns:a16="http://schemas.microsoft.com/office/drawing/2014/main" id="{7FF2CECF-2DD2-4D12-81ED-725A02EC6D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3E46C9BB-2184-49F6-929C-B63DCCC43EC0}"/>
              </a:ext>
            </a:extLst>
          </p:cNvPr>
          <p:cNvSpPr/>
          <p:nvPr userDrawn="1"/>
        </p:nvSpPr>
        <p:spPr>
          <a:xfrm>
            <a:off x="-1" y="-2309"/>
            <a:ext cx="12192001" cy="4802909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99D5-362B-4E9D-827E-12E0AEE28714}"/>
              </a:ext>
            </a:extLst>
          </p:cNvPr>
          <p:cNvSpPr/>
          <p:nvPr userDrawn="1"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96816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266"/>
            <a:ext cx="12192000" cy="7164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763" y="7366"/>
            <a:ext cx="1012782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7850" y="1256539"/>
            <a:ext cx="10128673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6906" y="6584391"/>
            <a:ext cx="2103119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Bts Al kendy</a:t>
            </a:r>
            <a:endParaRPr lang="fr-FR"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2043" y="6560769"/>
            <a:ext cx="357293" cy="2080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27799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1.png"/><Relationship Id="rId7" Type="http://schemas.openxmlformats.org/officeDocument/2006/relationships/image" Target="../media/image22.jp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0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22.jp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5.png"/><Relationship Id="rId5" Type="http://schemas.openxmlformats.org/officeDocument/2006/relationships/image" Target="../media/image2.png"/><Relationship Id="rId15" Type="http://schemas.openxmlformats.org/officeDocument/2006/relationships/image" Target="../media/image39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35.png"/><Relationship Id="rId3" Type="http://schemas.openxmlformats.org/officeDocument/2006/relationships/image" Target="../media/image11.png"/><Relationship Id="rId7" Type="http://schemas.openxmlformats.org/officeDocument/2006/relationships/image" Target="../media/image22.jpg"/><Relationship Id="rId12" Type="http://schemas.openxmlformats.org/officeDocument/2006/relationships/image" Target="../media/image29.png"/><Relationship Id="rId17" Type="http://schemas.openxmlformats.org/officeDocument/2006/relationships/image" Target="../media/image39.png"/><Relationship Id="rId2" Type="http://schemas.openxmlformats.org/officeDocument/2006/relationships/image" Target="../media/image10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7.png"/><Relationship Id="rId5" Type="http://schemas.openxmlformats.org/officeDocument/2006/relationships/image" Target="../media/image2.png"/><Relationship Id="rId15" Type="http://schemas.openxmlformats.org/officeDocument/2006/relationships/image" Target="../media/image37.png"/><Relationship Id="rId10" Type="http://schemas.openxmlformats.org/officeDocument/2006/relationships/image" Target="../media/image44.png"/><Relationship Id="rId4" Type="http://schemas.openxmlformats.org/officeDocument/2006/relationships/image" Target="../media/image12.png"/><Relationship Id="rId9" Type="http://schemas.openxmlformats.org/officeDocument/2006/relationships/image" Target="../media/image43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8.png"/><Relationship Id="rId18" Type="http://schemas.openxmlformats.org/officeDocument/2006/relationships/image" Target="../media/image51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12" Type="http://schemas.openxmlformats.org/officeDocument/2006/relationships/image" Target="../media/image47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5" Type="http://schemas.openxmlformats.org/officeDocument/2006/relationships/image" Target="../media/image27.png"/><Relationship Id="rId10" Type="http://schemas.openxmlformats.org/officeDocument/2006/relationships/image" Target="../media/image17.png"/><Relationship Id="rId19" Type="http://schemas.openxmlformats.org/officeDocument/2006/relationships/image" Target="../media/image31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37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12" Type="http://schemas.openxmlformats.org/officeDocument/2006/relationships/image" Target="../media/image36.png"/><Relationship Id="rId2" Type="http://schemas.openxmlformats.org/officeDocument/2006/relationships/image" Target="../media/image10.png"/><Relationship Id="rId16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5.png"/><Relationship Id="rId5" Type="http://schemas.openxmlformats.org/officeDocument/2006/relationships/image" Target="../media/image2.png"/><Relationship Id="rId15" Type="http://schemas.openxmlformats.org/officeDocument/2006/relationships/image" Target="../media/image39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48.png"/><Relationship Id="rId18" Type="http://schemas.openxmlformats.org/officeDocument/2006/relationships/image" Target="../media/image59.png"/><Relationship Id="rId3" Type="http://schemas.openxmlformats.org/officeDocument/2006/relationships/image" Target="../media/image11.pn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image" Target="../media/image56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5" Type="http://schemas.openxmlformats.org/officeDocument/2006/relationships/image" Target="../media/image27.png"/><Relationship Id="rId10" Type="http://schemas.openxmlformats.org/officeDocument/2006/relationships/image" Target="../media/image17.png"/><Relationship Id="rId19" Type="http://schemas.openxmlformats.org/officeDocument/2006/relationships/image" Target="../media/image31.png"/><Relationship Id="rId4" Type="http://schemas.openxmlformats.org/officeDocument/2006/relationships/image" Target="../media/image12.png"/><Relationship Id="rId9" Type="http://schemas.openxmlformats.org/officeDocument/2006/relationships/image" Target="../media/image55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65.png"/><Relationship Id="rId3" Type="http://schemas.openxmlformats.org/officeDocument/2006/relationships/image" Target="../media/image11.png"/><Relationship Id="rId21" Type="http://schemas.openxmlformats.org/officeDocument/2006/relationships/image" Target="../media/image23.png"/><Relationship Id="rId7" Type="http://schemas.openxmlformats.org/officeDocument/2006/relationships/image" Target="../media/image22.jpg"/><Relationship Id="rId12" Type="http://schemas.openxmlformats.org/officeDocument/2006/relationships/image" Target="../media/image29.png"/><Relationship Id="rId17" Type="http://schemas.openxmlformats.org/officeDocument/2006/relationships/image" Target="../media/image39.png"/><Relationship Id="rId25" Type="http://schemas.openxmlformats.org/officeDocument/2006/relationships/image" Target="../media/image27.png"/><Relationship Id="rId2" Type="http://schemas.openxmlformats.org/officeDocument/2006/relationships/image" Target="../media/image10.png"/><Relationship Id="rId16" Type="http://schemas.openxmlformats.org/officeDocument/2006/relationships/image" Target="../media/image38.png"/><Relationship Id="rId20" Type="http://schemas.openxmlformats.org/officeDocument/2006/relationships/image" Target="../media/image34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11" Type="http://schemas.openxmlformats.org/officeDocument/2006/relationships/image" Target="../media/image44.png"/><Relationship Id="rId24" Type="http://schemas.openxmlformats.org/officeDocument/2006/relationships/image" Target="../media/image64.png"/><Relationship Id="rId5" Type="http://schemas.openxmlformats.org/officeDocument/2006/relationships/image" Target="../media/image2.png"/><Relationship Id="rId15" Type="http://schemas.openxmlformats.org/officeDocument/2006/relationships/image" Target="../media/image37.png"/><Relationship Id="rId23" Type="http://schemas.openxmlformats.org/officeDocument/2006/relationships/image" Target="../media/image25.png"/><Relationship Id="rId28" Type="http://schemas.openxmlformats.org/officeDocument/2006/relationships/image" Target="../media/image31.png"/><Relationship Id="rId10" Type="http://schemas.openxmlformats.org/officeDocument/2006/relationships/image" Target="../media/image62.png"/><Relationship Id="rId19" Type="http://schemas.openxmlformats.org/officeDocument/2006/relationships/image" Target="../media/image41.png"/><Relationship Id="rId4" Type="http://schemas.openxmlformats.org/officeDocument/2006/relationships/image" Target="../media/image12.png"/><Relationship Id="rId9" Type="http://schemas.openxmlformats.org/officeDocument/2006/relationships/image" Target="../media/image42.png"/><Relationship Id="rId14" Type="http://schemas.openxmlformats.org/officeDocument/2006/relationships/image" Target="../media/image36.png"/><Relationship Id="rId22" Type="http://schemas.openxmlformats.org/officeDocument/2006/relationships/image" Target="../media/image63.png"/><Relationship Id="rId27" Type="http://schemas.openxmlformats.org/officeDocument/2006/relationships/image" Target="../media/image66.png"/><Relationship Id="rId30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49.png"/><Relationship Id="rId18" Type="http://schemas.openxmlformats.org/officeDocument/2006/relationships/image" Target="../media/image31.png"/><Relationship Id="rId3" Type="http://schemas.openxmlformats.org/officeDocument/2006/relationships/image" Target="../media/image11.png"/><Relationship Id="rId21" Type="http://schemas.openxmlformats.org/officeDocument/2006/relationships/image" Target="../media/image20.png"/><Relationship Id="rId7" Type="http://schemas.openxmlformats.org/officeDocument/2006/relationships/image" Target="../media/image70.png"/><Relationship Id="rId12" Type="http://schemas.openxmlformats.org/officeDocument/2006/relationships/image" Target="../media/image23.png"/><Relationship Id="rId17" Type="http://schemas.openxmlformats.org/officeDocument/2006/relationships/image" Target="../media/image59.png"/><Relationship Id="rId2" Type="http://schemas.openxmlformats.org/officeDocument/2006/relationships/image" Target="../media/image10.png"/><Relationship Id="rId16" Type="http://schemas.openxmlformats.org/officeDocument/2006/relationships/image" Target="../media/image25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g"/><Relationship Id="rId11" Type="http://schemas.openxmlformats.org/officeDocument/2006/relationships/image" Target="../media/image17.png"/><Relationship Id="rId5" Type="http://schemas.openxmlformats.org/officeDocument/2006/relationships/image" Target="../media/image2.png"/><Relationship Id="rId15" Type="http://schemas.openxmlformats.org/officeDocument/2006/relationships/image" Target="../media/image58.png"/><Relationship Id="rId10" Type="http://schemas.openxmlformats.org/officeDocument/2006/relationships/image" Target="../media/image55.png"/><Relationship Id="rId19" Type="http://schemas.openxmlformats.org/officeDocument/2006/relationships/image" Target="../media/image71.png"/><Relationship Id="rId4" Type="http://schemas.openxmlformats.org/officeDocument/2006/relationships/image" Target="../media/image12.png"/><Relationship Id="rId9" Type="http://schemas.openxmlformats.org/officeDocument/2006/relationships/image" Target="../media/image54.png"/><Relationship Id="rId14" Type="http://schemas.openxmlformats.org/officeDocument/2006/relationships/image" Target="../media/image27.png"/><Relationship Id="rId22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1.png"/><Relationship Id="rId7" Type="http://schemas.openxmlformats.org/officeDocument/2006/relationships/image" Target="../media/image7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jpg"/><Relationship Id="rId5" Type="http://schemas.openxmlformats.org/officeDocument/2006/relationships/image" Target="../media/image2.png"/><Relationship Id="rId10" Type="http://schemas.openxmlformats.org/officeDocument/2006/relationships/image" Target="../media/image78.png"/><Relationship Id="rId4" Type="http://schemas.openxmlformats.org/officeDocument/2006/relationships/image" Target="../media/image12.png"/><Relationship Id="rId9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1.png"/><Relationship Id="rId7" Type="http://schemas.openxmlformats.org/officeDocument/2006/relationships/image" Target="../media/image7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jpg"/><Relationship Id="rId5" Type="http://schemas.openxmlformats.org/officeDocument/2006/relationships/image" Target="../media/image2.png"/><Relationship Id="rId10" Type="http://schemas.openxmlformats.org/officeDocument/2006/relationships/image" Target="../media/image81.png"/><Relationship Id="rId4" Type="http://schemas.openxmlformats.org/officeDocument/2006/relationships/image" Target="../media/image12.png"/><Relationship Id="rId9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hyperlink" Target="https://robots.thoughtbot.com/android-imageview-scaletype-a-visual-guide" TargetMode="External"/><Relationship Id="rId2" Type="http://schemas.openxmlformats.org/officeDocument/2006/relationships/hyperlink" Target="https://openclassrooms.com/courses/creez-des-applications-pour-android/preambule-quelques-concepts-avances#r-203220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thias-seguy.developpez.com/tutoriels/android/utiliser-ressources#LII-A" TargetMode="External"/><Relationship Id="rId5" Type="http://schemas.openxmlformats.org/officeDocument/2006/relationships/image" Target="../media/image82.png"/><Relationship Id="rId4" Type="http://schemas.openxmlformats.org/officeDocument/2006/relationships/hyperlink" Target="https://www.youtube.com/watch?v=UJN3AL4tiqw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://www.coderefer.com/android-layouts-types-android-layout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257800"/>
            <a:ext cx="6572250" cy="461692"/>
          </a:xfrm>
        </p:spPr>
        <p:txBody>
          <a:bodyPr>
            <a:noAutofit/>
          </a:bodyPr>
          <a:lstStyle/>
          <a:p>
            <a:pPr algn="l"/>
            <a:r>
              <a:rPr lang="en" sz="3000" b="1" dirty="0">
                <a:solidFill>
                  <a:srgbClr val="002060"/>
                </a:solidFill>
              </a:rPr>
              <a:t>Cours de </a:t>
            </a:r>
            <a:r>
              <a:rPr lang="en-US" sz="3000" b="1" dirty="0" err="1">
                <a:solidFill>
                  <a:srgbClr val="002060"/>
                </a:solidFill>
              </a:rPr>
              <a:t>Développement</a:t>
            </a:r>
            <a:r>
              <a:rPr lang="en-US" sz="3000" b="1" dirty="0">
                <a:solidFill>
                  <a:srgbClr val="002060"/>
                </a:solidFill>
              </a:rPr>
              <a:t> Mobile</a:t>
            </a:r>
            <a:endParaRPr lang="en-IN" sz="1800" b="1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55" rtl="0">
              <a:buClr>
                <a:srgbClr val="000000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rPr>
              <a:t>AMINA ABOULMIRA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1589315" y="5711327"/>
            <a:ext cx="411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914355">
              <a:buClr>
                <a:srgbClr val="000000"/>
              </a:buClr>
            </a:pPr>
            <a:r>
              <a:rPr lang="fr-FR" sz="1400" b="1">
                <a:solidFill>
                  <a:srgbClr val="00B050"/>
                </a:solidFill>
              </a:rPr>
              <a:t>Cycle </a:t>
            </a:r>
            <a:r>
              <a:rPr lang="fr-FR" sz="1400" b="1" dirty="0">
                <a:solidFill>
                  <a:srgbClr val="00B050"/>
                </a:solidFill>
              </a:rPr>
              <a:t>de vie d’une activité</a:t>
            </a:r>
            <a:endParaRPr lang="en" sz="1400" b="1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1DCF9-588E-4536-BE09-9F9C6D554AD1}"/>
              </a:ext>
            </a:extLst>
          </p:cNvPr>
          <p:cNvSpPr/>
          <p:nvPr/>
        </p:nvSpPr>
        <p:spPr>
          <a:xfrm>
            <a:off x="8201479" y="3946512"/>
            <a:ext cx="2114550" cy="7445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342900" rtl="0"/>
            <a:endParaRPr lang="ar-MA" sz="1350" kern="1200">
              <a:solidFill>
                <a:prstClr val="white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3F4EF88-02C2-421B-A5A3-19CFFE18F05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23802" y="4021712"/>
            <a:ext cx="1669904" cy="5941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7" y="1504430"/>
            <a:ext cx="3361690" cy="7747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spcBef>
                <a:spcPts val="434"/>
              </a:spcBef>
            </a:pPr>
            <a:r>
              <a:rPr sz="2400" b="1" spc="-10" dirty="0">
                <a:solidFill>
                  <a:srgbClr val="3A8B39"/>
                </a:solidFill>
                <a:latin typeface="Calibri"/>
                <a:cs typeface="Calibri"/>
              </a:rPr>
              <a:t>Prérequis</a:t>
            </a:r>
            <a:endParaRPr sz="2400">
              <a:latin typeface="Calibri"/>
              <a:cs typeface="Calibri"/>
            </a:endParaRPr>
          </a:p>
          <a:p>
            <a:pPr marL="570230">
              <a:spcBef>
                <a:spcPts val="280"/>
              </a:spcBef>
            </a:pPr>
            <a:r>
              <a:rPr sz="2000" dirty="0">
                <a:latin typeface="Calibri"/>
                <a:cs typeface="Calibri"/>
              </a:rPr>
              <a:t>Maîtrise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Android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Studio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091183"/>
            <a:ext cx="109728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4354448"/>
            <a:ext cx="109728" cy="1249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87068" y="3769199"/>
            <a:ext cx="4801235" cy="77008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spcBef>
                <a:spcPts val="425"/>
              </a:spcBef>
            </a:pP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Objectifs</a:t>
            </a:r>
            <a:r>
              <a:rPr sz="24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du</a:t>
            </a:r>
            <a:r>
              <a:rPr sz="24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A8B39"/>
                </a:solidFill>
                <a:latin typeface="Calibri"/>
                <a:cs typeface="Calibri"/>
              </a:rPr>
              <a:t>cours</a:t>
            </a:r>
            <a:endParaRPr sz="2400" dirty="0">
              <a:latin typeface="Calibri"/>
              <a:cs typeface="Calibri"/>
            </a:endParaRPr>
          </a:p>
          <a:p>
            <a:pPr marL="547370">
              <a:spcBef>
                <a:spcPts val="265"/>
              </a:spcBef>
            </a:pPr>
            <a:r>
              <a:rPr sz="2000" dirty="0" err="1">
                <a:latin typeface="Calibri"/>
                <a:cs typeface="Calibri"/>
              </a:rPr>
              <a:t>Comprendre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activité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4046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Résumé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0034" y="1900935"/>
            <a:ext cx="468073" cy="52832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631" y="1571626"/>
            <a:ext cx="97853" cy="1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3460" y="1882521"/>
            <a:ext cx="9802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3460" y="2191893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3208401"/>
            <a:ext cx="84708" cy="99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3491865"/>
            <a:ext cx="84708" cy="99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631" y="4491610"/>
            <a:ext cx="97853" cy="112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3460" y="4802505"/>
            <a:ext cx="98023" cy="112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87067" y="1057192"/>
            <a:ext cx="7799070" cy="39166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Une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activité</a:t>
            </a:r>
            <a:r>
              <a:rPr sz="20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=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un</a:t>
            </a:r>
            <a:r>
              <a:rPr sz="20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écran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graphique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295"/>
              </a:spcBef>
            </a:pPr>
            <a:r>
              <a:rPr dirty="0">
                <a:latin typeface="Calibri"/>
                <a:cs typeface="Calibri"/>
              </a:rPr>
              <a:t>définie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./java/</a:t>
            </a:r>
            <a:endParaRPr sz="1600">
              <a:latin typeface="Consolas"/>
              <a:cs typeface="Consolas"/>
            </a:endParaRPr>
          </a:p>
          <a:p>
            <a:pPr marL="570230">
              <a:spcBef>
                <a:spcPts val="290"/>
              </a:spcBef>
            </a:pPr>
            <a:r>
              <a:rPr dirty="0">
                <a:latin typeface="Calibri"/>
                <a:cs typeface="Calibri"/>
              </a:rPr>
              <a:t>souvent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c’est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d'utilisation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UML</a:t>
            </a:r>
            <a:endParaRPr>
              <a:latin typeface="Calibri"/>
              <a:cs typeface="Calibri"/>
            </a:endParaRPr>
          </a:p>
          <a:p>
            <a:pPr marL="570230">
              <a:spcBef>
                <a:spcPts val="280"/>
              </a:spcBef>
            </a:pPr>
            <a:r>
              <a:rPr spc="-10" dirty="0">
                <a:latin typeface="Calibri"/>
                <a:cs typeface="Calibri"/>
              </a:rPr>
              <a:t>contrôle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éléments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définis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du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Java</a:t>
            </a:r>
            <a:endParaRPr>
              <a:latin typeface="Calibri"/>
              <a:cs typeface="Calibri"/>
            </a:endParaRPr>
          </a:p>
          <a:p>
            <a:pPr>
              <a:spcBef>
                <a:spcPts val="994"/>
              </a:spcBef>
            </a:pPr>
            <a:endParaRPr>
              <a:latin typeface="Calibri"/>
              <a:cs typeface="Calibri"/>
            </a:endParaRPr>
          </a:p>
          <a:p>
            <a:pPr marL="12700"/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Hérite</a:t>
            </a:r>
            <a:r>
              <a:rPr sz="2000" b="1" spc="-8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3A8B39"/>
                </a:solidFill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345"/>
              </a:spcBef>
              <a:tabLst>
                <a:tab pos="3571240" algn="l"/>
              </a:tabLst>
            </a:pPr>
            <a:r>
              <a:rPr sz="1600" b="1" spc="-10" dirty="0">
                <a:latin typeface="Consolas"/>
                <a:cs typeface="Consolas"/>
              </a:rPr>
              <a:t>android.app.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	</a:t>
            </a:r>
            <a:r>
              <a:rPr sz="1600" spc="-25" dirty="0">
                <a:latin typeface="Calibri Light"/>
                <a:cs typeface="Calibri Light"/>
              </a:rPr>
              <a:t>ou</a:t>
            </a:r>
            <a:endParaRPr sz="1600">
              <a:latin typeface="Calibri Light"/>
              <a:cs typeface="Calibri Light"/>
            </a:endParaRPr>
          </a:p>
          <a:p>
            <a:pPr marL="570230">
              <a:spcBef>
                <a:spcPts val="310"/>
              </a:spcBef>
            </a:pPr>
            <a:r>
              <a:rPr sz="1600" b="1" spc="-10" dirty="0">
                <a:latin typeface="Consolas"/>
                <a:cs typeface="Consolas"/>
              </a:rPr>
              <a:t>android.support.v7.app.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AppCompatActivity</a:t>
            </a:r>
            <a:r>
              <a:rPr sz="1600" b="1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1290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Interface</a:t>
            </a:r>
            <a:r>
              <a:rPr sz="2000" b="1" spc="-8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graphique</a:t>
            </a:r>
            <a:r>
              <a:rPr sz="2000" b="1" spc="-8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(IHM)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300"/>
              </a:spcBef>
            </a:pPr>
            <a:r>
              <a:rPr dirty="0">
                <a:latin typeface="Calibri"/>
                <a:cs typeface="Calibri"/>
              </a:rPr>
              <a:t>associé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à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vue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</a:t>
            </a:r>
            <a:r>
              <a:rPr sz="1600" b="1" spc="-10" dirty="0">
                <a:latin typeface="Consolas"/>
                <a:cs typeface="Consolas"/>
              </a:rPr>
              <a:t>./res/layout/</a:t>
            </a:r>
            <a:r>
              <a:rPr spc="-10" dirty="0"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  <a:p>
            <a:pPr marL="570230">
              <a:spcBef>
                <a:spcPts val="290"/>
              </a:spcBef>
            </a:pPr>
            <a:r>
              <a:rPr dirty="0">
                <a:latin typeface="Calibri"/>
                <a:cs typeface="Calibri"/>
              </a:rPr>
              <a:t>certains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éléments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(texte,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dimension,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couleur)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sont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définis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./res/values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3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077213" y="3032810"/>
            <a:ext cx="3861435" cy="2724150"/>
            <a:chOff x="553212" y="3032810"/>
            <a:chExt cx="3861435" cy="272415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900" y="3084400"/>
              <a:ext cx="2655624" cy="5009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260" y="3032810"/>
              <a:ext cx="2338578" cy="6560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2168" y="3099816"/>
              <a:ext cx="2506980" cy="352425"/>
            </a:xfrm>
            <a:custGeom>
              <a:avLst/>
              <a:gdLst/>
              <a:ahLst/>
              <a:cxnLst/>
              <a:rect l="l" t="t" r="r" b="b"/>
              <a:pathLst>
                <a:path w="2506980" h="352425">
                  <a:moveTo>
                    <a:pt x="2344801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2506980" y="352044"/>
                  </a:lnTo>
                  <a:lnTo>
                    <a:pt x="2506980" y="162179"/>
                  </a:lnTo>
                  <a:lnTo>
                    <a:pt x="2501184" y="119077"/>
                  </a:lnTo>
                  <a:lnTo>
                    <a:pt x="2484830" y="80339"/>
                  </a:lnTo>
                  <a:lnTo>
                    <a:pt x="2459466" y="47513"/>
                  </a:lnTo>
                  <a:lnTo>
                    <a:pt x="2426640" y="22149"/>
                  </a:lnTo>
                  <a:lnTo>
                    <a:pt x="2387902" y="5795"/>
                  </a:lnTo>
                  <a:lnTo>
                    <a:pt x="234480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212" y="3422916"/>
              <a:ext cx="3861054" cy="23340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7596" y="3462515"/>
              <a:ext cx="2532126" cy="22181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2168" y="3451859"/>
              <a:ext cx="3685540" cy="2158365"/>
            </a:xfrm>
            <a:custGeom>
              <a:avLst/>
              <a:gdLst/>
              <a:ahLst/>
              <a:cxnLst/>
              <a:rect l="l" t="t" r="r" b="b"/>
              <a:pathLst>
                <a:path w="3685540" h="2158365">
                  <a:moveTo>
                    <a:pt x="3499230" y="0"/>
                  </a:moveTo>
                  <a:lnTo>
                    <a:pt x="0" y="0"/>
                  </a:lnTo>
                  <a:lnTo>
                    <a:pt x="0" y="1972183"/>
                  </a:lnTo>
                  <a:lnTo>
                    <a:pt x="6635" y="2021576"/>
                  </a:lnTo>
                  <a:lnTo>
                    <a:pt x="25363" y="2065960"/>
                  </a:lnTo>
                  <a:lnTo>
                    <a:pt x="54411" y="2103564"/>
                  </a:lnTo>
                  <a:lnTo>
                    <a:pt x="92010" y="2132616"/>
                  </a:lnTo>
                  <a:lnTo>
                    <a:pt x="136388" y="2151347"/>
                  </a:lnTo>
                  <a:lnTo>
                    <a:pt x="185775" y="2157984"/>
                  </a:lnTo>
                  <a:lnTo>
                    <a:pt x="3685031" y="2157984"/>
                  </a:lnTo>
                  <a:lnTo>
                    <a:pt x="3685031" y="185800"/>
                  </a:lnTo>
                  <a:lnTo>
                    <a:pt x="3678395" y="136407"/>
                  </a:lnTo>
                  <a:lnTo>
                    <a:pt x="3659664" y="92023"/>
                  </a:lnTo>
                  <a:lnTo>
                    <a:pt x="3630612" y="54419"/>
                  </a:lnTo>
                  <a:lnTo>
                    <a:pt x="3593008" y="25367"/>
                  </a:lnTo>
                  <a:lnTo>
                    <a:pt x="3548624" y="6636"/>
                  </a:lnTo>
                  <a:lnTo>
                    <a:pt x="349923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82572" y="683515"/>
            <a:ext cx="4084320" cy="473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6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(1/2)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2400">
              <a:latin typeface="Calibri Light"/>
              <a:cs typeface="Calibri Light"/>
            </a:endParaRPr>
          </a:p>
          <a:p>
            <a:pPr>
              <a:spcBef>
                <a:spcPts val="45"/>
              </a:spcBef>
            </a:pPr>
            <a:endParaRPr sz="2400">
              <a:latin typeface="Calibri Light"/>
              <a:cs typeface="Calibri Light"/>
            </a:endParaRPr>
          </a:p>
          <a:p>
            <a:pPr marL="316865" marR="508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7817"/>
                </a:solidFill>
                <a:latin typeface="Calibri"/>
                <a:cs typeface="Calibri"/>
              </a:rPr>
              <a:t>changement</a:t>
            </a:r>
            <a:r>
              <a:rPr sz="20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337817"/>
                </a:solidFill>
                <a:latin typeface="Calibri"/>
                <a:cs typeface="Calibri"/>
              </a:rPr>
              <a:t>d’état</a:t>
            </a:r>
            <a:r>
              <a:rPr sz="20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d’une</a:t>
            </a:r>
            <a:r>
              <a:rPr sz="20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7817"/>
                </a:solidFill>
                <a:latin typeface="Calibri"/>
                <a:cs typeface="Calibri"/>
              </a:rPr>
              <a:t>activité </a:t>
            </a:r>
            <a:r>
              <a:rPr sz="2000" dirty="0">
                <a:latin typeface="Calibri"/>
                <a:cs typeface="Calibri"/>
              </a:rPr>
              <a:t>provoque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déclenchement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la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méthode</a:t>
            </a:r>
            <a:r>
              <a:rPr sz="20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7817"/>
                </a:solidFill>
                <a:latin typeface="Calibri"/>
                <a:cs typeface="Calibri"/>
              </a:rPr>
              <a:t>callback</a:t>
            </a:r>
            <a:r>
              <a:rPr sz="20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correspondante.</a:t>
            </a:r>
            <a:endParaRPr sz="2000">
              <a:latin typeface="Calibri"/>
              <a:cs typeface="Calibri"/>
            </a:endParaRPr>
          </a:p>
          <a:p>
            <a:pPr>
              <a:spcBef>
                <a:spcPts val="1350"/>
              </a:spcBef>
            </a:pPr>
            <a:endParaRPr sz="2000">
              <a:latin typeface="Calibri"/>
              <a:cs typeface="Calibri"/>
            </a:endParaRPr>
          </a:p>
          <a:p>
            <a:pPr marL="462280"/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Méthodes</a:t>
            </a:r>
            <a:r>
              <a:rPr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callback</a:t>
            </a:r>
            <a:r>
              <a:rPr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>
              <a:latin typeface="Calibri"/>
              <a:cs typeface="Calibri"/>
            </a:endParaRPr>
          </a:p>
          <a:p>
            <a:pPr marL="469900" marR="1604645">
              <a:lnSpc>
                <a:spcPct val="110500"/>
              </a:lnSpc>
              <a:spcBef>
                <a:spcPts val="98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onCreate(...)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onStart()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onRestart()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onResume()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onPause()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onStop()</a:t>
            </a:r>
            <a:r>
              <a:rPr sz="1600" b="1" spc="5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onDestroy()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58671" y="1372449"/>
            <a:ext cx="3738374" cy="4941721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02991" y="1525524"/>
            <a:ext cx="2565400" cy="4625340"/>
            <a:chOff x="1078991" y="1525524"/>
            <a:chExt cx="2565400" cy="462534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25524"/>
              <a:ext cx="2564892" cy="4625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30296" y="3721608"/>
              <a:ext cx="361188" cy="359663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58671" y="1372449"/>
            <a:ext cx="3738374" cy="494172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21149" y="4142614"/>
            <a:ext cx="42227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800" spc="-10" dirty="0">
                <a:solidFill>
                  <a:srgbClr val="F1F1F1"/>
                </a:solidFill>
                <a:latin typeface="Calibri"/>
                <a:cs typeface="Calibri"/>
              </a:rPr>
              <a:t>LearnApp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0945" y="3662935"/>
            <a:ext cx="624840" cy="681355"/>
          </a:xfrm>
          <a:custGeom>
            <a:avLst/>
            <a:gdLst/>
            <a:ahLst/>
            <a:cxnLst/>
            <a:rect l="l" t="t" r="r" b="b"/>
            <a:pathLst>
              <a:path w="624839" h="681354">
                <a:moveTo>
                  <a:pt x="0" y="681227"/>
                </a:moveTo>
                <a:lnTo>
                  <a:pt x="624840" y="681227"/>
                </a:lnTo>
                <a:lnTo>
                  <a:pt x="624840" y="0"/>
                </a:lnTo>
                <a:lnTo>
                  <a:pt x="0" y="0"/>
                </a:lnTo>
                <a:lnTo>
                  <a:pt x="0" y="68122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0891" y="4116324"/>
            <a:ext cx="569976" cy="766571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93658" y="1525524"/>
            <a:ext cx="2583815" cy="4653280"/>
            <a:chOff x="1069657" y="1525524"/>
            <a:chExt cx="2583815" cy="46532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25524"/>
              <a:ext cx="2564892" cy="46436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4419" y="1539240"/>
              <a:ext cx="2574290" cy="4634865"/>
            </a:xfrm>
            <a:custGeom>
              <a:avLst/>
              <a:gdLst/>
              <a:ahLst/>
              <a:cxnLst/>
              <a:rect l="l" t="t" r="r" b="b"/>
              <a:pathLst>
                <a:path w="2574290" h="4634865">
                  <a:moveTo>
                    <a:pt x="0" y="4634484"/>
                  </a:moveTo>
                  <a:lnTo>
                    <a:pt x="2574035" y="4634484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463448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1659" y="4543044"/>
              <a:ext cx="1021080" cy="32461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658672" y="1372449"/>
            <a:ext cx="3738879" cy="4942205"/>
            <a:chOff x="5134671" y="1372448"/>
            <a:chExt cx="3738879" cy="494220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56781" y="1898141"/>
              <a:ext cx="1026160" cy="1687195"/>
            </a:xfrm>
            <a:custGeom>
              <a:avLst/>
              <a:gdLst/>
              <a:ahLst/>
              <a:cxnLst/>
              <a:rect l="l" t="t" r="r" b="b"/>
              <a:pathLst>
                <a:path w="1026159" h="1687195">
                  <a:moveTo>
                    <a:pt x="0" y="257555"/>
                  </a:moveTo>
                  <a:lnTo>
                    <a:pt x="1025652" y="257555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5"/>
                  </a:lnTo>
                  <a:close/>
                </a:path>
                <a:path w="1026159" h="1687195">
                  <a:moveTo>
                    <a:pt x="0" y="765047"/>
                  </a:moveTo>
                  <a:lnTo>
                    <a:pt x="1025652" y="765047"/>
                  </a:lnTo>
                  <a:lnTo>
                    <a:pt x="1025652" y="507491"/>
                  </a:lnTo>
                  <a:lnTo>
                    <a:pt x="0" y="507491"/>
                  </a:lnTo>
                  <a:lnTo>
                    <a:pt x="0" y="765047"/>
                  </a:lnTo>
                  <a:close/>
                </a:path>
                <a:path w="1026159" h="1687195">
                  <a:moveTo>
                    <a:pt x="0" y="1271015"/>
                  </a:moveTo>
                  <a:lnTo>
                    <a:pt x="1025652" y="1271015"/>
                  </a:lnTo>
                  <a:lnTo>
                    <a:pt x="1025652" y="1013459"/>
                  </a:lnTo>
                  <a:lnTo>
                    <a:pt x="0" y="1013459"/>
                  </a:lnTo>
                  <a:lnTo>
                    <a:pt x="0" y="1271015"/>
                  </a:lnTo>
                  <a:close/>
                </a:path>
                <a:path w="1026159" h="1687195">
                  <a:moveTo>
                    <a:pt x="155447" y="1558289"/>
                  </a:moveTo>
                  <a:lnTo>
                    <a:pt x="165568" y="1508164"/>
                  </a:lnTo>
                  <a:lnTo>
                    <a:pt x="193166" y="1467230"/>
                  </a:lnTo>
                  <a:lnTo>
                    <a:pt x="234100" y="1439632"/>
                  </a:lnTo>
                  <a:lnTo>
                    <a:pt x="284225" y="1429511"/>
                  </a:lnTo>
                  <a:lnTo>
                    <a:pt x="735329" y="1429511"/>
                  </a:lnTo>
                  <a:lnTo>
                    <a:pt x="785455" y="1439632"/>
                  </a:lnTo>
                  <a:lnTo>
                    <a:pt x="826388" y="1467230"/>
                  </a:lnTo>
                  <a:lnTo>
                    <a:pt x="853987" y="1508164"/>
                  </a:lnTo>
                  <a:lnTo>
                    <a:pt x="864108" y="1558289"/>
                  </a:lnTo>
                  <a:lnTo>
                    <a:pt x="853987" y="1608415"/>
                  </a:lnTo>
                  <a:lnTo>
                    <a:pt x="826388" y="1649348"/>
                  </a:lnTo>
                  <a:lnTo>
                    <a:pt x="785455" y="1676947"/>
                  </a:lnTo>
                  <a:lnTo>
                    <a:pt x="735329" y="1687067"/>
                  </a:lnTo>
                  <a:lnTo>
                    <a:pt x="284225" y="1687067"/>
                  </a:lnTo>
                  <a:lnTo>
                    <a:pt x="234100" y="1676947"/>
                  </a:lnTo>
                  <a:lnTo>
                    <a:pt x="193166" y="1649348"/>
                  </a:lnTo>
                  <a:lnTo>
                    <a:pt x="165568" y="1608415"/>
                  </a:lnTo>
                  <a:lnTo>
                    <a:pt x="155447" y="1558289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6223" y="1741970"/>
              <a:ext cx="329247" cy="3276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03363" y="1712975"/>
              <a:ext cx="374954" cy="4343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85659" y="1781555"/>
              <a:ext cx="214884" cy="2148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6223" y="2234222"/>
              <a:ext cx="329247" cy="327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03363" y="2205227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85659" y="2273808"/>
              <a:ext cx="214884" cy="21488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6223" y="2727998"/>
              <a:ext cx="329247" cy="32762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03363" y="2699003"/>
              <a:ext cx="374954" cy="4343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85659" y="2767583"/>
              <a:ext cx="214884" cy="21488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26579" y="3172904"/>
              <a:ext cx="330746" cy="3292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05243" y="3145535"/>
              <a:ext cx="374954" cy="4343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86015" y="3212591"/>
              <a:ext cx="216407" cy="21640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568056" y="1776222"/>
            <a:ext cx="301625" cy="1640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969"/>
              </a:spcBef>
            </a:pPr>
            <a:endParaRPr sz="1200">
              <a:latin typeface="Calibri"/>
              <a:cs typeface="Calibri"/>
            </a:endParaRPr>
          </a:p>
          <a:p>
            <a:pPr marR="5080" algn="r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980"/>
              </a:spcBef>
            </a:pPr>
            <a:endParaRPr sz="1200">
              <a:latin typeface="Calibri"/>
              <a:cs typeface="Calibri"/>
            </a:endParaRPr>
          </a:p>
          <a:p>
            <a:pPr marR="5080" algn="r">
              <a:spcBef>
                <a:spcPts val="5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605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36229" y="1405889"/>
            <a:ext cx="708660" cy="257810"/>
          </a:xfrm>
          <a:custGeom>
            <a:avLst/>
            <a:gdLst/>
            <a:ahLst/>
            <a:cxnLst/>
            <a:rect l="l" t="t" r="r" b="b"/>
            <a:pathLst>
              <a:path w="708659" h="257810">
                <a:moveTo>
                  <a:pt x="0" y="128777"/>
                </a:moveTo>
                <a:lnTo>
                  <a:pt x="10120" y="78652"/>
                </a:lnTo>
                <a:lnTo>
                  <a:pt x="37719" y="37719"/>
                </a:lnTo>
                <a:lnTo>
                  <a:pt x="78652" y="10120"/>
                </a:lnTo>
                <a:lnTo>
                  <a:pt x="128777" y="0"/>
                </a:lnTo>
                <a:lnTo>
                  <a:pt x="579881" y="0"/>
                </a:lnTo>
                <a:lnTo>
                  <a:pt x="630007" y="10120"/>
                </a:lnTo>
                <a:lnTo>
                  <a:pt x="670940" y="37719"/>
                </a:lnTo>
                <a:lnTo>
                  <a:pt x="698539" y="78652"/>
                </a:lnTo>
                <a:lnTo>
                  <a:pt x="708660" y="128777"/>
                </a:lnTo>
                <a:lnTo>
                  <a:pt x="698539" y="178903"/>
                </a:lnTo>
                <a:lnTo>
                  <a:pt x="670941" y="219837"/>
                </a:lnTo>
                <a:lnTo>
                  <a:pt x="630007" y="247435"/>
                </a:lnTo>
                <a:lnTo>
                  <a:pt x="579881" y="257556"/>
                </a:lnTo>
                <a:lnTo>
                  <a:pt x="128777" y="257556"/>
                </a:lnTo>
                <a:lnTo>
                  <a:pt x="78652" y="247435"/>
                </a:lnTo>
                <a:lnTo>
                  <a:pt x="37719" y="219837"/>
                </a:lnTo>
                <a:lnTo>
                  <a:pt x="10120" y="178903"/>
                </a:lnTo>
                <a:lnTo>
                  <a:pt x="0" y="12877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29712" y="3767328"/>
            <a:ext cx="1736089" cy="221856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3380">
              <a:spcBef>
                <a:spcPts val="29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84704" y="1534668"/>
            <a:ext cx="2774315" cy="4285615"/>
            <a:chOff x="1060703" y="1534667"/>
            <a:chExt cx="2774315" cy="4285615"/>
          </a:xfrm>
        </p:grpSpPr>
        <p:sp>
          <p:nvSpPr>
            <p:cNvPr id="33" name="object 33"/>
            <p:cNvSpPr/>
            <p:nvPr/>
          </p:nvSpPr>
          <p:spPr>
            <a:xfrm>
              <a:off x="1075181" y="1748789"/>
              <a:ext cx="2565400" cy="4057015"/>
            </a:xfrm>
            <a:custGeom>
              <a:avLst/>
              <a:gdLst/>
              <a:ahLst/>
              <a:cxnLst/>
              <a:rect l="l" t="t" r="r" b="b"/>
              <a:pathLst>
                <a:path w="2565400" h="4057015">
                  <a:moveTo>
                    <a:pt x="0" y="4056888"/>
                  </a:moveTo>
                  <a:lnTo>
                    <a:pt x="2564892" y="4056888"/>
                  </a:lnTo>
                  <a:lnTo>
                    <a:pt x="2564892" y="0"/>
                  </a:lnTo>
                  <a:lnTo>
                    <a:pt x="0" y="0"/>
                  </a:lnTo>
                  <a:lnTo>
                    <a:pt x="0" y="4056888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82339" y="1563560"/>
              <a:ext cx="330746" cy="32924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9480" y="1534667"/>
              <a:ext cx="374954" cy="4343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41775" y="1603247"/>
              <a:ext cx="216408" cy="21640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122545" y="159842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93658" y="1525524"/>
            <a:ext cx="2583815" cy="4653280"/>
            <a:chOff x="1069657" y="1525524"/>
            <a:chExt cx="2583815" cy="46532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25524"/>
              <a:ext cx="2564892" cy="46436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4419" y="1539240"/>
              <a:ext cx="2574290" cy="4634865"/>
            </a:xfrm>
            <a:custGeom>
              <a:avLst/>
              <a:gdLst/>
              <a:ahLst/>
              <a:cxnLst/>
              <a:rect l="l" t="t" r="r" b="b"/>
              <a:pathLst>
                <a:path w="2574290" h="4634865">
                  <a:moveTo>
                    <a:pt x="0" y="4634484"/>
                  </a:moveTo>
                  <a:lnTo>
                    <a:pt x="2574035" y="4634484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463448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1945" y="5833109"/>
              <a:ext cx="828040" cy="325120"/>
            </a:xfrm>
            <a:custGeom>
              <a:avLst/>
              <a:gdLst/>
              <a:ahLst/>
              <a:cxnLst/>
              <a:rect l="l" t="t" r="r" b="b"/>
              <a:pathLst>
                <a:path w="828039" h="325120">
                  <a:moveTo>
                    <a:pt x="0" y="324611"/>
                  </a:moveTo>
                  <a:lnTo>
                    <a:pt x="827531" y="324611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324611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8027" y="5673852"/>
              <a:ext cx="330746" cy="3292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6691" y="5644895"/>
              <a:ext cx="374954" cy="4343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7463" y="5713476"/>
              <a:ext cx="216408" cy="21640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658672" y="1372449"/>
            <a:ext cx="3738879" cy="4942205"/>
            <a:chOff x="5134671" y="1372448"/>
            <a:chExt cx="3738879" cy="49422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56781" y="4205477"/>
              <a:ext cx="1026160" cy="1022985"/>
            </a:xfrm>
            <a:custGeom>
              <a:avLst/>
              <a:gdLst/>
              <a:ahLst/>
              <a:cxnLst/>
              <a:rect l="l" t="t" r="r" b="b"/>
              <a:pathLst>
                <a:path w="1026159" h="1022985">
                  <a:moveTo>
                    <a:pt x="0" y="1022604"/>
                  </a:moveTo>
                  <a:lnTo>
                    <a:pt x="1025652" y="1022604"/>
                  </a:lnTo>
                  <a:lnTo>
                    <a:pt x="1025652" y="765048"/>
                  </a:lnTo>
                  <a:lnTo>
                    <a:pt x="0" y="765048"/>
                  </a:lnTo>
                  <a:lnTo>
                    <a:pt x="0" y="1022604"/>
                  </a:lnTo>
                  <a:close/>
                </a:path>
                <a:path w="1026159" h="1022985">
                  <a:moveTo>
                    <a:pt x="0" y="259080"/>
                  </a:moveTo>
                  <a:lnTo>
                    <a:pt x="1025652" y="259080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908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4031" y="4008056"/>
              <a:ext cx="330746" cy="3292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92695" y="3980688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3467" y="4047744"/>
              <a:ext cx="216407" cy="21640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388867" y="57093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5506" y="404393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66177" y="4754879"/>
            <a:ext cx="1225550" cy="981710"/>
            <a:chOff x="6242177" y="4754879"/>
            <a:chExt cx="1225550" cy="98171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4032" y="4783874"/>
              <a:ext cx="330746" cy="3276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92696" y="4754879"/>
              <a:ext cx="374954" cy="4343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8" y="4823459"/>
              <a:ext cx="216407" cy="2148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56782" y="5464301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4032" y="5279135"/>
              <a:ext cx="330746" cy="32762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2696" y="5250179"/>
              <a:ext cx="374954" cy="4343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8" y="5318759"/>
              <a:ext cx="216407" cy="21488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755506" y="4818633"/>
            <a:ext cx="102870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994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921752" y="5750052"/>
            <a:ext cx="882650" cy="485140"/>
            <a:chOff x="6397752" y="5750052"/>
            <a:chExt cx="882650" cy="485140"/>
          </a:xfrm>
        </p:grpSpPr>
        <p:sp>
          <p:nvSpPr>
            <p:cNvPr id="34" name="object 34"/>
            <p:cNvSpPr/>
            <p:nvPr/>
          </p:nvSpPr>
          <p:spPr>
            <a:xfrm>
              <a:off x="6412230" y="5964174"/>
              <a:ext cx="708660" cy="256540"/>
            </a:xfrm>
            <a:custGeom>
              <a:avLst/>
              <a:gdLst/>
              <a:ahLst/>
              <a:cxnLst/>
              <a:rect l="l" t="t" r="r" b="b"/>
              <a:pathLst>
                <a:path w="708659" h="256539">
                  <a:moveTo>
                    <a:pt x="0" y="128015"/>
                  </a:moveTo>
                  <a:lnTo>
                    <a:pt x="10054" y="78186"/>
                  </a:lnTo>
                  <a:lnTo>
                    <a:pt x="37480" y="37495"/>
                  </a:lnTo>
                  <a:lnTo>
                    <a:pt x="78170" y="10060"/>
                  </a:lnTo>
                  <a:lnTo>
                    <a:pt x="128016" y="0"/>
                  </a:lnTo>
                  <a:lnTo>
                    <a:pt x="580644" y="0"/>
                  </a:lnTo>
                  <a:lnTo>
                    <a:pt x="630489" y="10060"/>
                  </a:lnTo>
                  <a:lnTo>
                    <a:pt x="671179" y="37495"/>
                  </a:lnTo>
                  <a:lnTo>
                    <a:pt x="698605" y="78186"/>
                  </a:lnTo>
                  <a:lnTo>
                    <a:pt x="708660" y="128015"/>
                  </a:lnTo>
                  <a:lnTo>
                    <a:pt x="698605" y="177845"/>
                  </a:lnTo>
                  <a:lnTo>
                    <a:pt x="671179" y="218536"/>
                  </a:lnTo>
                  <a:lnTo>
                    <a:pt x="630489" y="245971"/>
                  </a:lnTo>
                  <a:lnTo>
                    <a:pt x="580644" y="256031"/>
                  </a:lnTo>
                  <a:lnTo>
                    <a:pt x="128016" y="256031"/>
                  </a:lnTo>
                  <a:lnTo>
                    <a:pt x="78170" y="245971"/>
                  </a:lnTo>
                  <a:lnTo>
                    <a:pt x="37480" y="218536"/>
                  </a:lnTo>
                  <a:lnTo>
                    <a:pt x="10054" y="177845"/>
                  </a:lnTo>
                  <a:lnTo>
                    <a:pt x="0" y="128015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26580" y="5779008"/>
              <a:ext cx="330746" cy="32762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05244" y="5750052"/>
              <a:ext cx="374954" cy="43434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6016" y="5818632"/>
              <a:ext cx="216407" cy="21488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568055" y="581416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5660" y="4543044"/>
            <a:ext cx="1021080" cy="324612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3029712" y="3767328"/>
            <a:ext cx="1736089" cy="221856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3380">
              <a:spcBef>
                <a:spcPts val="29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7</a:t>
            </a:fld>
            <a:endParaRPr spc="-25" dirty="0"/>
          </a:p>
        </p:txBody>
      </p:sp>
      <p:sp>
        <p:nvSpPr>
          <p:cNvPr id="41" name="object 41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02991" y="1525525"/>
            <a:ext cx="2565400" cy="4643755"/>
            <a:chOff x="1078991" y="1525524"/>
            <a:chExt cx="2565400" cy="464375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25524"/>
              <a:ext cx="2564892" cy="46436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1659" y="4543044"/>
              <a:ext cx="1021080" cy="3246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52422" y="4560569"/>
              <a:ext cx="1009015" cy="273050"/>
            </a:xfrm>
            <a:custGeom>
              <a:avLst/>
              <a:gdLst/>
              <a:ahLst/>
              <a:cxnLst/>
              <a:rect l="l" t="t" r="r" b="b"/>
              <a:pathLst>
                <a:path w="1009014" h="273050">
                  <a:moveTo>
                    <a:pt x="0" y="272795"/>
                  </a:moveTo>
                  <a:lnTo>
                    <a:pt x="1008888" y="272795"/>
                  </a:lnTo>
                  <a:lnTo>
                    <a:pt x="1008888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8147" y="4395152"/>
              <a:ext cx="329247" cy="3292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5288" y="4367784"/>
              <a:ext cx="374954" cy="4343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7584" y="4434840"/>
              <a:ext cx="214884" cy="21640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658672" y="1372449"/>
            <a:ext cx="3738879" cy="4942205"/>
            <a:chOff x="5134671" y="1372448"/>
            <a:chExt cx="3738879" cy="4942205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56781" y="4205477"/>
              <a:ext cx="1026160" cy="1026160"/>
            </a:xfrm>
            <a:custGeom>
              <a:avLst/>
              <a:gdLst/>
              <a:ahLst/>
              <a:cxnLst/>
              <a:rect l="l" t="t" r="r" b="b"/>
              <a:pathLst>
                <a:path w="1026159" h="1026160">
                  <a:moveTo>
                    <a:pt x="0" y="1025652"/>
                  </a:moveTo>
                  <a:lnTo>
                    <a:pt x="1025652" y="1025652"/>
                  </a:lnTo>
                  <a:lnTo>
                    <a:pt x="1025652" y="769620"/>
                  </a:lnTo>
                  <a:lnTo>
                    <a:pt x="0" y="769620"/>
                  </a:lnTo>
                  <a:lnTo>
                    <a:pt x="0" y="1025652"/>
                  </a:lnTo>
                  <a:close/>
                </a:path>
                <a:path w="1026159" h="1026160">
                  <a:moveTo>
                    <a:pt x="0" y="259080"/>
                  </a:moveTo>
                  <a:lnTo>
                    <a:pt x="1025652" y="259080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908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4031" y="4008056"/>
              <a:ext cx="330746" cy="3292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92695" y="3980688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4047744"/>
              <a:ext cx="216407" cy="21640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755506" y="404393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616696" y="4759452"/>
            <a:ext cx="375285" cy="434340"/>
            <a:chOff x="7092695" y="4759452"/>
            <a:chExt cx="375285" cy="434340"/>
          </a:xfrm>
        </p:grpSpPr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4031" y="4788446"/>
              <a:ext cx="330746" cy="32762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2695" y="4759452"/>
              <a:ext cx="374954" cy="4343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7" y="4828032"/>
              <a:ext cx="216407" cy="21488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755506" y="4823205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8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2598419" y="1539240"/>
            <a:ext cx="2574290" cy="3241913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spcBef>
                <a:spcPts val="790"/>
              </a:spcBef>
            </a:pPr>
            <a:endParaRPr sz="1200">
              <a:latin typeface="Times New Roman"/>
              <a:cs typeface="Times New Roman"/>
            </a:endParaRPr>
          </a:p>
          <a:p>
            <a:pPr marR="727075" algn="r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29712" y="3767328"/>
            <a:ext cx="1736089" cy="221856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3380">
              <a:spcBef>
                <a:spcPts val="29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593847" y="1534668"/>
            <a:ext cx="2583180" cy="4643755"/>
            <a:chOff x="1069847" y="1534667"/>
            <a:chExt cx="2583180" cy="46437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43811"/>
              <a:ext cx="2564892" cy="46253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4419" y="1539239"/>
              <a:ext cx="2574290" cy="4634865"/>
            </a:xfrm>
            <a:custGeom>
              <a:avLst/>
              <a:gdLst/>
              <a:ahLst/>
              <a:cxnLst/>
              <a:rect l="l" t="t" r="r" b="b"/>
              <a:pathLst>
                <a:path w="2574290" h="4634865">
                  <a:moveTo>
                    <a:pt x="0" y="4634484"/>
                  </a:moveTo>
                  <a:lnTo>
                    <a:pt x="2574035" y="4634484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463448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1945" y="5833109"/>
              <a:ext cx="828040" cy="325120"/>
            </a:xfrm>
            <a:custGeom>
              <a:avLst/>
              <a:gdLst/>
              <a:ahLst/>
              <a:cxnLst/>
              <a:rect l="l" t="t" r="r" b="b"/>
              <a:pathLst>
                <a:path w="828039" h="325120">
                  <a:moveTo>
                    <a:pt x="0" y="324611"/>
                  </a:moveTo>
                  <a:lnTo>
                    <a:pt x="827531" y="324611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324611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8027" y="5673852"/>
              <a:ext cx="330746" cy="3292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6691" y="5644896"/>
              <a:ext cx="374954" cy="4343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7463" y="5713476"/>
              <a:ext cx="216408" cy="216408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58671" y="1372449"/>
            <a:ext cx="3837304" cy="4942205"/>
            <a:chOff x="5134671" y="1372448"/>
            <a:chExt cx="3837304" cy="49422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74685" y="2405633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1" y="257556"/>
                  </a:lnTo>
                  <a:lnTo>
                    <a:pt x="1025651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19744" y="2232698"/>
              <a:ext cx="329247" cy="327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96883" y="2203703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79179" y="2272283"/>
              <a:ext cx="214884" cy="21488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260583" y="226695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66178" y="2205228"/>
            <a:ext cx="1236345" cy="473075"/>
            <a:chOff x="6242177" y="2205227"/>
            <a:chExt cx="1236345" cy="473075"/>
          </a:xfrm>
        </p:grpSpPr>
        <p:sp>
          <p:nvSpPr>
            <p:cNvPr id="24" name="object 24"/>
            <p:cNvSpPr/>
            <p:nvPr/>
          </p:nvSpPr>
          <p:spPr>
            <a:xfrm>
              <a:off x="6256782" y="2405633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6224" y="2234222"/>
              <a:ext cx="329247" cy="3276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03364" y="2205227"/>
              <a:ext cx="374954" cy="4343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85660" y="2273807"/>
              <a:ext cx="214884" cy="21488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66429" y="226847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66304" y="2699005"/>
            <a:ext cx="1236345" cy="901065"/>
            <a:chOff x="6242303" y="2699004"/>
            <a:chExt cx="1236345" cy="901065"/>
          </a:xfrm>
        </p:grpSpPr>
        <p:sp>
          <p:nvSpPr>
            <p:cNvPr id="30" name="object 30"/>
            <p:cNvSpPr/>
            <p:nvPr/>
          </p:nvSpPr>
          <p:spPr>
            <a:xfrm>
              <a:off x="6256781" y="2911602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6223" y="2727998"/>
              <a:ext cx="329247" cy="32762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03363" y="2699004"/>
              <a:ext cx="374954" cy="4343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85659" y="2767584"/>
              <a:ext cx="214884" cy="21488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12229" y="3327654"/>
              <a:ext cx="708660" cy="257810"/>
            </a:xfrm>
            <a:custGeom>
              <a:avLst/>
              <a:gdLst/>
              <a:ahLst/>
              <a:cxnLst/>
              <a:rect l="l" t="t" r="r" b="b"/>
              <a:pathLst>
                <a:path w="708659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579881" y="0"/>
                  </a:lnTo>
                  <a:lnTo>
                    <a:pt x="630007" y="10120"/>
                  </a:lnTo>
                  <a:lnTo>
                    <a:pt x="670940" y="37719"/>
                  </a:lnTo>
                  <a:lnTo>
                    <a:pt x="698539" y="78652"/>
                  </a:lnTo>
                  <a:lnTo>
                    <a:pt x="708660" y="128778"/>
                  </a:lnTo>
                  <a:lnTo>
                    <a:pt x="698539" y="178903"/>
                  </a:lnTo>
                  <a:lnTo>
                    <a:pt x="670941" y="219837"/>
                  </a:lnTo>
                  <a:lnTo>
                    <a:pt x="630007" y="247435"/>
                  </a:lnTo>
                  <a:lnTo>
                    <a:pt x="579881" y="257556"/>
                  </a:lnTo>
                  <a:lnTo>
                    <a:pt x="128777" y="257556"/>
                  </a:lnTo>
                  <a:lnTo>
                    <a:pt x="78652" y="247435"/>
                  </a:lnTo>
                  <a:lnTo>
                    <a:pt x="37719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6579" y="3172904"/>
              <a:ext cx="330746" cy="32924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05243" y="3145536"/>
              <a:ext cx="374954" cy="4343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86015" y="3212592"/>
              <a:ext cx="216407" cy="21640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568056" y="2761945"/>
            <a:ext cx="301625" cy="65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610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9</a:t>
            </a:fld>
            <a:endParaRPr spc="-25" dirty="0"/>
          </a:p>
        </p:txBody>
      </p:sp>
      <p:sp>
        <p:nvSpPr>
          <p:cNvPr id="39" name="object 39"/>
          <p:cNvSpPr txBox="1"/>
          <p:nvPr/>
        </p:nvSpPr>
        <p:spPr>
          <a:xfrm>
            <a:off x="3388867" y="57093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29712" y="3767328"/>
            <a:ext cx="1736089" cy="221856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3380">
              <a:spcBef>
                <a:spcPts val="290"/>
              </a:spcBef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 Activity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93658" y="1525524"/>
            <a:ext cx="2583815" cy="4653280"/>
            <a:chOff x="1069657" y="1525524"/>
            <a:chExt cx="2583815" cy="46532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1525524"/>
              <a:ext cx="2564892" cy="46436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4419" y="1539240"/>
              <a:ext cx="2574290" cy="4634865"/>
            </a:xfrm>
            <a:custGeom>
              <a:avLst/>
              <a:gdLst/>
              <a:ahLst/>
              <a:cxnLst/>
              <a:rect l="l" t="t" r="r" b="b"/>
              <a:pathLst>
                <a:path w="2574290" h="4634865">
                  <a:moveTo>
                    <a:pt x="0" y="4634484"/>
                  </a:moveTo>
                  <a:lnTo>
                    <a:pt x="2574035" y="4634484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463448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48433" y="5833109"/>
              <a:ext cx="829310" cy="325120"/>
            </a:xfrm>
            <a:custGeom>
              <a:avLst/>
              <a:gdLst/>
              <a:ahLst/>
              <a:cxnLst/>
              <a:rect l="l" t="t" r="r" b="b"/>
              <a:pathLst>
                <a:path w="829310" h="325120">
                  <a:moveTo>
                    <a:pt x="0" y="324611"/>
                  </a:moveTo>
                  <a:lnTo>
                    <a:pt x="829056" y="324611"/>
                  </a:lnTo>
                  <a:lnTo>
                    <a:pt x="829056" y="0"/>
                  </a:lnTo>
                  <a:lnTo>
                    <a:pt x="0" y="0"/>
                  </a:lnTo>
                  <a:lnTo>
                    <a:pt x="0" y="324611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8608" y="5673852"/>
              <a:ext cx="330746" cy="3292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7272" y="5644895"/>
              <a:ext cx="374954" cy="4343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8044" y="5713476"/>
              <a:ext cx="216407" cy="21640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658672" y="1372449"/>
            <a:ext cx="3738879" cy="4942205"/>
            <a:chOff x="5134671" y="1372448"/>
            <a:chExt cx="3738879" cy="49422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56781" y="4205477"/>
              <a:ext cx="1026160" cy="1026160"/>
            </a:xfrm>
            <a:custGeom>
              <a:avLst/>
              <a:gdLst/>
              <a:ahLst/>
              <a:cxnLst/>
              <a:rect l="l" t="t" r="r" b="b"/>
              <a:pathLst>
                <a:path w="1026159" h="1026160">
                  <a:moveTo>
                    <a:pt x="0" y="1025652"/>
                  </a:moveTo>
                  <a:lnTo>
                    <a:pt x="1025652" y="1025652"/>
                  </a:lnTo>
                  <a:lnTo>
                    <a:pt x="1025652" y="769620"/>
                  </a:lnTo>
                  <a:lnTo>
                    <a:pt x="0" y="769620"/>
                  </a:lnTo>
                  <a:lnTo>
                    <a:pt x="0" y="1025652"/>
                  </a:lnTo>
                  <a:close/>
                </a:path>
                <a:path w="1026159" h="1026160">
                  <a:moveTo>
                    <a:pt x="0" y="259080"/>
                  </a:moveTo>
                  <a:lnTo>
                    <a:pt x="1025652" y="259080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908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4031" y="4008056"/>
              <a:ext cx="330746" cy="3292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92695" y="3980688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3467" y="4047744"/>
              <a:ext cx="216407" cy="21640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219194" y="57093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5506" y="404393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16696" y="4759452"/>
            <a:ext cx="375285" cy="434340"/>
            <a:chOff x="7092695" y="4759452"/>
            <a:chExt cx="375285" cy="43434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14031" y="4788446"/>
              <a:ext cx="330746" cy="3276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92695" y="4759452"/>
              <a:ext cx="374954" cy="4343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7" y="4828032"/>
              <a:ext cx="216407" cy="21488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55506" y="4823205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375660" y="4543044"/>
            <a:ext cx="1021080" cy="32461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029712" y="3767328"/>
            <a:ext cx="1736089" cy="221856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3380">
              <a:spcBef>
                <a:spcPts val="29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10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593657" y="1510283"/>
            <a:ext cx="2734310" cy="4668520"/>
            <a:chOff x="1069657" y="1510283"/>
            <a:chExt cx="2734310" cy="466852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7467" y="1510283"/>
              <a:ext cx="2566416" cy="46588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74419" y="5817107"/>
              <a:ext cx="2574290" cy="356870"/>
            </a:xfrm>
            <a:custGeom>
              <a:avLst/>
              <a:gdLst/>
              <a:ahLst/>
              <a:cxnLst/>
              <a:rect l="l" t="t" r="r" b="b"/>
              <a:pathLst>
                <a:path w="2574290" h="356870">
                  <a:moveTo>
                    <a:pt x="0" y="356616"/>
                  </a:moveTo>
                  <a:lnTo>
                    <a:pt x="2574035" y="356616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356616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21686" y="5833110"/>
              <a:ext cx="829310" cy="325120"/>
            </a:xfrm>
            <a:custGeom>
              <a:avLst/>
              <a:gdLst/>
              <a:ahLst/>
              <a:cxnLst/>
              <a:rect l="l" t="t" r="r" b="b"/>
              <a:pathLst>
                <a:path w="829310" h="325120">
                  <a:moveTo>
                    <a:pt x="0" y="324611"/>
                  </a:moveTo>
                  <a:lnTo>
                    <a:pt x="829056" y="324611"/>
                  </a:lnTo>
                  <a:lnTo>
                    <a:pt x="829056" y="0"/>
                  </a:lnTo>
                  <a:lnTo>
                    <a:pt x="0" y="0"/>
                  </a:lnTo>
                  <a:lnTo>
                    <a:pt x="0" y="324611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1859" y="5673851"/>
              <a:ext cx="330746" cy="3292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28999" y="5644895"/>
              <a:ext cx="374954" cy="4343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1296" y="5713475"/>
              <a:ext cx="216407" cy="21640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58671" y="1372449"/>
            <a:ext cx="3837304" cy="4942205"/>
            <a:chOff x="5134671" y="1372448"/>
            <a:chExt cx="3837304" cy="49422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74685" y="2405633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1" y="257556"/>
                  </a:lnTo>
                  <a:lnTo>
                    <a:pt x="1025651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19744" y="2232698"/>
              <a:ext cx="329247" cy="327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96883" y="2203703"/>
              <a:ext cx="374954" cy="434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79179" y="2272283"/>
              <a:ext cx="214884" cy="21488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92446" y="57093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60583" y="226695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66178" y="2205228"/>
            <a:ext cx="1236345" cy="473075"/>
            <a:chOff x="6242177" y="2205227"/>
            <a:chExt cx="1236345" cy="473075"/>
          </a:xfrm>
        </p:grpSpPr>
        <p:sp>
          <p:nvSpPr>
            <p:cNvPr id="25" name="object 25"/>
            <p:cNvSpPr/>
            <p:nvPr/>
          </p:nvSpPr>
          <p:spPr>
            <a:xfrm>
              <a:off x="6256782" y="2405633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6224" y="2234222"/>
              <a:ext cx="329247" cy="3276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03364" y="2205227"/>
              <a:ext cx="374954" cy="4343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85660" y="2273807"/>
              <a:ext cx="214884" cy="21488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66429" y="226847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766304" y="2699005"/>
            <a:ext cx="1236345" cy="901065"/>
            <a:chOff x="6242303" y="2699004"/>
            <a:chExt cx="1236345" cy="901065"/>
          </a:xfrm>
        </p:grpSpPr>
        <p:sp>
          <p:nvSpPr>
            <p:cNvPr id="31" name="object 31"/>
            <p:cNvSpPr/>
            <p:nvPr/>
          </p:nvSpPr>
          <p:spPr>
            <a:xfrm>
              <a:off x="6256781" y="2911602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6223" y="2727998"/>
              <a:ext cx="329247" cy="32762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03363" y="2699004"/>
              <a:ext cx="374954" cy="4343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85659" y="2767584"/>
              <a:ext cx="214884" cy="21488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12229" y="3327654"/>
              <a:ext cx="708660" cy="257810"/>
            </a:xfrm>
            <a:custGeom>
              <a:avLst/>
              <a:gdLst/>
              <a:ahLst/>
              <a:cxnLst/>
              <a:rect l="l" t="t" r="r" b="b"/>
              <a:pathLst>
                <a:path w="708659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579881" y="0"/>
                  </a:lnTo>
                  <a:lnTo>
                    <a:pt x="630007" y="10120"/>
                  </a:lnTo>
                  <a:lnTo>
                    <a:pt x="670940" y="37719"/>
                  </a:lnTo>
                  <a:lnTo>
                    <a:pt x="698539" y="78652"/>
                  </a:lnTo>
                  <a:lnTo>
                    <a:pt x="708660" y="128778"/>
                  </a:lnTo>
                  <a:lnTo>
                    <a:pt x="698539" y="178903"/>
                  </a:lnTo>
                  <a:lnTo>
                    <a:pt x="670941" y="219837"/>
                  </a:lnTo>
                  <a:lnTo>
                    <a:pt x="630007" y="247435"/>
                  </a:lnTo>
                  <a:lnTo>
                    <a:pt x="579881" y="257556"/>
                  </a:lnTo>
                  <a:lnTo>
                    <a:pt x="128777" y="257556"/>
                  </a:lnTo>
                  <a:lnTo>
                    <a:pt x="78652" y="247435"/>
                  </a:lnTo>
                  <a:lnTo>
                    <a:pt x="37719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6579" y="3172904"/>
              <a:ext cx="330746" cy="32924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05243" y="3145536"/>
              <a:ext cx="374954" cy="4343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86015" y="3212592"/>
              <a:ext cx="216407" cy="21640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568056" y="2761945"/>
            <a:ext cx="301625" cy="65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610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766061" y="4518659"/>
            <a:ext cx="2447925" cy="1196340"/>
            <a:chOff x="1242060" y="4518659"/>
            <a:chExt cx="2447925" cy="1196340"/>
          </a:xfrm>
        </p:grpSpPr>
        <p:sp>
          <p:nvSpPr>
            <p:cNvPr id="41" name="object 41"/>
            <p:cNvSpPr/>
            <p:nvPr/>
          </p:nvSpPr>
          <p:spPr>
            <a:xfrm>
              <a:off x="1256538" y="4722113"/>
              <a:ext cx="2225040" cy="978535"/>
            </a:xfrm>
            <a:custGeom>
              <a:avLst/>
              <a:gdLst/>
              <a:ahLst/>
              <a:cxnLst/>
              <a:rect l="l" t="t" r="r" b="b"/>
              <a:pathLst>
                <a:path w="2225040" h="978535">
                  <a:moveTo>
                    <a:pt x="0" y="978408"/>
                  </a:moveTo>
                  <a:lnTo>
                    <a:pt x="2225040" y="978408"/>
                  </a:lnTo>
                  <a:lnTo>
                    <a:pt x="2225040" y="0"/>
                  </a:lnTo>
                  <a:lnTo>
                    <a:pt x="0" y="0"/>
                  </a:lnTo>
                  <a:lnTo>
                    <a:pt x="0" y="978408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7560" y="4546028"/>
              <a:ext cx="330746" cy="32924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14700" y="4518659"/>
              <a:ext cx="374954" cy="4343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96995" y="4585715"/>
              <a:ext cx="216407" cy="21640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978146" y="4582159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11</a:t>
            </a:fld>
            <a:endParaRPr spc="-25" dirty="0"/>
          </a:p>
        </p:txBody>
      </p:sp>
      <p:sp>
        <p:nvSpPr>
          <p:cNvPr id="46" name="object 46"/>
          <p:cNvSpPr txBox="1"/>
          <p:nvPr/>
        </p:nvSpPr>
        <p:spPr>
          <a:xfrm>
            <a:off x="3034283" y="4756404"/>
            <a:ext cx="782320" cy="222497"/>
          </a:xfrm>
          <a:prstGeom prst="rect">
            <a:avLst/>
          </a:prstGeom>
          <a:solidFill>
            <a:srgbClr val="BBBBBB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spcBef>
                <a:spcPts val="295"/>
              </a:spcBef>
            </a:pPr>
            <a:r>
              <a:rPr sz="1200" spc="-10" dirty="0">
                <a:latin typeface="Calibri"/>
                <a:cs typeface="Calibri"/>
              </a:rPr>
              <a:t>LearnApp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901952" y="2985516"/>
            <a:ext cx="4203700" cy="2589530"/>
            <a:chOff x="377952" y="2985516"/>
            <a:chExt cx="4203700" cy="25895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096" y="2994660"/>
              <a:ext cx="4184904" cy="2570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2524" y="2990088"/>
              <a:ext cx="4194175" cy="2580640"/>
            </a:xfrm>
            <a:custGeom>
              <a:avLst/>
              <a:gdLst/>
              <a:ahLst/>
              <a:cxnLst/>
              <a:rect l="l" t="t" r="r" b="b"/>
              <a:pathLst>
                <a:path w="4194175" h="2580640">
                  <a:moveTo>
                    <a:pt x="0" y="2580132"/>
                  </a:moveTo>
                  <a:lnTo>
                    <a:pt x="4194048" y="2580132"/>
                  </a:lnTo>
                  <a:lnTo>
                    <a:pt x="4194048" y="0"/>
                  </a:lnTo>
                  <a:lnTo>
                    <a:pt x="0" y="0"/>
                  </a:lnTo>
                  <a:lnTo>
                    <a:pt x="0" y="2580132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7463" y="4861560"/>
              <a:ext cx="1022603" cy="32308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949" y="1372449"/>
            <a:ext cx="7122159" cy="4942205"/>
            <a:chOff x="1750948" y="1372448"/>
            <a:chExt cx="7122159" cy="494220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65553" y="1782317"/>
              <a:ext cx="5516880" cy="3446145"/>
            </a:xfrm>
            <a:custGeom>
              <a:avLst/>
              <a:gdLst/>
              <a:ahLst/>
              <a:cxnLst/>
              <a:rect l="l" t="t" r="r" b="b"/>
              <a:pathLst>
                <a:path w="5516880" h="3446145">
                  <a:moveTo>
                    <a:pt x="4491228" y="3445763"/>
                  </a:moveTo>
                  <a:lnTo>
                    <a:pt x="5516880" y="3445763"/>
                  </a:lnTo>
                  <a:lnTo>
                    <a:pt x="5516880" y="3188207"/>
                  </a:lnTo>
                  <a:lnTo>
                    <a:pt x="4491228" y="3188207"/>
                  </a:lnTo>
                  <a:lnTo>
                    <a:pt x="4491228" y="3445763"/>
                  </a:lnTo>
                  <a:close/>
                </a:path>
                <a:path w="5516880" h="3446145">
                  <a:moveTo>
                    <a:pt x="4491228" y="2682239"/>
                  </a:moveTo>
                  <a:lnTo>
                    <a:pt x="5516880" y="2682239"/>
                  </a:lnTo>
                  <a:lnTo>
                    <a:pt x="5516880" y="2423159"/>
                  </a:lnTo>
                  <a:lnTo>
                    <a:pt x="4491228" y="2423159"/>
                  </a:lnTo>
                  <a:lnTo>
                    <a:pt x="4491228" y="2682239"/>
                  </a:lnTo>
                  <a:close/>
                </a:path>
                <a:path w="5516880" h="3446145">
                  <a:moveTo>
                    <a:pt x="0" y="922019"/>
                  </a:moveTo>
                  <a:lnTo>
                    <a:pt x="940307" y="922019"/>
                  </a:lnTo>
                  <a:lnTo>
                    <a:pt x="940307" y="0"/>
                  </a:lnTo>
                  <a:lnTo>
                    <a:pt x="0" y="0"/>
                  </a:lnTo>
                  <a:lnTo>
                    <a:pt x="0" y="922019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5747" y="1633664"/>
              <a:ext cx="329247" cy="3292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2887" y="1604771"/>
              <a:ext cx="374954" cy="4343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15183" y="1673351"/>
              <a:ext cx="214884" cy="21640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195317" y="166827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616696" y="3980688"/>
            <a:ext cx="375285" cy="434340"/>
            <a:chOff x="7092695" y="3980688"/>
            <a:chExt cx="375285" cy="43434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14031" y="4008056"/>
              <a:ext cx="330746" cy="3292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92695" y="3980688"/>
              <a:ext cx="374954" cy="4343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4047744"/>
              <a:ext cx="216407" cy="21640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755506" y="4043933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766177" y="4754880"/>
            <a:ext cx="1225550" cy="1480185"/>
            <a:chOff x="6242177" y="4754879"/>
            <a:chExt cx="1225550" cy="148018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4032" y="4783874"/>
              <a:ext cx="330746" cy="3276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2696" y="4754879"/>
              <a:ext cx="374954" cy="43434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8" y="4823459"/>
              <a:ext cx="216407" cy="21488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56782" y="5464301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4032" y="5279135"/>
              <a:ext cx="330746" cy="32762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92696" y="5250179"/>
              <a:ext cx="374954" cy="4343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8" y="5318759"/>
              <a:ext cx="216407" cy="21488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12230" y="5964173"/>
              <a:ext cx="708660" cy="256540"/>
            </a:xfrm>
            <a:custGeom>
              <a:avLst/>
              <a:gdLst/>
              <a:ahLst/>
              <a:cxnLst/>
              <a:rect l="l" t="t" r="r" b="b"/>
              <a:pathLst>
                <a:path w="708659" h="256539">
                  <a:moveTo>
                    <a:pt x="0" y="128015"/>
                  </a:moveTo>
                  <a:lnTo>
                    <a:pt x="10054" y="78186"/>
                  </a:lnTo>
                  <a:lnTo>
                    <a:pt x="37480" y="37495"/>
                  </a:lnTo>
                  <a:lnTo>
                    <a:pt x="78170" y="10060"/>
                  </a:lnTo>
                  <a:lnTo>
                    <a:pt x="128016" y="0"/>
                  </a:lnTo>
                  <a:lnTo>
                    <a:pt x="580644" y="0"/>
                  </a:lnTo>
                  <a:lnTo>
                    <a:pt x="630489" y="10060"/>
                  </a:lnTo>
                  <a:lnTo>
                    <a:pt x="671179" y="37495"/>
                  </a:lnTo>
                  <a:lnTo>
                    <a:pt x="698605" y="78186"/>
                  </a:lnTo>
                  <a:lnTo>
                    <a:pt x="708660" y="128015"/>
                  </a:lnTo>
                  <a:lnTo>
                    <a:pt x="698605" y="177845"/>
                  </a:lnTo>
                  <a:lnTo>
                    <a:pt x="671179" y="218536"/>
                  </a:lnTo>
                  <a:lnTo>
                    <a:pt x="630489" y="245971"/>
                  </a:lnTo>
                  <a:lnTo>
                    <a:pt x="580644" y="256031"/>
                  </a:lnTo>
                  <a:lnTo>
                    <a:pt x="128016" y="256031"/>
                  </a:lnTo>
                  <a:lnTo>
                    <a:pt x="78170" y="245971"/>
                  </a:lnTo>
                  <a:lnTo>
                    <a:pt x="37480" y="218536"/>
                  </a:lnTo>
                  <a:lnTo>
                    <a:pt x="10054" y="177845"/>
                  </a:lnTo>
                  <a:lnTo>
                    <a:pt x="0" y="128015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26580" y="5779007"/>
              <a:ext cx="330746" cy="32762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05244" y="5750051"/>
              <a:ext cx="374954" cy="43434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86016" y="5818631"/>
              <a:ext cx="216407" cy="21488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568056" y="4818633"/>
            <a:ext cx="290195" cy="120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994"/>
              </a:spcBef>
            </a:pPr>
            <a:endParaRPr sz="1200">
              <a:latin typeface="Calibri"/>
              <a:cs typeface="Calibri"/>
            </a:endParaRPr>
          </a:p>
          <a:p>
            <a:pPr marL="200025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10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766178" y="1712976"/>
            <a:ext cx="1236345" cy="1887220"/>
            <a:chOff x="6242177" y="1712976"/>
            <a:chExt cx="1236345" cy="1887220"/>
          </a:xfrm>
        </p:grpSpPr>
        <p:sp>
          <p:nvSpPr>
            <p:cNvPr id="39" name="object 39"/>
            <p:cNvSpPr/>
            <p:nvPr/>
          </p:nvSpPr>
          <p:spPr>
            <a:xfrm>
              <a:off x="6256782" y="1898142"/>
              <a:ext cx="1026160" cy="1687195"/>
            </a:xfrm>
            <a:custGeom>
              <a:avLst/>
              <a:gdLst/>
              <a:ahLst/>
              <a:cxnLst/>
              <a:rect l="l" t="t" r="r" b="b"/>
              <a:pathLst>
                <a:path w="1026159" h="1687195">
                  <a:moveTo>
                    <a:pt x="0" y="257555"/>
                  </a:moveTo>
                  <a:lnTo>
                    <a:pt x="1025652" y="257555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5"/>
                  </a:lnTo>
                  <a:close/>
                </a:path>
                <a:path w="1026159" h="1687195">
                  <a:moveTo>
                    <a:pt x="0" y="765047"/>
                  </a:moveTo>
                  <a:lnTo>
                    <a:pt x="1025652" y="765047"/>
                  </a:lnTo>
                  <a:lnTo>
                    <a:pt x="1025652" y="507491"/>
                  </a:lnTo>
                  <a:lnTo>
                    <a:pt x="0" y="507491"/>
                  </a:lnTo>
                  <a:lnTo>
                    <a:pt x="0" y="765047"/>
                  </a:lnTo>
                  <a:close/>
                </a:path>
                <a:path w="1026159" h="1687195">
                  <a:moveTo>
                    <a:pt x="0" y="1271015"/>
                  </a:moveTo>
                  <a:lnTo>
                    <a:pt x="1025652" y="1271015"/>
                  </a:lnTo>
                  <a:lnTo>
                    <a:pt x="1025652" y="1013459"/>
                  </a:lnTo>
                  <a:lnTo>
                    <a:pt x="0" y="1013459"/>
                  </a:lnTo>
                  <a:lnTo>
                    <a:pt x="0" y="1271015"/>
                  </a:lnTo>
                  <a:close/>
                </a:path>
                <a:path w="1026159" h="1687195">
                  <a:moveTo>
                    <a:pt x="155447" y="1558289"/>
                  </a:moveTo>
                  <a:lnTo>
                    <a:pt x="165568" y="1508164"/>
                  </a:lnTo>
                  <a:lnTo>
                    <a:pt x="193166" y="1467230"/>
                  </a:lnTo>
                  <a:lnTo>
                    <a:pt x="234100" y="1439632"/>
                  </a:lnTo>
                  <a:lnTo>
                    <a:pt x="284225" y="1429511"/>
                  </a:lnTo>
                  <a:lnTo>
                    <a:pt x="735329" y="1429511"/>
                  </a:lnTo>
                  <a:lnTo>
                    <a:pt x="785455" y="1439632"/>
                  </a:lnTo>
                  <a:lnTo>
                    <a:pt x="826388" y="1467230"/>
                  </a:lnTo>
                  <a:lnTo>
                    <a:pt x="853987" y="1508164"/>
                  </a:lnTo>
                  <a:lnTo>
                    <a:pt x="864108" y="1558289"/>
                  </a:lnTo>
                  <a:lnTo>
                    <a:pt x="853987" y="1608415"/>
                  </a:lnTo>
                  <a:lnTo>
                    <a:pt x="826388" y="1649348"/>
                  </a:lnTo>
                  <a:lnTo>
                    <a:pt x="785455" y="1676947"/>
                  </a:lnTo>
                  <a:lnTo>
                    <a:pt x="735329" y="1687067"/>
                  </a:lnTo>
                  <a:lnTo>
                    <a:pt x="284225" y="1687067"/>
                  </a:lnTo>
                  <a:lnTo>
                    <a:pt x="234100" y="1676947"/>
                  </a:lnTo>
                  <a:lnTo>
                    <a:pt x="193166" y="1649348"/>
                  </a:lnTo>
                  <a:lnTo>
                    <a:pt x="165568" y="1608415"/>
                  </a:lnTo>
                  <a:lnTo>
                    <a:pt x="155447" y="1558289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26224" y="1741970"/>
              <a:ext cx="329247" cy="32762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03364" y="1712976"/>
              <a:ext cx="374954" cy="4343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85660" y="1781556"/>
              <a:ext cx="214884" cy="21488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766429" y="1776221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401811" y="2205228"/>
            <a:ext cx="600710" cy="1374775"/>
            <a:chOff x="6877811" y="2205227"/>
            <a:chExt cx="600710" cy="1374775"/>
          </a:xfrm>
        </p:grpSpPr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26223" y="2234222"/>
              <a:ext cx="329247" cy="32762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03363" y="2205227"/>
              <a:ext cx="374954" cy="4343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85659" y="2273807"/>
              <a:ext cx="214884" cy="21488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26223" y="2727998"/>
              <a:ext cx="329247" cy="32762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103363" y="2699004"/>
              <a:ext cx="374954" cy="43433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85659" y="2767583"/>
              <a:ext cx="214884" cy="21488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26579" y="3172904"/>
              <a:ext cx="330746" cy="32924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7811" y="3145536"/>
              <a:ext cx="428205" cy="4343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86015" y="3212591"/>
              <a:ext cx="216407" cy="216408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8541512" y="2268474"/>
            <a:ext cx="328295" cy="114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980"/>
              </a:spcBef>
            </a:pPr>
            <a:endParaRPr sz="1200">
              <a:latin typeface="Calibri"/>
              <a:cs typeface="Calibri"/>
            </a:endParaRPr>
          </a:p>
          <a:p>
            <a:pPr marL="23749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610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921626" y="1234428"/>
            <a:ext cx="934719" cy="443865"/>
            <a:chOff x="6397625" y="1234427"/>
            <a:chExt cx="934719" cy="443865"/>
          </a:xfrm>
        </p:grpSpPr>
        <p:sp>
          <p:nvSpPr>
            <p:cNvPr id="56" name="object 56"/>
            <p:cNvSpPr/>
            <p:nvPr/>
          </p:nvSpPr>
          <p:spPr>
            <a:xfrm>
              <a:off x="6412229" y="1405889"/>
              <a:ext cx="708660" cy="257810"/>
            </a:xfrm>
            <a:custGeom>
              <a:avLst/>
              <a:gdLst/>
              <a:ahLst/>
              <a:cxnLst/>
              <a:rect l="l" t="t" r="r" b="b"/>
              <a:pathLst>
                <a:path w="708659" h="257810">
                  <a:moveTo>
                    <a:pt x="0" y="128777"/>
                  </a:moveTo>
                  <a:lnTo>
                    <a:pt x="10120" y="78652"/>
                  </a:lnTo>
                  <a:lnTo>
                    <a:pt x="37719" y="37719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579881" y="0"/>
                  </a:lnTo>
                  <a:lnTo>
                    <a:pt x="630007" y="10120"/>
                  </a:lnTo>
                  <a:lnTo>
                    <a:pt x="670940" y="37719"/>
                  </a:lnTo>
                  <a:lnTo>
                    <a:pt x="698539" y="78652"/>
                  </a:lnTo>
                  <a:lnTo>
                    <a:pt x="708660" y="128777"/>
                  </a:lnTo>
                  <a:lnTo>
                    <a:pt x="698539" y="178903"/>
                  </a:lnTo>
                  <a:lnTo>
                    <a:pt x="670941" y="219837"/>
                  </a:lnTo>
                  <a:lnTo>
                    <a:pt x="630007" y="247435"/>
                  </a:lnTo>
                  <a:lnTo>
                    <a:pt x="579881" y="257556"/>
                  </a:lnTo>
                  <a:lnTo>
                    <a:pt x="128777" y="257556"/>
                  </a:lnTo>
                  <a:lnTo>
                    <a:pt x="78652" y="247435"/>
                  </a:lnTo>
                  <a:lnTo>
                    <a:pt x="37719" y="219837"/>
                  </a:lnTo>
                  <a:lnTo>
                    <a:pt x="10120" y="178903"/>
                  </a:lnTo>
                  <a:lnTo>
                    <a:pt x="0" y="128777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9919" y="1261808"/>
              <a:ext cx="329247" cy="32924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57059" y="1234427"/>
              <a:ext cx="374954" cy="43282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39355" y="1301495"/>
              <a:ext cx="214884" cy="216407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8620506" y="129667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1" name="object 6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415283" y="1889760"/>
            <a:ext cx="696468" cy="696468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029712" y="4308348"/>
            <a:ext cx="1736089" cy="222497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73380">
              <a:spcBef>
                <a:spcPts val="295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12</a:t>
            </a:fld>
            <a:endParaRPr spc="-25" dirty="0"/>
          </a:p>
        </p:txBody>
      </p:sp>
      <p:sp>
        <p:nvSpPr>
          <p:cNvPr id="63" name="object 63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593657" y="1523810"/>
            <a:ext cx="2734310" cy="4655185"/>
            <a:chOff x="1069657" y="1523809"/>
            <a:chExt cx="2734310" cy="465518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6611" y="1533144"/>
              <a:ext cx="2563367" cy="42992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82039" y="1528572"/>
              <a:ext cx="2573020" cy="4308475"/>
            </a:xfrm>
            <a:custGeom>
              <a:avLst/>
              <a:gdLst/>
              <a:ahLst/>
              <a:cxnLst/>
              <a:rect l="l" t="t" r="r" b="b"/>
              <a:pathLst>
                <a:path w="2573020" h="4308475">
                  <a:moveTo>
                    <a:pt x="0" y="4308348"/>
                  </a:moveTo>
                  <a:lnTo>
                    <a:pt x="2572512" y="4308348"/>
                  </a:lnTo>
                  <a:lnTo>
                    <a:pt x="2572512" y="0"/>
                  </a:lnTo>
                  <a:lnTo>
                    <a:pt x="0" y="0"/>
                  </a:lnTo>
                  <a:lnTo>
                    <a:pt x="0" y="4308348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05711" y="4751832"/>
              <a:ext cx="1736089" cy="245745"/>
            </a:xfrm>
            <a:custGeom>
              <a:avLst/>
              <a:gdLst/>
              <a:ahLst/>
              <a:cxnLst/>
              <a:rect l="l" t="t" r="r" b="b"/>
              <a:pathLst>
                <a:path w="1736089" h="245745">
                  <a:moveTo>
                    <a:pt x="1735836" y="0"/>
                  </a:moveTo>
                  <a:lnTo>
                    <a:pt x="0" y="0"/>
                  </a:lnTo>
                  <a:lnTo>
                    <a:pt x="0" y="245364"/>
                  </a:lnTo>
                  <a:lnTo>
                    <a:pt x="1735836" y="24536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991" y="5821680"/>
              <a:ext cx="2564892" cy="3474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74419" y="5817107"/>
              <a:ext cx="2574290" cy="356870"/>
            </a:xfrm>
            <a:custGeom>
              <a:avLst/>
              <a:gdLst/>
              <a:ahLst/>
              <a:cxnLst/>
              <a:rect l="l" t="t" r="r" b="b"/>
              <a:pathLst>
                <a:path w="2574290" h="356870">
                  <a:moveTo>
                    <a:pt x="0" y="356616"/>
                  </a:moveTo>
                  <a:lnTo>
                    <a:pt x="2574035" y="356616"/>
                  </a:lnTo>
                  <a:lnTo>
                    <a:pt x="2574035" y="0"/>
                  </a:lnTo>
                  <a:lnTo>
                    <a:pt x="0" y="0"/>
                  </a:lnTo>
                  <a:lnTo>
                    <a:pt x="0" y="356616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21686" y="5833110"/>
              <a:ext cx="829310" cy="325120"/>
            </a:xfrm>
            <a:custGeom>
              <a:avLst/>
              <a:gdLst/>
              <a:ahLst/>
              <a:cxnLst/>
              <a:rect l="l" t="t" r="r" b="b"/>
              <a:pathLst>
                <a:path w="829310" h="325120">
                  <a:moveTo>
                    <a:pt x="0" y="324611"/>
                  </a:moveTo>
                  <a:lnTo>
                    <a:pt x="829056" y="324611"/>
                  </a:lnTo>
                  <a:lnTo>
                    <a:pt x="829056" y="0"/>
                  </a:lnTo>
                  <a:lnTo>
                    <a:pt x="0" y="0"/>
                  </a:lnTo>
                  <a:lnTo>
                    <a:pt x="0" y="324611"/>
                  </a:lnTo>
                  <a:close/>
                </a:path>
              </a:pathLst>
            </a:custGeom>
            <a:ln w="2895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1859" y="5673851"/>
              <a:ext cx="330746" cy="3292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28999" y="5644895"/>
              <a:ext cx="374954" cy="4343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11296" y="5713475"/>
              <a:ext cx="216407" cy="21640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82573" y="683514"/>
            <a:ext cx="374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Cycle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de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vie</a:t>
            </a:r>
            <a:r>
              <a:rPr sz="2400" spc="-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(2/2)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Explication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58672" y="1372449"/>
            <a:ext cx="3738879" cy="4942205"/>
            <a:chOff x="5134671" y="1372448"/>
            <a:chExt cx="3738879" cy="494220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4671" y="1372448"/>
              <a:ext cx="3738374" cy="49417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56781" y="4196333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6223" y="4024922"/>
              <a:ext cx="329247" cy="32762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03363" y="3995927"/>
              <a:ext cx="374954" cy="4343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85659" y="4064507"/>
              <a:ext cx="214884" cy="21488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092446" y="5709310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66429" y="4059682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66304" y="2699005"/>
            <a:ext cx="1236345" cy="901065"/>
            <a:chOff x="6242303" y="2699004"/>
            <a:chExt cx="1236345" cy="901065"/>
          </a:xfrm>
        </p:grpSpPr>
        <p:sp>
          <p:nvSpPr>
            <p:cNvPr id="28" name="object 28"/>
            <p:cNvSpPr/>
            <p:nvPr/>
          </p:nvSpPr>
          <p:spPr>
            <a:xfrm>
              <a:off x="6256781" y="2911602"/>
              <a:ext cx="1026160" cy="257810"/>
            </a:xfrm>
            <a:custGeom>
              <a:avLst/>
              <a:gdLst/>
              <a:ahLst/>
              <a:cxnLst/>
              <a:rect l="l" t="t" r="r" b="b"/>
              <a:pathLst>
                <a:path w="1026159" h="257810">
                  <a:moveTo>
                    <a:pt x="0" y="257556"/>
                  </a:moveTo>
                  <a:lnTo>
                    <a:pt x="1025652" y="257556"/>
                  </a:lnTo>
                  <a:lnTo>
                    <a:pt x="1025652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6223" y="2727998"/>
              <a:ext cx="329247" cy="32762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03363" y="2699004"/>
              <a:ext cx="374954" cy="4343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5659" y="2767584"/>
              <a:ext cx="214884" cy="21488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12229" y="3327654"/>
              <a:ext cx="708660" cy="257810"/>
            </a:xfrm>
            <a:custGeom>
              <a:avLst/>
              <a:gdLst/>
              <a:ahLst/>
              <a:cxnLst/>
              <a:rect l="l" t="t" r="r" b="b"/>
              <a:pathLst>
                <a:path w="708659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579881" y="0"/>
                  </a:lnTo>
                  <a:lnTo>
                    <a:pt x="630007" y="10120"/>
                  </a:lnTo>
                  <a:lnTo>
                    <a:pt x="670940" y="37719"/>
                  </a:lnTo>
                  <a:lnTo>
                    <a:pt x="698539" y="78652"/>
                  </a:lnTo>
                  <a:lnTo>
                    <a:pt x="708660" y="128778"/>
                  </a:lnTo>
                  <a:lnTo>
                    <a:pt x="698539" y="178903"/>
                  </a:lnTo>
                  <a:lnTo>
                    <a:pt x="670941" y="219837"/>
                  </a:lnTo>
                  <a:lnTo>
                    <a:pt x="630007" y="247435"/>
                  </a:lnTo>
                  <a:lnTo>
                    <a:pt x="579881" y="257556"/>
                  </a:lnTo>
                  <a:lnTo>
                    <a:pt x="128777" y="257556"/>
                  </a:lnTo>
                  <a:lnTo>
                    <a:pt x="78652" y="247435"/>
                  </a:lnTo>
                  <a:lnTo>
                    <a:pt x="37719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26579" y="3172904"/>
              <a:ext cx="330746" cy="32924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05243" y="3145536"/>
              <a:ext cx="374954" cy="4343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6015" y="3212592"/>
              <a:ext cx="216407" cy="216408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568056" y="2761945"/>
            <a:ext cx="301625" cy="65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  <a:p>
            <a:pPr>
              <a:spcBef>
                <a:spcPts val="610"/>
              </a:spcBef>
            </a:pP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57928" y="4500371"/>
            <a:ext cx="375285" cy="434340"/>
            <a:chOff x="3233927" y="4500371"/>
            <a:chExt cx="375285" cy="434340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6787" y="4529264"/>
              <a:ext cx="330746" cy="3292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33927" y="4500371"/>
              <a:ext cx="374954" cy="4343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16223" y="4568951"/>
              <a:ext cx="216408" cy="21640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475990" y="4527785"/>
            <a:ext cx="1524635" cy="4273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spcBef>
                <a:spcPts val="39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spcBef>
                <a:spcPts val="235"/>
              </a:spcBef>
            </a:pPr>
            <a:r>
              <a:rPr sz="1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04040"/>
                </a:solidFill>
                <a:latin typeface="Calibri"/>
                <a:cs typeface="Calibri"/>
              </a:rPr>
              <a:t>Activity</a:t>
            </a:r>
            <a:r>
              <a:rPr sz="1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02991" y="3864864"/>
            <a:ext cx="1485900" cy="153888"/>
          </a:xfrm>
          <a:prstGeom prst="rect">
            <a:avLst/>
          </a:prstGeom>
          <a:solidFill>
            <a:srgbClr val="4050B8"/>
          </a:solidFill>
        </p:spPr>
        <p:txBody>
          <a:bodyPr vert="horz" wrap="square" lIns="0" tIns="0" rIns="0" bIns="0" rtlCol="0">
            <a:spAutoFit/>
          </a:bodyPr>
          <a:lstStyle/>
          <a:p>
            <a:pPr marL="108585">
              <a:lnSpc>
                <a:spcPts val="1205"/>
              </a:lnSpc>
            </a:pPr>
            <a:r>
              <a:rPr sz="1050" spc="-10" dirty="0">
                <a:solidFill>
                  <a:srgbClr val="F1F1F1"/>
                </a:solidFill>
                <a:latin typeface="Calibri"/>
                <a:cs typeface="Calibri"/>
              </a:rPr>
              <a:t>LearnApp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020311" y="2386583"/>
            <a:ext cx="919480" cy="3037840"/>
            <a:chOff x="2496311" y="2386583"/>
            <a:chExt cx="919480" cy="3037840"/>
          </a:xfrm>
        </p:grpSpPr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45307" y="4658867"/>
              <a:ext cx="569976" cy="76504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96311" y="2575559"/>
              <a:ext cx="568451" cy="7665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7687" y="2413952"/>
              <a:ext cx="330746" cy="32924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4827" y="2386583"/>
              <a:ext cx="374954" cy="43433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97123" y="2453639"/>
              <a:ext cx="216407" cy="216408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477892" y="2449448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13</a:t>
            </a:fld>
            <a:endParaRPr spc="-25" dirty="0"/>
          </a:p>
        </p:txBody>
      </p:sp>
      <p:sp>
        <p:nvSpPr>
          <p:cNvPr id="50" name="object 50"/>
          <p:cNvSpPr txBox="1"/>
          <p:nvPr/>
        </p:nvSpPr>
        <p:spPr>
          <a:xfrm>
            <a:off x="9246869" y="1335786"/>
            <a:ext cx="1249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003857" y="6138468"/>
            <a:ext cx="3813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Partage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d’écran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(supporté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depuis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Android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7.0)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016" y="5724462"/>
            <a:ext cx="97466" cy="112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2572" y="683514"/>
            <a:ext cx="106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Exemple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69948" y="1368488"/>
            <a:ext cx="8570595" cy="3913504"/>
            <a:chOff x="345947" y="1368488"/>
            <a:chExt cx="8570595" cy="3913504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19" y="1398792"/>
              <a:ext cx="3513670" cy="4995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" y="1368488"/>
              <a:ext cx="3292602" cy="6301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4903" y="1414271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19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947" y="1735835"/>
              <a:ext cx="8570214" cy="35044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0999" y="1783079"/>
              <a:ext cx="6198870" cy="34983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903" y="1764791"/>
              <a:ext cx="8394700" cy="3328670"/>
            </a:xfrm>
            <a:custGeom>
              <a:avLst/>
              <a:gdLst/>
              <a:ahLst/>
              <a:cxnLst/>
              <a:rect l="l" t="t" r="r" b="b"/>
              <a:pathLst>
                <a:path w="8394700" h="3328670">
                  <a:moveTo>
                    <a:pt x="8171688" y="0"/>
                  </a:moveTo>
                  <a:lnTo>
                    <a:pt x="0" y="0"/>
                  </a:lnTo>
                  <a:lnTo>
                    <a:pt x="0" y="3105912"/>
                  </a:lnTo>
                  <a:lnTo>
                    <a:pt x="4519" y="3150768"/>
                  </a:lnTo>
                  <a:lnTo>
                    <a:pt x="17483" y="3192541"/>
                  </a:lnTo>
                  <a:lnTo>
                    <a:pt x="37994" y="3230338"/>
                  </a:lnTo>
                  <a:lnTo>
                    <a:pt x="65160" y="3263265"/>
                  </a:lnTo>
                  <a:lnTo>
                    <a:pt x="98085" y="3290429"/>
                  </a:lnTo>
                  <a:lnTo>
                    <a:pt x="135874" y="3310937"/>
                  </a:lnTo>
                  <a:lnTo>
                    <a:pt x="177632" y="3323897"/>
                  </a:lnTo>
                  <a:lnTo>
                    <a:pt x="222465" y="3328416"/>
                  </a:lnTo>
                  <a:lnTo>
                    <a:pt x="8394192" y="3328416"/>
                  </a:lnTo>
                  <a:lnTo>
                    <a:pt x="8394192" y="222504"/>
                  </a:lnTo>
                  <a:lnTo>
                    <a:pt x="8389673" y="177647"/>
                  </a:lnTo>
                  <a:lnTo>
                    <a:pt x="8376713" y="135874"/>
                  </a:lnTo>
                  <a:lnTo>
                    <a:pt x="8356205" y="98077"/>
                  </a:lnTo>
                  <a:lnTo>
                    <a:pt x="8329041" y="65150"/>
                  </a:lnTo>
                  <a:lnTo>
                    <a:pt x="8296114" y="37986"/>
                  </a:lnTo>
                  <a:lnTo>
                    <a:pt x="8258317" y="17478"/>
                  </a:lnTo>
                  <a:lnTo>
                    <a:pt x="8216544" y="4518"/>
                  </a:lnTo>
                  <a:lnTo>
                    <a:pt x="817168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10005" y="2091067"/>
              <a:ext cx="4000500" cy="497205"/>
            </a:xfrm>
            <a:custGeom>
              <a:avLst/>
              <a:gdLst/>
              <a:ahLst/>
              <a:cxnLst/>
              <a:rect l="l" t="t" r="r" b="b"/>
              <a:pathLst>
                <a:path w="4000500" h="497205">
                  <a:moveTo>
                    <a:pt x="2223516" y="0"/>
                  </a:moveTo>
                  <a:lnTo>
                    <a:pt x="1333500" y="0"/>
                  </a:lnTo>
                  <a:lnTo>
                    <a:pt x="0" y="0"/>
                  </a:lnTo>
                  <a:lnTo>
                    <a:pt x="0" y="13703"/>
                  </a:lnTo>
                  <a:lnTo>
                    <a:pt x="1333500" y="13703"/>
                  </a:lnTo>
                  <a:lnTo>
                    <a:pt x="2223516" y="13703"/>
                  </a:lnTo>
                  <a:lnTo>
                    <a:pt x="2223516" y="0"/>
                  </a:lnTo>
                  <a:close/>
                </a:path>
                <a:path w="4000500" h="497205">
                  <a:moveTo>
                    <a:pt x="4000500" y="483095"/>
                  </a:moveTo>
                  <a:lnTo>
                    <a:pt x="3112008" y="483095"/>
                  </a:lnTo>
                  <a:lnTo>
                    <a:pt x="2223516" y="483095"/>
                  </a:lnTo>
                  <a:lnTo>
                    <a:pt x="2223516" y="496811"/>
                  </a:lnTo>
                  <a:lnTo>
                    <a:pt x="3112008" y="496811"/>
                  </a:lnTo>
                  <a:lnTo>
                    <a:pt x="4000500" y="496811"/>
                  </a:lnTo>
                  <a:lnTo>
                    <a:pt x="4000500" y="48309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24888" y="1435989"/>
            <a:ext cx="7414259" cy="4859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/java/LoginActivity.java</a:t>
            </a:r>
            <a:endParaRPr sz="1700">
              <a:latin typeface="Consolas"/>
              <a:cs typeface="Consolas"/>
            </a:endParaRPr>
          </a:p>
          <a:p>
            <a:pPr marL="29845">
              <a:spcBef>
                <a:spcPts val="121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android.app.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10"/>
              </a:spcBef>
            </a:pPr>
            <a:endParaRPr sz="1600">
              <a:latin typeface="Consolas"/>
              <a:cs typeface="Consolas"/>
            </a:endParaRPr>
          </a:p>
          <a:p>
            <a:pPr marL="29845"/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4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LoginActivity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363855">
              <a:spcBef>
                <a:spcPts val="380"/>
              </a:spcBef>
            </a:pPr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697865" marR="1593850" indent="-334645">
              <a:lnSpc>
                <a:spcPts val="1910"/>
              </a:lnSpc>
              <a:spcBef>
                <a:spcPts val="130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5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onCreate(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Bundle</a:t>
            </a:r>
            <a:r>
              <a:rPr sz="1600" u="sng" spc="-60" dirty="0">
                <a:solidFill>
                  <a:srgbClr val="006FC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savedInstanceState</a:t>
            </a:r>
            <a:r>
              <a:rPr sz="1600" dirty="0">
                <a:latin typeface="Consolas"/>
                <a:cs typeface="Consolas"/>
              </a:rPr>
              <a:t>)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super</a:t>
            </a:r>
            <a:r>
              <a:rPr sz="1600" u="sng" spc="-10" dirty="0"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.onCreate(savedInstanceState)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697865">
              <a:lnSpc>
                <a:spcPts val="1820"/>
              </a:lnSpc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63855">
              <a:lnSpc>
                <a:spcPts val="191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363855">
              <a:spcBef>
                <a:spcPts val="385"/>
              </a:spcBef>
            </a:pPr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697865" marR="3928745" indent="-334645">
              <a:lnSpc>
                <a:spcPts val="1900"/>
              </a:lnSpc>
              <a:spcBef>
                <a:spcPts val="140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protected</a:t>
            </a:r>
            <a:r>
              <a:rPr sz="1600" spc="-4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onDestroy()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sz="1600" spc="-10" dirty="0">
                <a:latin typeface="Consolas"/>
                <a:cs typeface="Consolas"/>
              </a:rPr>
              <a:t>.onDestroy();</a:t>
            </a:r>
            <a:endParaRPr sz="1600">
              <a:latin typeface="Consolas"/>
              <a:cs typeface="Consolas"/>
            </a:endParaRPr>
          </a:p>
          <a:p>
            <a:pPr marL="363855">
              <a:lnSpc>
                <a:spcPts val="183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9845">
              <a:lnSpc>
                <a:spcPts val="191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200"/>
              </a:spcBef>
            </a:pPr>
            <a:endParaRPr sz="1600">
              <a:latin typeface="Consolas"/>
              <a:cs typeface="Consolas"/>
            </a:endParaRPr>
          </a:p>
          <a:p>
            <a:pPr marL="74295"/>
            <a:r>
              <a:rPr sz="2000" dirty="0">
                <a:latin typeface="Calibri"/>
                <a:cs typeface="Calibri"/>
              </a:rPr>
              <a:t>Pour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chaque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méthode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callback,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appeler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méthode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endParaRPr>
              <a:latin typeface="Consolas"/>
              <a:cs typeface="Consolas"/>
            </a:endParaRPr>
          </a:p>
          <a:p>
            <a:pPr marL="632460">
              <a:spcBef>
                <a:spcPts val="295"/>
              </a:spcBef>
            </a:pPr>
            <a:r>
              <a:rPr b="1" dirty="0">
                <a:latin typeface="Calibri"/>
                <a:cs typeface="Calibri"/>
              </a:rPr>
              <a:t>Exemple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onsolas"/>
                <a:cs typeface="Consolas"/>
              </a:rPr>
              <a:t>onCreate()</a:t>
            </a:r>
            <a:r>
              <a:rPr dirty="0">
                <a:latin typeface="Calibri"/>
                <a:cs typeface="Calibri"/>
              </a:rPr>
              <a:t>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appel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à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sz="1600" b="1" spc="-10" dirty="0">
                <a:latin typeface="Consolas"/>
                <a:cs typeface="Consolas"/>
              </a:rPr>
              <a:t>.onCreate()</a:t>
            </a:r>
            <a:endParaRPr sz="1600">
              <a:latin typeface="Consolas"/>
              <a:cs typeface="Consolas"/>
            </a:endParaRPr>
          </a:p>
          <a:p>
            <a:pPr marL="74295">
              <a:spcBef>
                <a:spcPts val="750"/>
              </a:spcBef>
            </a:pPr>
            <a:r>
              <a:rPr sz="2000" dirty="0">
                <a:latin typeface="Calibri"/>
                <a:cs typeface="Calibri"/>
              </a:rPr>
              <a:t>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b="1" spc="-5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mémorise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l'état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l’activité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lorsqu'elle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arrière-</a:t>
            </a:r>
            <a:r>
              <a:rPr sz="2000" spc="-20" dirty="0">
                <a:latin typeface="Calibri"/>
                <a:cs typeface="Calibri"/>
              </a:rPr>
              <a:t>plan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016" y="5331206"/>
            <a:ext cx="97466" cy="112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Activité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2573" y="683514"/>
            <a:ext cx="284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Association</a:t>
            </a:r>
            <a:r>
              <a:rPr sz="2400" spc="-10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d’un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layout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69948" y="1715960"/>
            <a:ext cx="8570595" cy="3239770"/>
            <a:chOff x="345947" y="1715960"/>
            <a:chExt cx="8570595" cy="323977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19" y="1746276"/>
              <a:ext cx="3513670" cy="499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" y="1715960"/>
              <a:ext cx="3292602" cy="6301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4903" y="1761744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19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947" y="2083308"/>
              <a:ext cx="8570214" cy="287197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571" y="2138172"/>
              <a:ext cx="6198870" cy="27973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903" y="2112264"/>
              <a:ext cx="8394700" cy="2696210"/>
            </a:xfrm>
            <a:custGeom>
              <a:avLst/>
              <a:gdLst/>
              <a:ahLst/>
              <a:cxnLst/>
              <a:rect l="l" t="t" r="r" b="b"/>
              <a:pathLst>
                <a:path w="8394700" h="2696210">
                  <a:moveTo>
                    <a:pt x="8157210" y="0"/>
                  </a:moveTo>
                  <a:lnTo>
                    <a:pt x="0" y="0"/>
                  </a:lnTo>
                  <a:lnTo>
                    <a:pt x="0" y="2458974"/>
                  </a:lnTo>
                  <a:lnTo>
                    <a:pt x="4815" y="2506713"/>
                  </a:lnTo>
                  <a:lnTo>
                    <a:pt x="18626" y="2551187"/>
                  </a:lnTo>
                  <a:lnTo>
                    <a:pt x="40480" y="2591441"/>
                  </a:lnTo>
                  <a:lnTo>
                    <a:pt x="69424" y="2626518"/>
                  </a:lnTo>
                  <a:lnTo>
                    <a:pt x="104504" y="2655464"/>
                  </a:lnTo>
                  <a:lnTo>
                    <a:pt x="144768" y="2677322"/>
                  </a:lnTo>
                  <a:lnTo>
                    <a:pt x="189261" y="2691138"/>
                  </a:lnTo>
                  <a:lnTo>
                    <a:pt x="237032" y="2695956"/>
                  </a:lnTo>
                  <a:lnTo>
                    <a:pt x="8394192" y="2695956"/>
                  </a:lnTo>
                  <a:lnTo>
                    <a:pt x="8394192" y="236982"/>
                  </a:lnTo>
                  <a:lnTo>
                    <a:pt x="8389374" y="189242"/>
                  </a:lnTo>
                  <a:lnTo>
                    <a:pt x="8375558" y="144768"/>
                  </a:lnTo>
                  <a:lnTo>
                    <a:pt x="8353700" y="104514"/>
                  </a:lnTo>
                  <a:lnTo>
                    <a:pt x="8324754" y="69437"/>
                  </a:lnTo>
                  <a:lnTo>
                    <a:pt x="8289677" y="40491"/>
                  </a:lnTo>
                  <a:lnTo>
                    <a:pt x="8249423" y="18633"/>
                  </a:lnTo>
                  <a:lnTo>
                    <a:pt x="8204949" y="4817"/>
                  </a:lnTo>
                  <a:lnTo>
                    <a:pt x="815721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24888" y="1783843"/>
            <a:ext cx="7936865" cy="40530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/java/LoginActivity.java</a:t>
            </a:r>
            <a:endParaRPr sz="1700">
              <a:latin typeface="Consolas"/>
              <a:cs typeface="Consolas"/>
            </a:endParaRPr>
          </a:p>
          <a:p>
            <a:pPr marL="34290">
              <a:spcBef>
                <a:spcPts val="1270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4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LoginActivity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445"/>
              </a:spcBef>
            </a:pPr>
            <a:endParaRPr sz="1600">
              <a:latin typeface="Consolas"/>
              <a:cs typeface="Consolas"/>
            </a:endParaRPr>
          </a:p>
          <a:p>
            <a:pPr marL="368300"/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949325" marR="2112010" indent="-581025">
              <a:spcBef>
                <a:spcPts val="80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6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onCreate(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7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savedInstanceState)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sz="1600" spc="-10" dirty="0">
                <a:latin typeface="Consolas"/>
                <a:cs typeface="Consolas"/>
              </a:rPr>
              <a:t>.onCreate(savedInstanceState);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setContentView(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layout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.activit</a:t>
            </a:r>
            <a:r>
              <a:rPr sz="1600" spc="-10" dirty="0">
                <a:latin typeface="Consolas"/>
                <a:cs typeface="Consolas"/>
              </a:rPr>
              <a:t>y_l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ogin)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49325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68300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368300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4290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>
              <a:spcBef>
                <a:spcPts val="715"/>
              </a:spcBef>
            </a:pPr>
            <a:endParaRPr sz="1600">
              <a:latin typeface="Consolas"/>
              <a:cs typeface="Consolas"/>
            </a:endParaRPr>
          </a:p>
          <a:p>
            <a:pPr marL="632460" marR="5080">
              <a:lnSpc>
                <a:spcPts val="2160"/>
              </a:lnSpc>
            </a:pPr>
            <a:r>
              <a:rPr b="1" dirty="0">
                <a:latin typeface="Consolas"/>
                <a:cs typeface="Consolas"/>
              </a:rPr>
              <a:t>setContentView(</a:t>
            </a:r>
            <a:r>
              <a:rPr b="1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b="1" spc="-10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b="1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layout</a:t>
            </a:r>
            <a:r>
              <a:rPr b="1" spc="-10" dirty="0">
                <a:latin typeface="Consolas"/>
                <a:cs typeface="Consolas"/>
              </a:rPr>
              <a:t>)</a:t>
            </a:r>
            <a:r>
              <a:rPr b="1" spc="-530" dirty="0"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associe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l'activité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Layout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référencé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b="1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layout</a:t>
            </a:r>
            <a:endParaRPr>
              <a:latin typeface="Consolas"/>
              <a:cs typeface="Consola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8461" y="1914779"/>
            <a:ext cx="84856" cy="99060"/>
          </a:xfrm>
          <a:prstGeom prst="rect">
            <a:avLst/>
          </a:prstGeom>
        </p:spPr>
      </p:pic>
      <p:pic>
        <p:nvPicPr>
          <p:cNvPr id="3" name="object 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4926" y="2429891"/>
            <a:ext cx="88391" cy="99060"/>
          </a:xfrm>
          <a:prstGeom prst="rect">
            <a:avLst/>
          </a:prstGeom>
        </p:spPr>
      </p:pic>
      <p:pic>
        <p:nvPicPr>
          <p:cNvPr id="4" name="object 4">
            <a:hlinkClick r:id="rId6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8461" y="3332098"/>
            <a:ext cx="84856" cy="99060"/>
          </a:xfrm>
          <a:prstGeom prst="rect">
            <a:avLst/>
          </a:prstGeom>
        </p:spPr>
      </p:pic>
      <p:pic>
        <p:nvPicPr>
          <p:cNvPr id="5" name="object 5">
            <a:hlinkClick r:id="rId7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8461" y="4234307"/>
            <a:ext cx="84856" cy="990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2567" y="1326253"/>
            <a:ext cx="7750175" cy="30600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spcBef>
                <a:spcPts val="72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Cycle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vie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d’une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activité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 marR="5080">
              <a:lnSpc>
                <a:spcPts val="1730"/>
              </a:lnSpc>
              <a:spcBef>
                <a:spcPts val="66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https://openclassrooms.com/courses/creez-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des-applications-pour-android/preambule-</a:t>
            </a:r>
            <a:r>
              <a:rPr sz="1600" spc="-10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quelques-concepts-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avances#r-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2032203</a:t>
            </a:r>
            <a:endParaRPr sz="1600">
              <a:latin typeface="Calibri"/>
              <a:cs typeface="Calibri"/>
            </a:endParaRPr>
          </a:p>
          <a:p>
            <a:pPr marL="570230">
              <a:spcBef>
                <a:spcPts val="380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https://www.youtube.com/watch?v=UJN3AL4tiqw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Types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strings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http://mathias-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seguy.developpez.com/tutoriels/android/utiliser-ressources#LII-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45"/>
              </a:spcBef>
            </a:pPr>
            <a:endParaRPr sz="1600">
              <a:latin typeface="Calibri"/>
              <a:cs typeface="Calibri"/>
            </a:endParaRPr>
          </a:p>
          <a:p>
            <a:pPr marL="12700"/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Echelles</a:t>
            </a:r>
            <a:r>
              <a:rPr sz="2200" b="1" spc="-7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d’une</a:t>
            </a:r>
            <a:r>
              <a:rPr sz="2200" b="1" spc="-9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image</a:t>
            </a:r>
            <a:r>
              <a:rPr sz="2200" b="1" spc="-6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https://robots.thoughtbot.com/android-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imageview-scaletype-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a-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visual-guide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Quelques</a:t>
            </a:r>
            <a:r>
              <a:rPr spc="-25" dirty="0"/>
              <a:t> </a:t>
            </a:r>
            <a:r>
              <a:rPr dirty="0"/>
              <a:t>liens</a:t>
            </a:r>
            <a:r>
              <a:rPr spc="-30" dirty="0"/>
              <a:t> </a:t>
            </a:r>
            <a:r>
              <a:rPr spc="-10" dirty="0"/>
              <a:t>utiles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9967" y="971170"/>
            <a:ext cx="7486650" cy="427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«The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Activity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Lifecycle,».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https://developer.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060"/>
              </a:lnSpc>
            </a:pPr>
            <a:r>
              <a:rPr spc="-20" dirty="0">
                <a:latin typeface="Calibri"/>
                <a:cs typeface="Calibri"/>
              </a:rPr>
              <a:t>android.com/guide/components/activities/activity-</a:t>
            </a:r>
            <a:r>
              <a:rPr spc="-10" dirty="0">
                <a:latin typeface="Calibri"/>
                <a:cs typeface="Calibri"/>
              </a:rPr>
              <a:t>lifecycle.html.</a:t>
            </a:r>
            <a:endParaRPr>
              <a:latin typeface="Calibri"/>
              <a:cs typeface="Calibri"/>
            </a:endParaRPr>
          </a:p>
          <a:p>
            <a:pPr marL="12700" marR="59690">
              <a:lnSpc>
                <a:spcPts val="1939"/>
              </a:lnSpc>
              <a:spcBef>
                <a:spcPts val="103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 «References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View,».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https://developer.android.com/reference/android/view/View.html.</a:t>
            </a:r>
            <a:endParaRPr>
              <a:latin typeface="Calibri"/>
              <a:cs typeface="Calibri"/>
            </a:endParaRPr>
          </a:p>
          <a:p>
            <a:pPr marL="12700" marR="10160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ViewGroup,».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https://developer.android.com/reference/android/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view/ViewGroup.html.</a:t>
            </a:r>
            <a:endParaRPr>
              <a:latin typeface="Calibri"/>
              <a:cs typeface="Calibri"/>
            </a:endParaRPr>
          </a:p>
          <a:p>
            <a:pPr marL="12700" marR="553085">
              <a:lnSpc>
                <a:spcPts val="1939"/>
              </a:lnSpc>
              <a:spcBef>
                <a:spcPts val="1015"/>
              </a:spcBef>
            </a:pPr>
            <a:r>
              <a:rPr spc="-100" dirty="0">
                <a:latin typeface="Calibri"/>
                <a:cs typeface="Calibri"/>
              </a:rPr>
              <a:t>V.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Tallapudi,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«Android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Layouts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Types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Layouts,»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2014..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30" dirty="0">
                <a:latin typeface="Calibri"/>
                <a:cs typeface="Calibri"/>
              </a:rPr>
              <a:t>http</a:t>
            </a:r>
            <a:r>
              <a:rPr spc="-30" dirty="0">
                <a:latin typeface="Calibri"/>
                <a:cs typeface="Calibri"/>
                <a:hlinkClick r:id="rId2"/>
              </a:rPr>
              <a:t>s://www.coderefer.com/android-</a:t>
            </a:r>
            <a:r>
              <a:rPr spc="-20" dirty="0">
                <a:latin typeface="Calibri"/>
                <a:cs typeface="Calibri"/>
                <a:hlinkClick r:id="rId2"/>
              </a:rPr>
              <a:t>layouts-</a:t>
            </a:r>
            <a:r>
              <a:rPr spc="-10" dirty="0">
                <a:latin typeface="Calibri"/>
                <a:cs typeface="Calibri"/>
                <a:hlinkClick r:id="rId2"/>
              </a:rPr>
              <a:t>types-</a:t>
            </a:r>
            <a:r>
              <a:rPr spc="-20" dirty="0">
                <a:latin typeface="Calibri"/>
                <a:cs typeface="Calibri"/>
                <a:hlinkClick r:id="rId2"/>
              </a:rPr>
              <a:t>android-</a:t>
            </a:r>
            <a:r>
              <a:rPr spc="-10" dirty="0">
                <a:latin typeface="Calibri"/>
                <a:cs typeface="Calibri"/>
                <a:hlinkClick r:id="rId2"/>
              </a:rPr>
              <a:t>layouts/.</a:t>
            </a:r>
            <a:endParaRPr>
              <a:latin typeface="Calibri"/>
              <a:cs typeface="Calibri"/>
            </a:endParaRPr>
          </a:p>
          <a:p>
            <a:pPr marL="12700" marR="890269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R,».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https://developer.android.com/reference/android/R.html.</a:t>
            </a:r>
            <a:endParaRPr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ImageView,».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developer.android.com/reference/android/widget/ImageView.html.</a:t>
            </a:r>
            <a:endParaRPr>
              <a:latin typeface="Calibri"/>
              <a:cs typeface="Calibri"/>
            </a:endParaRPr>
          </a:p>
          <a:p>
            <a:pPr marL="12700" marR="208915">
              <a:lnSpc>
                <a:spcPts val="1939"/>
              </a:lnSpc>
              <a:spcBef>
                <a:spcPts val="1020"/>
              </a:spcBef>
              <a:tabLst>
                <a:tab pos="6770370" algn="l"/>
              </a:tabLst>
            </a:pPr>
            <a:r>
              <a:rPr dirty="0">
                <a:latin typeface="Calibri"/>
                <a:cs typeface="Calibri"/>
              </a:rPr>
              <a:t>A.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Hill,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ImageView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ScaleType: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Visual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Guide,»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25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Août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2016.</a:t>
            </a:r>
            <a:r>
              <a:rPr dirty="0">
                <a:latin typeface="Calibri"/>
                <a:cs typeface="Calibri"/>
              </a:rPr>
              <a:t>	Lien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20" dirty="0">
                <a:latin typeface="Calibri"/>
                <a:cs typeface="Calibri"/>
              </a:rPr>
              <a:t>robots.thoughtbot.com/android-imageview-</a:t>
            </a:r>
            <a:r>
              <a:rPr spc="-10" dirty="0">
                <a:latin typeface="Calibri"/>
                <a:cs typeface="Calibri"/>
              </a:rPr>
              <a:t>scaletype-a-visual-guide.</a:t>
            </a:r>
            <a:endParaRPr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1035559"/>
            <a:ext cx="9802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1657351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2277618"/>
            <a:ext cx="98023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2899411"/>
            <a:ext cx="98023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3519678"/>
            <a:ext cx="98023" cy="1127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4139947"/>
            <a:ext cx="98023" cy="112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4761611"/>
            <a:ext cx="98023" cy="1127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1012782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0" dirty="0"/>
              <a:t>Références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ater Transport Infographics by Slidesgo">
  <a:themeElements>
    <a:clrScheme name="Personnalisé 3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751</Words>
  <Application>Microsoft Office PowerPoint</Application>
  <PresentationFormat>Grand écran</PresentationFormat>
  <Paragraphs>204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Fira Sans Extra Condensed</vt:lpstr>
      <vt:lpstr>Roboto</vt:lpstr>
      <vt:lpstr>Times New Roman</vt:lpstr>
      <vt:lpstr>Office Theme</vt:lpstr>
      <vt:lpstr>Water Transport Infographics by Slidesgo</vt:lpstr>
      <vt:lpstr>Cours de Développement Mobile</vt:lpstr>
      <vt:lpstr>Résumé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Activité</vt:lpstr>
      <vt:lpstr>Quelques liens utiles</vt:lpstr>
      <vt:lpstr>Références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Ahmed-Chawki Chaouche</dc:creator>
  <cp:lastModifiedBy>AMINA.ABOULMIRA</cp:lastModifiedBy>
  <cp:revision>5</cp:revision>
  <dcterms:created xsi:type="dcterms:W3CDTF">2025-06-06T06:44:48Z</dcterms:created>
  <dcterms:modified xsi:type="dcterms:W3CDTF">2026-01-15T10:28:23Z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2019-05-20T00:00:00Z</vt:filetime>
  </property>
  <property fmtid="{D5CDD505-2E9C-101B-9397-08002B2CF9AE}" pid="3" name="Creator">
    <vt:lpwstr>Microsoft® PowerPoint® pour Office 365</vt:lpwstr>
  </property>
  <property fmtid="{D5CDD505-2E9C-101B-9397-08002B2CF9AE}" pid="4" name="LastSaved">
    <vt:filetime>2025-06-06T00:00:00Z</vt:filetime>
  </property>
  <property fmtid="{D5CDD505-2E9C-101B-9397-08002B2CF9AE}" pid="5" name="Producer">
    <vt:lpwstr>Microsoft® PowerPoint® pour Office 365</vt:lpwstr>
  </property>
</Properties>
</file>