
<file path=[Content_Types].xml><?xml version="1.0" encoding="utf-8"?>
<Types xmlns="http://schemas.openxmlformats.org/package/2006/content-types">
  <Default Extension="fntdata" ContentType="application/x-fontdata"/>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9" r:id="rId1"/>
  </p:sldMasterIdLst>
  <p:notesMasterIdLst>
    <p:notesMasterId r:id="rId36"/>
  </p:notesMasterIdLst>
  <p:sldIdLst>
    <p:sldId id="403" r:id="rId2"/>
    <p:sldId id="419" r:id="rId3"/>
    <p:sldId id="452" r:id="rId4"/>
    <p:sldId id="416" r:id="rId5"/>
    <p:sldId id="418" r:id="rId6"/>
    <p:sldId id="417" r:id="rId7"/>
    <p:sldId id="420" r:id="rId8"/>
    <p:sldId id="421" r:id="rId9"/>
    <p:sldId id="422" r:id="rId10"/>
    <p:sldId id="423" r:id="rId11"/>
    <p:sldId id="450" r:id="rId12"/>
    <p:sldId id="451" r:id="rId13"/>
    <p:sldId id="424" r:id="rId14"/>
    <p:sldId id="425" r:id="rId15"/>
    <p:sldId id="426" r:id="rId16"/>
    <p:sldId id="427" r:id="rId17"/>
    <p:sldId id="428" r:id="rId18"/>
    <p:sldId id="429" r:id="rId19"/>
    <p:sldId id="430" r:id="rId20"/>
    <p:sldId id="431" r:id="rId21"/>
    <p:sldId id="432" r:id="rId22"/>
    <p:sldId id="433" r:id="rId23"/>
    <p:sldId id="457" r:id="rId24"/>
    <p:sldId id="484" r:id="rId25"/>
    <p:sldId id="485" r:id="rId26"/>
    <p:sldId id="486" r:id="rId27"/>
    <p:sldId id="487" r:id="rId28"/>
    <p:sldId id="488" r:id="rId29"/>
    <p:sldId id="463" r:id="rId30"/>
    <p:sldId id="464" r:id="rId31"/>
    <p:sldId id="489" r:id="rId32"/>
    <p:sldId id="490" r:id="rId33"/>
    <p:sldId id="502" r:id="rId34"/>
    <p:sldId id="415" r:id="rId35"/>
  </p:sldIdLst>
  <p:sldSz cx="9144000" cy="5143500" type="screen16x9"/>
  <p:notesSz cx="6858000" cy="9144000"/>
  <p:embeddedFontLst>
    <p:embeddedFont>
      <p:font typeface="Century Gothic" panose="020B0502020202020204" pitchFamily="34" charset="0"/>
      <p:regular r:id="rId37"/>
      <p:bold r:id="rId38"/>
      <p:italic r:id="rId39"/>
      <p:boldItalic r:id="rId40"/>
    </p:embeddedFont>
    <p:embeddedFont>
      <p:font typeface="Roboto" panose="02000000000000000000" pitchFamily="2" charset="0"/>
      <p:regular r:id="rId41"/>
      <p:bold r:id="rId42"/>
      <p:italic r:id="rId43"/>
      <p:boldItalic r:id="rId44"/>
    </p:embeddedFont>
    <p:embeddedFont>
      <p:font typeface="Trebuchet MS" panose="020B0603020202020204" pitchFamily="34" charset="0"/>
      <p:regular r:id="rId45"/>
      <p:bold r:id="rId46"/>
      <p:italic r:id="rId47"/>
      <p:boldItalic r:id="rId48"/>
    </p:embeddedFont>
  </p:embeddedFontLst>
  <p:defaultTextStyle>
    <a:defPPr>
      <a:defRPr lang="ar-M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C07F"/>
    <a:srgbClr val="E483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B7B797-7AA2-4269-AF87-06DF5E5AC211}">
  <a:tblStyle styleId="{64B7B797-7AA2-4269-AF87-06DF5E5AC21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Aucun style, grille du tablea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Style léger 1 - Accentuation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5758FB7-9AC5-4552-8A53-C91805E547FA}" styleName="Style à thème 1 - Accentuation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77301" autoAdjust="0"/>
  </p:normalViewPr>
  <p:slideViewPr>
    <p:cSldViewPr snapToGrid="0">
      <p:cViewPr varScale="1">
        <p:scale>
          <a:sx n="76" d="100"/>
          <a:sy n="76" d="100"/>
        </p:scale>
        <p:origin x="98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7.fntdata"/><Relationship Id="rId48"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font" Target="fonts/font10.fntdata"/><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fonctionnel.net/suivi/analyse-essais#type-essais"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blog.freelancerepublik.com/metiers-freelance-informatique/product-owner/"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1894799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a:xfrm>
            <a:off x="381000" y="685800"/>
            <a:ext cx="6096000" cy="3429000"/>
          </a:xfrm>
          <a:ln/>
        </p:spPr>
      </p:sp>
      <p:sp>
        <p:nvSpPr>
          <p:cNvPr id="1638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dirty="0"/>
          </a:p>
        </p:txBody>
      </p:sp>
    </p:spTree>
    <p:extLst>
      <p:ext uri="{BB962C8B-B14F-4D97-AF65-F5344CB8AC3E}">
        <p14:creationId xmlns:p14="http://schemas.microsoft.com/office/powerpoint/2010/main" val="19426568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sz="1100" b="0" i="0" u="none" strike="noStrike" cap="none" dirty="0">
                <a:solidFill>
                  <a:srgbClr val="000000"/>
                </a:solidFill>
                <a:effectLst/>
                <a:latin typeface="Arial"/>
                <a:ea typeface="Arial"/>
                <a:cs typeface="Arial"/>
                <a:sym typeface="Arial"/>
              </a:rPr>
              <a:t>À la base, pour un petit projet, nous avons besoin minimalement de deux acteurs : un </a:t>
            </a:r>
            <a:r>
              <a:rPr lang="fr-FR" sz="1100" b="1" i="0" u="none" strike="noStrike" cap="none" dirty="0">
                <a:solidFill>
                  <a:srgbClr val="000000"/>
                </a:solidFill>
                <a:effectLst/>
                <a:latin typeface="Arial"/>
                <a:ea typeface="Arial"/>
                <a:cs typeface="Arial"/>
                <a:sym typeface="Arial"/>
              </a:rPr>
              <a:t>client</a:t>
            </a:r>
            <a:r>
              <a:rPr lang="fr-FR" sz="1100" b="0" i="0" u="none" strike="noStrike" cap="none" dirty="0">
                <a:solidFill>
                  <a:srgbClr val="000000"/>
                </a:solidFill>
                <a:effectLst/>
                <a:latin typeface="Arial"/>
                <a:ea typeface="Arial"/>
                <a:cs typeface="Arial"/>
                <a:sym typeface="Arial"/>
              </a:rPr>
              <a:t> et un </a:t>
            </a:r>
            <a:r>
              <a:rPr lang="fr-FR" sz="1100" b="1" i="0" u="none" strike="noStrike" cap="none" dirty="0">
                <a:solidFill>
                  <a:srgbClr val="000000"/>
                </a:solidFill>
                <a:effectLst/>
                <a:latin typeface="Arial"/>
                <a:ea typeface="Arial"/>
                <a:cs typeface="Arial"/>
                <a:sym typeface="Arial"/>
              </a:rPr>
              <a:t>informaticien</a:t>
            </a:r>
            <a:r>
              <a:rPr lang="fr-FR" sz="1100" b="0" i="0" u="none" strike="noStrike" cap="none" dirty="0">
                <a:solidFill>
                  <a:srgbClr val="000000"/>
                </a:solidFill>
                <a:effectLst/>
                <a:latin typeface="Arial"/>
                <a:ea typeface="Arial"/>
                <a:cs typeface="Arial"/>
                <a:sym typeface="Arial"/>
              </a:rPr>
              <a:t>. Le client énonce un besoin, il a des objectifs.</a:t>
            </a:r>
          </a:p>
          <a:p>
            <a:r>
              <a:rPr lang="fr-FR" sz="1100" b="0" i="0" u="none" strike="noStrike" cap="none" dirty="0">
                <a:solidFill>
                  <a:srgbClr val="000000"/>
                </a:solidFill>
                <a:effectLst/>
                <a:latin typeface="Arial"/>
                <a:ea typeface="Arial"/>
                <a:cs typeface="Arial"/>
                <a:sym typeface="Arial"/>
              </a:rPr>
              <a:t>L'informaticien, dans ce genre de projet, fait tout de A à Z. Il prend les besoins, conçoit une solution en collaboration avec le client. Il évalue les coûts et estime le temps que le développement lui prendra. Il programme l'application ou le système désiré. Il fait des </a:t>
            </a:r>
            <a:r>
              <a:rPr lang="fr-FR" sz="1100" b="0" i="0" u="none" strike="noStrike" cap="none" dirty="0">
                <a:solidFill>
                  <a:srgbClr val="000000"/>
                </a:solidFill>
                <a:effectLst/>
                <a:latin typeface="Arial"/>
                <a:ea typeface="Arial"/>
                <a:cs typeface="Arial"/>
                <a:sym typeface="Arial"/>
                <a:hlinkClick r:id="rId3"/>
              </a:rPr>
              <a:t>essais unitaires, fonctionnels et systèmes</a:t>
            </a:r>
            <a:r>
              <a:rPr lang="fr-FR" sz="1100" b="0" i="0" u="none" strike="noStrike" cap="none" dirty="0">
                <a:solidFill>
                  <a:srgbClr val="000000"/>
                </a:solidFill>
                <a:effectLst/>
                <a:latin typeface="Arial"/>
                <a:ea typeface="Arial"/>
                <a:cs typeface="Arial"/>
                <a:sym typeface="Arial"/>
              </a:rPr>
              <a:t>. Il installe le système et ses mises à jour, fait la formation et supporte les utilisateurs.</a:t>
            </a:r>
          </a:p>
        </p:txBody>
      </p:sp>
    </p:spTree>
    <p:extLst>
      <p:ext uri="{BB962C8B-B14F-4D97-AF65-F5344CB8AC3E}">
        <p14:creationId xmlns:p14="http://schemas.microsoft.com/office/powerpoint/2010/main" val="1204924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sz="1100" b="0" i="0" u="none" strike="noStrike" cap="none" dirty="0">
                <a:solidFill>
                  <a:srgbClr val="000000"/>
                </a:solidFill>
                <a:effectLst/>
                <a:latin typeface="Arial"/>
                <a:ea typeface="Arial"/>
                <a:cs typeface="Arial"/>
                <a:sym typeface="Arial"/>
              </a:rPr>
              <a:t>Lors du développement d’un projet informatique, il y a deux parties prenantes : on les appelle </a:t>
            </a:r>
            <a:r>
              <a:rPr lang="fr-FR" sz="1100" b="1" i="0" u="none" strike="noStrike" cap="none" dirty="0">
                <a:solidFill>
                  <a:srgbClr val="000000"/>
                </a:solidFill>
                <a:effectLst/>
                <a:latin typeface="Arial"/>
                <a:ea typeface="Arial"/>
                <a:cs typeface="Arial"/>
                <a:sym typeface="Arial"/>
              </a:rPr>
              <a:t>MOA et MOE</a:t>
            </a:r>
            <a:r>
              <a:rPr lang="fr-FR" sz="1100" b="0" i="0" u="none" strike="noStrike" cap="none" dirty="0">
                <a:solidFill>
                  <a:srgbClr val="000000"/>
                </a:solidFill>
                <a:effectLst/>
                <a:latin typeface="Arial"/>
                <a:ea typeface="Arial"/>
                <a:cs typeface="Arial"/>
                <a:sym typeface="Arial"/>
              </a:rPr>
              <a:t>. </a:t>
            </a:r>
          </a:p>
          <a:p>
            <a:r>
              <a:rPr lang="fr-FR" sz="1100" b="0" i="0" u="none" strike="noStrike" cap="none" dirty="0">
                <a:solidFill>
                  <a:srgbClr val="000000"/>
                </a:solidFill>
                <a:effectLst/>
                <a:latin typeface="Arial"/>
                <a:ea typeface="Arial"/>
                <a:cs typeface="Arial"/>
                <a:sym typeface="Arial"/>
              </a:rPr>
              <a:t>La </a:t>
            </a:r>
            <a:r>
              <a:rPr lang="fr-FR" sz="1100" b="1" i="0" u="none" strike="noStrike" cap="none" dirty="0">
                <a:solidFill>
                  <a:srgbClr val="000000"/>
                </a:solidFill>
                <a:effectLst/>
                <a:latin typeface="Arial"/>
                <a:ea typeface="Arial"/>
                <a:cs typeface="Arial"/>
                <a:sym typeface="Arial"/>
              </a:rPr>
              <a:t>MOA</a:t>
            </a:r>
            <a:r>
              <a:rPr lang="fr-FR" sz="1100" b="0" i="0" u="none" strike="noStrike" cap="none" dirty="0">
                <a:solidFill>
                  <a:srgbClr val="000000"/>
                </a:solidFill>
                <a:effectLst/>
                <a:latin typeface="Arial"/>
                <a:ea typeface="Arial"/>
                <a:cs typeface="Arial"/>
                <a:sym typeface="Arial"/>
              </a:rPr>
              <a:t>, ou </a:t>
            </a:r>
            <a:r>
              <a:rPr lang="fr-FR" sz="1100" b="1" i="0" u="none" strike="noStrike" cap="none" dirty="0">
                <a:solidFill>
                  <a:srgbClr val="000000"/>
                </a:solidFill>
                <a:effectLst/>
                <a:latin typeface="Arial"/>
                <a:ea typeface="Arial"/>
                <a:cs typeface="Arial"/>
                <a:sym typeface="Arial"/>
              </a:rPr>
              <a:t>maitrise d’ouvrage</a:t>
            </a:r>
            <a:r>
              <a:rPr lang="fr-FR" sz="1100" b="0" i="0" u="none" strike="noStrike" cap="none" dirty="0">
                <a:solidFill>
                  <a:srgbClr val="000000"/>
                </a:solidFill>
                <a:effectLst/>
                <a:latin typeface="Arial"/>
                <a:ea typeface="Arial"/>
                <a:cs typeface="Arial"/>
                <a:sym typeface="Arial"/>
              </a:rPr>
              <a:t>, est la personne ou le groupe qui va </a:t>
            </a:r>
            <a:r>
              <a:rPr lang="fr-FR" sz="1100" b="1" i="0" u="none" strike="noStrike" cap="none" dirty="0">
                <a:solidFill>
                  <a:srgbClr val="000000"/>
                </a:solidFill>
                <a:effectLst/>
                <a:latin typeface="Arial"/>
                <a:ea typeface="Arial"/>
                <a:cs typeface="Arial"/>
                <a:sym typeface="Arial"/>
              </a:rPr>
              <a:t>représenter les intérêts du client</a:t>
            </a:r>
            <a:r>
              <a:rPr lang="fr-FR" sz="1100" b="0" i="0" u="none" strike="noStrike" cap="none" dirty="0">
                <a:solidFill>
                  <a:srgbClr val="000000"/>
                </a:solidFill>
                <a:effectLst/>
                <a:latin typeface="Arial"/>
                <a:ea typeface="Arial"/>
                <a:cs typeface="Arial"/>
                <a:sym typeface="Arial"/>
              </a:rPr>
              <a:t>.</a:t>
            </a:r>
          </a:p>
          <a:p>
            <a:r>
              <a:rPr lang="fr-FR" sz="1100" b="0" i="0" u="none" strike="noStrike" cap="none" dirty="0">
                <a:solidFill>
                  <a:srgbClr val="000000"/>
                </a:solidFill>
                <a:effectLst/>
                <a:latin typeface="Arial"/>
                <a:ea typeface="Arial"/>
                <a:cs typeface="Arial"/>
                <a:sym typeface="Arial"/>
              </a:rPr>
              <a:t>Étant responsable du cadre fonctionnel du produit, il a théoriquement la responsabilité d’écrire le cahier des charges, bien que cela soit souvent fait en collaboration avec le responsable MOE.</a:t>
            </a:r>
          </a:p>
          <a:p>
            <a:r>
              <a:rPr lang="fr-FR" sz="1100" b="0" i="0" u="none" strike="noStrike" cap="none" dirty="0">
                <a:solidFill>
                  <a:srgbClr val="000000"/>
                </a:solidFill>
                <a:effectLst/>
                <a:latin typeface="Arial"/>
                <a:ea typeface="Arial"/>
                <a:cs typeface="Arial"/>
                <a:sym typeface="Arial"/>
              </a:rPr>
              <a:t>Garant du cadre fonctionnel côté client, il doit également veiller à ce que ce cadre soit respecté par la MOE.</a:t>
            </a:r>
          </a:p>
          <a:p>
            <a:r>
              <a:rPr lang="fr-FR" sz="1100" b="0" i="0" u="none" strike="noStrike" cap="none" dirty="0">
                <a:solidFill>
                  <a:srgbClr val="000000"/>
                </a:solidFill>
                <a:effectLst/>
                <a:latin typeface="Arial"/>
                <a:ea typeface="Arial"/>
                <a:cs typeface="Arial"/>
                <a:sym typeface="Arial"/>
              </a:rPr>
              <a:t>Si on devait l’intégrer dans une équipe agile, type </a:t>
            </a:r>
            <a:r>
              <a:rPr lang="fr-FR" sz="1100" b="1" i="0" u="none" strike="noStrike" cap="none" dirty="0" err="1">
                <a:solidFill>
                  <a:srgbClr val="000000"/>
                </a:solidFill>
                <a:effectLst/>
                <a:latin typeface="Arial"/>
                <a:ea typeface="Arial"/>
                <a:cs typeface="Arial"/>
                <a:sym typeface="Arial"/>
              </a:rPr>
              <a:t>Scrum</a:t>
            </a:r>
            <a:r>
              <a:rPr lang="fr-FR" sz="1100" b="0" i="0" u="none" strike="noStrike" cap="none" dirty="0">
                <a:solidFill>
                  <a:srgbClr val="000000"/>
                </a:solidFill>
                <a:effectLst/>
                <a:latin typeface="Arial"/>
                <a:ea typeface="Arial"/>
                <a:cs typeface="Arial"/>
                <a:sym typeface="Arial"/>
              </a:rPr>
              <a:t>, le maître d’ouvrage serait le </a:t>
            </a:r>
            <a:r>
              <a:rPr lang="fr-FR" sz="1100" b="1" i="0" u="sng" strike="noStrike" cap="none" dirty="0">
                <a:solidFill>
                  <a:srgbClr val="000000"/>
                </a:solidFill>
                <a:effectLst/>
                <a:latin typeface="Arial"/>
                <a:ea typeface="Arial"/>
                <a:cs typeface="Arial"/>
                <a:sym typeface="Arial"/>
                <a:hlinkClick r:id="rId3"/>
              </a:rPr>
              <a:t>Product </a:t>
            </a:r>
            <a:r>
              <a:rPr lang="fr-FR" sz="1100" b="1" i="0" u="sng" strike="noStrike" cap="none" dirty="0" err="1">
                <a:solidFill>
                  <a:srgbClr val="000000"/>
                </a:solidFill>
                <a:effectLst/>
                <a:latin typeface="Arial"/>
                <a:ea typeface="Arial"/>
                <a:cs typeface="Arial"/>
                <a:sym typeface="Arial"/>
                <a:hlinkClick r:id="rId3"/>
              </a:rPr>
              <a:t>Owner</a:t>
            </a:r>
            <a:r>
              <a:rPr lang="fr-FR" sz="1100" b="0" i="0" u="none" strike="noStrike" cap="none" dirty="0">
                <a:solidFill>
                  <a:srgbClr val="000000"/>
                </a:solidFill>
                <a:effectLst/>
                <a:latin typeface="Arial"/>
                <a:ea typeface="Arial"/>
                <a:cs typeface="Arial"/>
                <a:sym typeface="Arial"/>
              </a:rPr>
              <a:t> : il représente le client et valide le produit et ses évolutions.</a:t>
            </a:r>
          </a:p>
        </p:txBody>
      </p:sp>
    </p:spTree>
    <p:extLst>
      <p:ext uri="{BB962C8B-B14F-4D97-AF65-F5344CB8AC3E}">
        <p14:creationId xmlns:p14="http://schemas.microsoft.com/office/powerpoint/2010/main" val="709489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sz="1100" b="0" i="0" u="none" strike="noStrike" cap="none" dirty="0">
                <a:solidFill>
                  <a:srgbClr val="000000"/>
                </a:solidFill>
                <a:effectLst/>
                <a:latin typeface="Arial"/>
                <a:ea typeface="Arial"/>
                <a:cs typeface="Arial"/>
                <a:sym typeface="Arial"/>
              </a:rPr>
              <a:t>De l’autre côté du projet se trouve la </a:t>
            </a:r>
            <a:r>
              <a:rPr lang="fr-FR" sz="1100" b="1" i="0" u="none" strike="noStrike" cap="none" dirty="0">
                <a:solidFill>
                  <a:srgbClr val="000000"/>
                </a:solidFill>
                <a:effectLst/>
                <a:latin typeface="Arial"/>
                <a:ea typeface="Arial"/>
                <a:cs typeface="Arial"/>
                <a:sym typeface="Arial"/>
              </a:rPr>
              <a:t>MOE</a:t>
            </a:r>
            <a:r>
              <a:rPr lang="fr-FR" sz="1100" b="0" i="0" u="none" strike="noStrike" cap="none" dirty="0">
                <a:solidFill>
                  <a:srgbClr val="000000"/>
                </a:solidFill>
                <a:effectLst/>
                <a:latin typeface="Arial"/>
                <a:ea typeface="Arial"/>
                <a:cs typeface="Arial"/>
                <a:sym typeface="Arial"/>
              </a:rPr>
              <a:t>, ou </a:t>
            </a:r>
            <a:r>
              <a:rPr lang="fr-FR" sz="1100" b="1" i="0" u="none" strike="noStrike" cap="none" dirty="0">
                <a:solidFill>
                  <a:srgbClr val="000000"/>
                </a:solidFill>
                <a:effectLst/>
                <a:latin typeface="Arial"/>
                <a:ea typeface="Arial"/>
                <a:cs typeface="Arial"/>
                <a:sym typeface="Arial"/>
              </a:rPr>
              <a:t>maitrise d’</a:t>
            </a:r>
            <a:r>
              <a:rPr lang="fr-FR" sz="1100" b="1" i="0" u="none" strike="noStrike" cap="none" dirty="0" err="1">
                <a:solidFill>
                  <a:srgbClr val="000000"/>
                </a:solidFill>
                <a:effectLst/>
                <a:latin typeface="Arial"/>
                <a:ea typeface="Arial"/>
                <a:cs typeface="Arial"/>
                <a:sym typeface="Arial"/>
              </a:rPr>
              <a:t>oeuvre</a:t>
            </a:r>
            <a:r>
              <a:rPr lang="fr-FR" sz="1100" b="0" i="0" u="none" strike="noStrike" cap="none" dirty="0">
                <a:solidFill>
                  <a:srgbClr val="000000"/>
                </a:solidFill>
                <a:effectLst/>
                <a:latin typeface="Arial"/>
                <a:ea typeface="Arial"/>
                <a:cs typeface="Arial"/>
                <a:sym typeface="Arial"/>
              </a:rPr>
              <a:t>. La maitrise d’</a:t>
            </a:r>
            <a:r>
              <a:rPr lang="fr-FR" sz="1100" b="0" i="0" u="none" strike="noStrike" cap="none" dirty="0" err="1">
                <a:solidFill>
                  <a:srgbClr val="000000"/>
                </a:solidFill>
                <a:effectLst/>
                <a:latin typeface="Arial"/>
                <a:ea typeface="Arial"/>
                <a:cs typeface="Arial"/>
                <a:sym typeface="Arial"/>
              </a:rPr>
              <a:t>oeuvre</a:t>
            </a:r>
            <a:r>
              <a:rPr lang="fr-FR" sz="1100" b="0" i="0" u="none" strike="noStrike" cap="none" dirty="0">
                <a:solidFill>
                  <a:srgbClr val="000000"/>
                </a:solidFill>
                <a:effectLst/>
                <a:latin typeface="Arial"/>
                <a:ea typeface="Arial"/>
                <a:cs typeface="Arial"/>
                <a:sym typeface="Arial"/>
              </a:rPr>
              <a:t>, ou maitre d’</a:t>
            </a:r>
            <a:r>
              <a:rPr lang="fr-FR" sz="1100" b="0" i="0" u="none" strike="noStrike" cap="none" dirty="0" err="1">
                <a:solidFill>
                  <a:srgbClr val="000000"/>
                </a:solidFill>
                <a:effectLst/>
                <a:latin typeface="Arial"/>
                <a:ea typeface="Arial"/>
                <a:cs typeface="Arial"/>
                <a:sym typeface="Arial"/>
              </a:rPr>
              <a:t>oeuvre</a:t>
            </a:r>
            <a:r>
              <a:rPr lang="fr-FR" sz="1100" b="0" i="0" u="none" strike="noStrike" cap="none" dirty="0">
                <a:solidFill>
                  <a:srgbClr val="000000"/>
                </a:solidFill>
                <a:effectLst/>
                <a:latin typeface="Arial"/>
                <a:ea typeface="Arial"/>
                <a:cs typeface="Arial"/>
                <a:sym typeface="Arial"/>
              </a:rPr>
              <a:t>, et la personne ou le groupe qui va </a:t>
            </a:r>
            <a:r>
              <a:rPr lang="fr-FR" sz="1100" b="1" i="0" u="none" strike="noStrike" cap="none" dirty="0">
                <a:solidFill>
                  <a:srgbClr val="000000"/>
                </a:solidFill>
                <a:effectLst/>
                <a:latin typeface="Arial"/>
                <a:ea typeface="Arial"/>
                <a:cs typeface="Arial"/>
                <a:sym typeface="Arial"/>
              </a:rPr>
              <a:t>concevoir le projet commandé par la MOA</a:t>
            </a:r>
            <a:r>
              <a:rPr lang="fr-FR" sz="1100" b="0" i="0" u="none" strike="noStrike" cap="none" dirty="0">
                <a:solidFill>
                  <a:srgbClr val="000000"/>
                </a:solidFill>
                <a:effectLst/>
                <a:latin typeface="Arial"/>
                <a:ea typeface="Arial"/>
                <a:cs typeface="Arial"/>
                <a:sym typeface="Arial"/>
              </a:rPr>
              <a:t>.</a:t>
            </a:r>
          </a:p>
          <a:p>
            <a:r>
              <a:rPr lang="fr-FR" sz="1100" b="0" i="0" u="none" strike="noStrike" cap="none" dirty="0">
                <a:solidFill>
                  <a:srgbClr val="000000"/>
                </a:solidFill>
                <a:effectLst/>
                <a:latin typeface="Arial"/>
                <a:ea typeface="Arial"/>
                <a:cs typeface="Arial"/>
                <a:sym typeface="Arial"/>
              </a:rPr>
              <a:t>Dans une équipe de développement, le maître d’œuvre sera un </a:t>
            </a:r>
            <a:r>
              <a:rPr lang="fr-FR" sz="1100" b="1" i="0" u="none" strike="noStrike" cap="none" dirty="0">
                <a:solidFill>
                  <a:srgbClr val="000000"/>
                </a:solidFill>
                <a:effectLst/>
                <a:latin typeface="Arial"/>
                <a:ea typeface="Arial"/>
                <a:cs typeface="Arial"/>
                <a:sym typeface="Arial"/>
              </a:rPr>
              <a:t>chef de projet (technique) ou un lead </a:t>
            </a:r>
            <a:r>
              <a:rPr lang="fr-FR" sz="1100" b="1" i="0" u="none" strike="noStrike" cap="none" dirty="0" err="1">
                <a:solidFill>
                  <a:srgbClr val="000000"/>
                </a:solidFill>
                <a:effectLst/>
                <a:latin typeface="Arial"/>
                <a:ea typeface="Arial"/>
                <a:cs typeface="Arial"/>
                <a:sym typeface="Arial"/>
              </a:rPr>
              <a:t>developper</a:t>
            </a:r>
            <a:r>
              <a:rPr lang="fr-FR" sz="1100" b="0" i="0" u="none" strike="noStrike" cap="none" dirty="0">
                <a:solidFill>
                  <a:srgbClr val="000000"/>
                </a:solidFill>
                <a:effectLst/>
                <a:latin typeface="Arial"/>
                <a:ea typeface="Arial"/>
                <a:cs typeface="Arial"/>
                <a:sym typeface="Arial"/>
              </a:rPr>
              <a:t>.</a:t>
            </a:r>
          </a:p>
          <a:p>
            <a:endParaRPr lang="fr-FR" dirty="0"/>
          </a:p>
        </p:txBody>
      </p:sp>
    </p:spTree>
    <p:extLst>
      <p:ext uri="{BB962C8B-B14F-4D97-AF65-F5344CB8AC3E}">
        <p14:creationId xmlns:p14="http://schemas.microsoft.com/office/powerpoint/2010/main" val="33914090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2367361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r>
              <a:rPr lang="fr-FR" sz="1100" b="0" i="0" u="none" strike="noStrike" cap="none" dirty="0">
                <a:solidFill>
                  <a:srgbClr val="000000"/>
                </a:solidFill>
                <a:effectLst/>
                <a:latin typeface="Arial"/>
                <a:ea typeface="Arial"/>
                <a:cs typeface="Arial"/>
                <a:sym typeface="Arial"/>
              </a:rPr>
              <a:t> la méthode d'analyse fonctionnelle et de gestion de projets la plus connue. Elle permet non seulement de décrire les tâches du projet et leurs interactions, mais aussi de décrire le système que le projet vise à étudier,</a:t>
            </a:r>
            <a:endParaRPr lang="fr-FR" dirty="0"/>
          </a:p>
        </p:txBody>
      </p:sp>
    </p:spTree>
    <p:extLst>
      <p:ext uri="{BB962C8B-B14F-4D97-AF65-F5344CB8AC3E}">
        <p14:creationId xmlns:p14="http://schemas.microsoft.com/office/powerpoint/2010/main" val="4210347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pPr lvl="1"/>
            <a:r>
              <a:rPr lang="fr-FR" altLang="fr-FR" sz="2000" dirty="0">
                <a:effectLst>
                  <a:outerShdw blurRad="38100" dist="38100" dir="2700000" algn="tl">
                    <a:srgbClr val="C0C0C0"/>
                  </a:outerShdw>
                </a:effectLst>
                <a:cs typeface="Arial" panose="020B0604020202020204" pitchFamily="34" charset="0"/>
              </a:rPr>
              <a:t>L'approche fonctionnelle n'est pas adaptée au développement d'applications qui évoluent sans cesse et dont la complexité croit continuellement</a:t>
            </a:r>
            <a:endParaRPr lang="fr-FR" altLang="fr-FR" sz="900" dirty="0">
              <a:effectLst>
                <a:outerShdw blurRad="38100" dist="38100" dir="2700000" algn="tl">
                  <a:srgbClr val="C0C0C0"/>
                </a:outerShdw>
              </a:effectLst>
            </a:endParaRPr>
          </a:p>
          <a:p>
            <a:pPr lvl="2"/>
            <a:r>
              <a:rPr lang="fr-FR" altLang="fr-FR" sz="1800" dirty="0">
                <a:effectLst>
                  <a:outerShdw blurRad="38100" dist="38100" dir="2700000" algn="tl">
                    <a:srgbClr val="C0C0C0"/>
                  </a:outerShdw>
                </a:effectLst>
              </a:rPr>
              <a:t>Les fonctions ne sont pas les éléments les plus stables</a:t>
            </a:r>
          </a:p>
          <a:p>
            <a:pPr lvl="2"/>
            <a:r>
              <a:rPr lang="fr-FR" altLang="fr-FR" sz="1800" dirty="0">
                <a:effectLst>
                  <a:outerShdw blurRad="38100" dist="38100" dir="2700000" algn="tl">
                    <a:srgbClr val="C0C0C0"/>
                  </a:outerShdw>
                </a:effectLst>
              </a:rPr>
              <a:t>On peut pas décrire toujours un système par une fonction principale</a:t>
            </a:r>
          </a:p>
          <a:p>
            <a:pPr lvl="2"/>
            <a:r>
              <a:rPr lang="fr-FR" altLang="fr-FR" sz="1800" dirty="0">
                <a:effectLst>
                  <a:outerShdw blurRad="38100" dist="38100" dir="2700000" algn="tl">
                    <a:srgbClr val="C0C0C0"/>
                  </a:outerShdw>
                </a:effectLst>
              </a:rPr>
              <a:t>Difficulté de la réutilisation</a:t>
            </a:r>
          </a:p>
          <a:p>
            <a:endParaRPr lang="fr-FR" dirty="0"/>
          </a:p>
        </p:txBody>
      </p:sp>
    </p:spTree>
    <p:extLst>
      <p:ext uri="{BB962C8B-B14F-4D97-AF65-F5344CB8AC3E}">
        <p14:creationId xmlns:p14="http://schemas.microsoft.com/office/powerpoint/2010/main" val="23342448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3328320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381000" y="685800"/>
            <a:ext cx="6096000" cy="3429000"/>
          </a:xfrm>
        </p:spPr>
      </p:sp>
      <p:sp>
        <p:nvSpPr>
          <p:cNvPr id="3" name="Espace réservé des notes 2"/>
          <p:cNvSpPr>
            <a:spLocks noGrp="1"/>
          </p:cNvSpPr>
          <p:nvPr>
            <p:ph type="body" idx="1"/>
          </p:nvPr>
        </p:nvSpPr>
        <p:spPr/>
        <p:txBody>
          <a:bodyPr/>
          <a:lstStyle/>
          <a:p>
            <a:endParaRPr lang="fr-FR" dirty="0"/>
          </a:p>
        </p:txBody>
      </p:sp>
    </p:spTree>
    <p:extLst>
      <p:ext uri="{BB962C8B-B14F-4D97-AF65-F5344CB8AC3E}">
        <p14:creationId xmlns:p14="http://schemas.microsoft.com/office/powerpoint/2010/main" val="4293474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17390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12090340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28193790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16733785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1476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xfrm>
            <a:off x="381000" y="685800"/>
            <a:ext cx="6096000" cy="3429000"/>
          </a:xfrm>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812326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noRot="1" noChangeAspect="1" noChangeArrowheads="1" noTextEdit="1"/>
          </p:cNvSpPr>
          <p:nvPr>
            <p:ph type="sldImg"/>
          </p:nvPr>
        </p:nvSpPr>
        <p:spPr>
          <a:xfrm>
            <a:off x="381000" y="685800"/>
            <a:ext cx="6096000" cy="3429000"/>
          </a:xfrm>
          <a:ln/>
        </p:spPr>
      </p:sp>
      <p:sp>
        <p:nvSpPr>
          <p:cNvPr id="67586"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6629951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19155841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4409263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Rot="1" noChangeAspect="1" noChangeArrowheads="1" noTextEdit="1"/>
          </p:cNvSpPr>
          <p:nvPr>
            <p:ph type="sldImg"/>
          </p:nvPr>
        </p:nvSpPr>
        <p:spPr>
          <a:xfrm>
            <a:off x="381000" y="685800"/>
            <a:ext cx="6096000" cy="3429000"/>
          </a:xfrm>
          <a:ln/>
        </p:spPr>
      </p:sp>
      <p:sp>
        <p:nvSpPr>
          <p:cNvPr id="69634" name="Rectangle 3"/>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032797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5">
            <a:extLst>
              <a:ext uri="{FF2B5EF4-FFF2-40B4-BE49-F238E27FC236}">
                <a16:creationId xmlns:a16="http://schemas.microsoft.com/office/drawing/2014/main" id="{E3A9EB50-5BF3-AA81-813E-257349C76D8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9325" eaLnBrk="0" hangingPunct="0">
              <a:defRPr>
                <a:solidFill>
                  <a:schemeClr val="tx1"/>
                </a:solidFill>
                <a:latin typeface="Times New Roman" panose="02020603050405020304" pitchFamily="18" charset="0"/>
              </a:defRPr>
            </a:lvl1pPr>
            <a:lvl2pPr marL="742950" indent="-285750" defTabSz="949325" eaLnBrk="0" hangingPunct="0">
              <a:defRPr>
                <a:solidFill>
                  <a:schemeClr val="tx1"/>
                </a:solidFill>
                <a:latin typeface="Times New Roman" panose="02020603050405020304" pitchFamily="18" charset="0"/>
              </a:defRPr>
            </a:lvl2pPr>
            <a:lvl3pPr marL="1143000" indent="-228600" defTabSz="949325" eaLnBrk="0" hangingPunct="0">
              <a:defRPr>
                <a:solidFill>
                  <a:schemeClr val="tx1"/>
                </a:solidFill>
                <a:latin typeface="Times New Roman" panose="02020603050405020304" pitchFamily="18" charset="0"/>
              </a:defRPr>
            </a:lvl3pPr>
            <a:lvl4pPr marL="1600200" indent="-228600" defTabSz="949325" eaLnBrk="0" hangingPunct="0">
              <a:defRPr>
                <a:solidFill>
                  <a:schemeClr val="tx1"/>
                </a:solidFill>
                <a:latin typeface="Times New Roman" panose="02020603050405020304" pitchFamily="18" charset="0"/>
              </a:defRPr>
            </a:lvl4pPr>
            <a:lvl5pPr marL="2057400" indent="-228600" defTabSz="949325" eaLnBrk="0" hangingPunct="0">
              <a:defRPr>
                <a:solidFill>
                  <a:schemeClr val="tx1"/>
                </a:solidFill>
                <a:latin typeface="Times New Roman" panose="02020603050405020304" pitchFamily="18" charset="0"/>
              </a:defRPr>
            </a:lvl5pPr>
            <a:lvl6pPr marL="2514600" indent="-228600" defTabSz="949325" eaLnBrk="0" fontAlgn="base" hangingPunct="0">
              <a:spcBef>
                <a:spcPct val="0"/>
              </a:spcBef>
              <a:spcAft>
                <a:spcPct val="0"/>
              </a:spcAft>
              <a:defRPr>
                <a:solidFill>
                  <a:schemeClr val="tx1"/>
                </a:solidFill>
                <a:latin typeface="Times New Roman" panose="02020603050405020304" pitchFamily="18" charset="0"/>
              </a:defRPr>
            </a:lvl6pPr>
            <a:lvl7pPr marL="2971800" indent="-228600" defTabSz="949325" eaLnBrk="0" fontAlgn="base" hangingPunct="0">
              <a:spcBef>
                <a:spcPct val="0"/>
              </a:spcBef>
              <a:spcAft>
                <a:spcPct val="0"/>
              </a:spcAft>
              <a:defRPr>
                <a:solidFill>
                  <a:schemeClr val="tx1"/>
                </a:solidFill>
                <a:latin typeface="Times New Roman" panose="02020603050405020304" pitchFamily="18" charset="0"/>
              </a:defRPr>
            </a:lvl7pPr>
            <a:lvl8pPr marL="3429000" indent="-228600" defTabSz="949325" eaLnBrk="0" fontAlgn="base" hangingPunct="0">
              <a:spcBef>
                <a:spcPct val="0"/>
              </a:spcBef>
              <a:spcAft>
                <a:spcPct val="0"/>
              </a:spcAft>
              <a:defRPr>
                <a:solidFill>
                  <a:schemeClr val="tx1"/>
                </a:solidFill>
                <a:latin typeface="Times New Roman" panose="02020603050405020304" pitchFamily="18" charset="0"/>
              </a:defRPr>
            </a:lvl8pPr>
            <a:lvl9pPr marL="3886200" indent="-228600" defTabSz="949325" eaLnBrk="0" fontAlgn="base" hangingPunct="0">
              <a:spcBef>
                <a:spcPct val="0"/>
              </a:spcBef>
              <a:spcAft>
                <a:spcPct val="0"/>
              </a:spcAft>
              <a:defRPr>
                <a:solidFill>
                  <a:schemeClr val="tx1"/>
                </a:solidFill>
                <a:latin typeface="Times New Roman" panose="02020603050405020304" pitchFamily="18" charset="0"/>
              </a:defRPr>
            </a:lvl9pPr>
          </a:lstStyle>
          <a:p>
            <a:pPr eaLnBrk="1" hangingPunct="1"/>
            <a:fld id="{9D957CA5-481A-4F16-B899-E479C849F1DB}" type="slidenum">
              <a:rPr lang="fr-CA" altLang="fr-FR"/>
              <a:pPr eaLnBrk="1" hangingPunct="1"/>
              <a:t>34</a:t>
            </a:fld>
            <a:endParaRPr lang="fr-CA" altLang="fr-FR"/>
          </a:p>
        </p:txBody>
      </p:sp>
      <p:sp>
        <p:nvSpPr>
          <p:cNvPr id="37891" name="Rectangle 2">
            <a:extLst>
              <a:ext uri="{FF2B5EF4-FFF2-40B4-BE49-F238E27FC236}">
                <a16:creationId xmlns:a16="http://schemas.microsoft.com/office/drawing/2014/main" id="{668F7452-5E91-7E1F-ACD8-9DD05D7F2CAA}"/>
              </a:ext>
            </a:extLst>
          </p:cNvPr>
          <p:cNvSpPr>
            <a:spLocks noGrp="1" noRot="1" noChangeAspect="1" noChangeArrowheads="1" noTextEdit="1"/>
          </p:cNvSpPr>
          <p:nvPr>
            <p:ph type="sldImg"/>
          </p:nvPr>
        </p:nvSpPr>
        <p:spPr>
          <a:xfrm>
            <a:off x="381000" y="685800"/>
            <a:ext cx="6096000" cy="3429000"/>
          </a:xfrm>
          <a:ln/>
        </p:spPr>
      </p:sp>
      <p:sp>
        <p:nvSpPr>
          <p:cNvPr id="37892" name="Rectangle 3">
            <a:extLst>
              <a:ext uri="{FF2B5EF4-FFF2-40B4-BE49-F238E27FC236}">
                <a16:creationId xmlns:a16="http://schemas.microsoft.com/office/drawing/2014/main" id="{43969DC5-FF53-53F8-1FF3-00EC9A46DAB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fr-FR" altLang="fr-FR"/>
          </a:p>
        </p:txBody>
      </p:sp>
    </p:spTree>
    <p:extLst>
      <p:ext uri="{BB962C8B-B14F-4D97-AF65-F5344CB8AC3E}">
        <p14:creationId xmlns:p14="http://schemas.microsoft.com/office/powerpoint/2010/main" val="38961467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09A5BFD-BAC2-4CAA-80A2-5465BBF388C5}"/>
              </a:ext>
            </a:extLst>
          </p:cNvPr>
          <p:cNvSpPr>
            <a:spLocks noGrp="1"/>
          </p:cNvSpPr>
          <p:nvPr>
            <p:ph type="ctrTitle"/>
          </p:nvPr>
        </p:nvSpPr>
        <p:spPr>
          <a:xfrm>
            <a:off x="1143000" y="841772"/>
            <a:ext cx="6858000" cy="1790700"/>
          </a:xfrm>
        </p:spPr>
        <p:txBody>
          <a:bodyPr anchor="b"/>
          <a:lstStyle>
            <a:lvl1pPr algn="ctr">
              <a:defRPr sz="4500"/>
            </a:lvl1pPr>
          </a:lstStyle>
          <a:p>
            <a:r>
              <a:rPr lang="fr-FR"/>
              <a:t>Modifiez le style du titre</a:t>
            </a:r>
            <a:endParaRPr lang="ar-MA"/>
          </a:p>
        </p:txBody>
      </p:sp>
      <p:sp>
        <p:nvSpPr>
          <p:cNvPr id="3" name="Sous-titre 2">
            <a:extLst>
              <a:ext uri="{FF2B5EF4-FFF2-40B4-BE49-F238E27FC236}">
                <a16:creationId xmlns:a16="http://schemas.microsoft.com/office/drawing/2014/main" id="{FC4B93F2-F4E1-4DFC-BEF1-C0C3AB0F4E2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fr-FR"/>
              <a:t>Modifiez le style des sous-titres du masque</a:t>
            </a:r>
            <a:endParaRPr lang="ar-MA"/>
          </a:p>
        </p:txBody>
      </p:sp>
      <p:sp>
        <p:nvSpPr>
          <p:cNvPr id="4" name="Espace réservé de la date 3">
            <a:extLst>
              <a:ext uri="{FF2B5EF4-FFF2-40B4-BE49-F238E27FC236}">
                <a16:creationId xmlns:a16="http://schemas.microsoft.com/office/drawing/2014/main" id="{5F5E64BE-3A11-4CB8-B0AA-6E935F6A89D8}"/>
              </a:ext>
            </a:extLst>
          </p:cNvPr>
          <p:cNvSpPr>
            <a:spLocks noGrp="1"/>
          </p:cNvSpPr>
          <p:nvPr>
            <p:ph type="dt" sz="half" idx="10"/>
          </p:nvPr>
        </p:nvSpPr>
        <p:spPr/>
        <p:txBody>
          <a:bodyPr/>
          <a:lstStyle/>
          <a:p>
            <a:fld id="{4BDF68E2-58F2-4D09-BE8B-E3BD06533059}" type="datetimeFigureOut">
              <a:rPr lang="en-US" smtClean="0"/>
              <a:t>9/21/2025</a:t>
            </a:fld>
            <a:endParaRPr lang="en-US" dirty="0"/>
          </a:p>
        </p:txBody>
      </p:sp>
      <p:sp>
        <p:nvSpPr>
          <p:cNvPr id="5" name="Espace réservé du pied de page 4">
            <a:extLst>
              <a:ext uri="{FF2B5EF4-FFF2-40B4-BE49-F238E27FC236}">
                <a16:creationId xmlns:a16="http://schemas.microsoft.com/office/drawing/2014/main" id="{61721745-F44C-4C66-B0BE-DB6F99176D60}"/>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704A3393-E4C6-4BCE-A749-44BC7456FFA2}"/>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365511214"/>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EB9C68-6795-4141-8854-A8D5D6066BDB}"/>
              </a:ext>
            </a:extLst>
          </p:cNvPr>
          <p:cNvSpPr>
            <a:spLocks noGrp="1"/>
          </p:cNvSpPr>
          <p:nvPr>
            <p:ph type="title"/>
          </p:nvPr>
        </p:nvSpPr>
        <p:spPr/>
        <p:txBody>
          <a:bodyPr/>
          <a:lstStyle/>
          <a:p>
            <a:r>
              <a:rPr lang="fr-FR"/>
              <a:t>Modifiez le style du titre</a:t>
            </a:r>
            <a:endParaRPr lang="ar-MA"/>
          </a:p>
        </p:txBody>
      </p:sp>
      <p:sp>
        <p:nvSpPr>
          <p:cNvPr id="3" name="Espace réservé du contenu 2">
            <a:extLst>
              <a:ext uri="{FF2B5EF4-FFF2-40B4-BE49-F238E27FC236}">
                <a16:creationId xmlns:a16="http://schemas.microsoft.com/office/drawing/2014/main" id="{E9225C9D-7AFD-4BEF-95E9-63B1809E6A85}"/>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D50A5727-0F89-4B02-BFB0-AA965E7EAA26}"/>
              </a:ext>
            </a:extLst>
          </p:cNvPr>
          <p:cNvSpPr>
            <a:spLocks noGrp="1"/>
          </p:cNvSpPr>
          <p:nvPr>
            <p:ph type="dt" sz="half" idx="10"/>
          </p:nvPr>
        </p:nvSpPr>
        <p:spPr/>
        <p:txBody>
          <a:bodyPr/>
          <a:lstStyle/>
          <a:p>
            <a:fld id="{528FC5F6-F338-4AE4-BB23-26385BCFC423}" type="datetimeFigureOut">
              <a:rPr lang="en-US" smtClean="0"/>
              <a:t>9/21/2025</a:t>
            </a:fld>
            <a:endParaRPr lang="en-US" dirty="0"/>
          </a:p>
        </p:txBody>
      </p:sp>
      <p:sp>
        <p:nvSpPr>
          <p:cNvPr id="5" name="Espace réservé du pied de page 4">
            <a:extLst>
              <a:ext uri="{FF2B5EF4-FFF2-40B4-BE49-F238E27FC236}">
                <a16:creationId xmlns:a16="http://schemas.microsoft.com/office/drawing/2014/main" id="{2C0C3D1E-5F3B-4879-BE89-E436A139AA3E}"/>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C718766D-6C8C-40CC-8A77-380958CE64D8}"/>
              </a:ext>
            </a:extLst>
          </p:cNvPr>
          <p:cNvSpPr>
            <a:spLocks noGrp="1"/>
          </p:cNvSpPr>
          <p:nvPr>
            <p:ph type="sldNum" sz="quarter" idx="12"/>
          </p:nvPr>
        </p:nvSpPr>
        <p:spPr/>
        <p:txBody>
          <a:bodyPr/>
          <a:lstStyle/>
          <a:p>
            <a:fld id="{6113E31D-E2AB-40D1-8B51-AFA5AFEF393A}" type="slidenum">
              <a:rPr lang="en-US" smtClean="0"/>
              <a:t>‹N°›</a:t>
            </a:fld>
            <a:endParaRPr lang="en-US" dirty="0"/>
          </a:p>
        </p:txBody>
      </p:sp>
    </p:spTree>
    <p:extLst>
      <p:ext uri="{BB962C8B-B14F-4D97-AF65-F5344CB8AC3E}">
        <p14:creationId xmlns:p14="http://schemas.microsoft.com/office/powerpoint/2010/main" val="8511875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15E9B8-83C8-45C1-9860-AEF18764A957}"/>
              </a:ext>
            </a:extLst>
          </p:cNvPr>
          <p:cNvSpPr>
            <a:spLocks noGrp="1"/>
          </p:cNvSpPr>
          <p:nvPr>
            <p:ph type="title"/>
          </p:nvPr>
        </p:nvSpPr>
        <p:spPr>
          <a:xfrm>
            <a:off x="623888" y="1282304"/>
            <a:ext cx="7886700" cy="2139553"/>
          </a:xfrm>
        </p:spPr>
        <p:txBody>
          <a:bodyPr anchor="b"/>
          <a:lstStyle>
            <a:lvl1pPr>
              <a:defRPr sz="4500"/>
            </a:lvl1pPr>
          </a:lstStyle>
          <a:p>
            <a:r>
              <a:rPr lang="fr-FR"/>
              <a:t>Modifiez le style du titre</a:t>
            </a:r>
            <a:endParaRPr lang="ar-MA"/>
          </a:p>
        </p:txBody>
      </p:sp>
      <p:sp>
        <p:nvSpPr>
          <p:cNvPr id="3" name="Espace réservé du texte 2">
            <a:extLst>
              <a:ext uri="{FF2B5EF4-FFF2-40B4-BE49-F238E27FC236}">
                <a16:creationId xmlns:a16="http://schemas.microsoft.com/office/drawing/2014/main" id="{AB45FA93-0A60-4C63-AF7C-3F54D9752E1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D1C579D0-70F5-4DD7-8C49-911B077D6FB5}"/>
              </a:ext>
            </a:extLst>
          </p:cNvPr>
          <p:cNvSpPr>
            <a:spLocks noGrp="1"/>
          </p:cNvSpPr>
          <p:nvPr>
            <p:ph type="dt" sz="half" idx="10"/>
          </p:nvPr>
        </p:nvSpPr>
        <p:spPr/>
        <p:txBody>
          <a:bodyPr/>
          <a:lstStyle/>
          <a:p>
            <a:fld id="{20EBB0C4-6273-4C6E-B9BD-2EDC30F1CD52}" type="datetimeFigureOut">
              <a:rPr lang="en-US" smtClean="0"/>
              <a:t>9/21/2025</a:t>
            </a:fld>
            <a:endParaRPr lang="en-US" dirty="0"/>
          </a:p>
        </p:txBody>
      </p:sp>
      <p:sp>
        <p:nvSpPr>
          <p:cNvPr id="5" name="Espace réservé du pied de page 4">
            <a:extLst>
              <a:ext uri="{FF2B5EF4-FFF2-40B4-BE49-F238E27FC236}">
                <a16:creationId xmlns:a16="http://schemas.microsoft.com/office/drawing/2014/main" id="{A6B38BA3-5AF5-4677-8A82-3E8BABC8234F}"/>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73708EED-0238-4BE7-B8BC-2EE9F166F4D4}"/>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23661588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815F33C-F659-4412-9474-C6CA48B9A853}"/>
              </a:ext>
            </a:extLst>
          </p:cNvPr>
          <p:cNvSpPr>
            <a:spLocks noGrp="1"/>
          </p:cNvSpPr>
          <p:nvPr>
            <p:ph type="title"/>
          </p:nvPr>
        </p:nvSpPr>
        <p:spPr/>
        <p:txBody>
          <a:bodyPr/>
          <a:lstStyle/>
          <a:p>
            <a:r>
              <a:rPr lang="fr-FR"/>
              <a:t>Modifiez le style du titre</a:t>
            </a:r>
            <a:endParaRPr lang="ar-MA"/>
          </a:p>
        </p:txBody>
      </p:sp>
      <p:sp>
        <p:nvSpPr>
          <p:cNvPr id="3" name="Espace réservé du contenu 2">
            <a:extLst>
              <a:ext uri="{FF2B5EF4-FFF2-40B4-BE49-F238E27FC236}">
                <a16:creationId xmlns:a16="http://schemas.microsoft.com/office/drawing/2014/main" id="{E90AEF35-AE41-4D75-9C30-EA2AF3E7061C}"/>
              </a:ext>
            </a:extLst>
          </p:cNvPr>
          <p:cNvSpPr>
            <a:spLocks noGrp="1"/>
          </p:cNvSpPr>
          <p:nvPr>
            <p:ph sz="half" idx="1"/>
          </p:nvPr>
        </p:nvSpPr>
        <p:spPr>
          <a:xfrm>
            <a:off x="6286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u contenu 3">
            <a:extLst>
              <a:ext uri="{FF2B5EF4-FFF2-40B4-BE49-F238E27FC236}">
                <a16:creationId xmlns:a16="http://schemas.microsoft.com/office/drawing/2014/main" id="{C2A61399-91BC-49A6-A093-D64F1249E029}"/>
              </a:ext>
            </a:extLst>
          </p:cNvPr>
          <p:cNvSpPr>
            <a:spLocks noGrp="1"/>
          </p:cNvSpPr>
          <p:nvPr>
            <p:ph sz="half" idx="2"/>
          </p:nvPr>
        </p:nvSpPr>
        <p:spPr>
          <a:xfrm>
            <a:off x="4629150" y="1369219"/>
            <a:ext cx="3886200" cy="3263504"/>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5" name="Espace réservé de la date 4">
            <a:extLst>
              <a:ext uri="{FF2B5EF4-FFF2-40B4-BE49-F238E27FC236}">
                <a16:creationId xmlns:a16="http://schemas.microsoft.com/office/drawing/2014/main" id="{29EA44DD-2F17-47A8-9E7C-C4C28E9C644D}"/>
              </a:ext>
            </a:extLst>
          </p:cNvPr>
          <p:cNvSpPr>
            <a:spLocks noGrp="1"/>
          </p:cNvSpPr>
          <p:nvPr>
            <p:ph type="dt" sz="half" idx="10"/>
          </p:nvPr>
        </p:nvSpPr>
        <p:spPr/>
        <p:txBody>
          <a:bodyPr/>
          <a:lstStyle/>
          <a:p>
            <a:fld id="{19AB4D41-86C1-4908-B66A-0B50CEB3BF29}" type="datetimeFigureOut">
              <a:rPr lang="en-US" smtClean="0"/>
              <a:t>9/21/2025</a:t>
            </a:fld>
            <a:endParaRPr lang="en-US" dirty="0"/>
          </a:p>
        </p:txBody>
      </p:sp>
      <p:sp>
        <p:nvSpPr>
          <p:cNvPr id="6" name="Espace réservé du pied de page 5">
            <a:extLst>
              <a:ext uri="{FF2B5EF4-FFF2-40B4-BE49-F238E27FC236}">
                <a16:creationId xmlns:a16="http://schemas.microsoft.com/office/drawing/2014/main" id="{131EFFF3-0E8E-409D-8B44-BB0D01501461}"/>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BD27BF10-5C13-44F8-A064-146E6C886524}"/>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4288760668"/>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E772C6-1BB9-4EB7-A32A-AA02183522DD}"/>
              </a:ext>
            </a:extLst>
          </p:cNvPr>
          <p:cNvSpPr>
            <a:spLocks noGrp="1"/>
          </p:cNvSpPr>
          <p:nvPr>
            <p:ph type="title"/>
          </p:nvPr>
        </p:nvSpPr>
        <p:spPr>
          <a:xfrm>
            <a:off x="629841" y="273844"/>
            <a:ext cx="7886700" cy="994172"/>
          </a:xfrm>
        </p:spPr>
        <p:txBody>
          <a:bodyPr/>
          <a:lstStyle/>
          <a:p>
            <a:r>
              <a:rPr lang="fr-FR"/>
              <a:t>Modifiez le style du titre</a:t>
            </a:r>
            <a:endParaRPr lang="ar-MA"/>
          </a:p>
        </p:txBody>
      </p:sp>
      <p:sp>
        <p:nvSpPr>
          <p:cNvPr id="3" name="Espace réservé du texte 2">
            <a:extLst>
              <a:ext uri="{FF2B5EF4-FFF2-40B4-BE49-F238E27FC236}">
                <a16:creationId xmlns:a16="http://schemas.microsoft.com/office/drawing/2014/main" id="{68565B4B-0779-4D3B-9B69-F6E67521CBFE}"/>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ECA8465-9260-4E24-8EB2-CB5796E3B939}"/>
              </a:ext>
            </a:extLst>
          </p:cNvPr>
          <p:cNvSpPr>
            <a:spLocks noGrp="1"/>
          </p:cNvSpPr>
          <p:nvPr>
            <p:ph sz="half" idx="2"/>
          </p:nvPr>
        </p:nvSpPr>
        <p:spPr>
          <a:xfrm>
            <a:off x="629842" y="1878806"/>
            <a:ext cx="3868340"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5" name="Espace réservé du texte 4">
            <a:extLst>
              <a:ext uri="{FF2B5EF4-FFF2-40B4-BE49-F238E27FC236}">
                <a16:creationId xmlns:a16="http://schemas.microsoft.com/office/drawing/2014/main" id="{0E13D3B6-BB28-4365-AB48-AE60FC326D52}"/>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98CCB12C-BE99-40C8-BB3C-DFDC2D645DF1}"/>
              </a:ext>
            </a:extLst>
          </p:cNvPr>
          <p:cNvSpPr>
            <a:spLocks noGrp="1"/>
          </p:cNvSpPr>
          <p:nvPr>
            <p:ph sz="quarter" idx="4"/>
          </p:nvPr>
        </p:nvSpPr>
        <p:spPr>
          <a:xfrm>
            <a:off x="4629150" y="1878806"/>
            <a:ext cx="3887391" cy="2763441"/>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7" name="Espace réservé de la date 6">
            <a:extLst>
              <a:ext uri="{FF2B5EF4-FFF2-40B4-BE49-F238E27FC236}">
                <a16:creationId xmlns:a16="http://schemas.microsoft.com/office/drawing/2014/main" id="{6676B7F5-E333-4327-AB79-A734BEBE686C}"/>
              </a:ext>
            </a:extLst>
          </p:cNvPr>
          <p:cNvSpPr>
            <a:spLocks noGrp="1"/>
          </p:cNvSpPr>
          <p:nvPr>
            <p:ph type="dt" sz="half" idx="10"/>
          </p:nvPr>
        </p:nvSpPr>
        <p:spPr/>
        <p:txBody>
          <a:bodyPr/>
          <a:lstStyle/>
          <a:p>
            <a:fld id="{E6426E2C-56C1-4E0D-A793-0088A7FDD37E}" type="datetimeFigureOut">
              <a:rPr lang="en-US" smtClean="0"/>
              <a:t>9/21/2025</a:t>
            </a:fld>
            <a:endParaRPr lang="en-US" dirty="0"/>
          </a:p>
        </p:txBody>
      </p:sp>
      <p:sp>
        <p:nvSpPr>
          <p:cNvPr id="8" name="Espace réservé du pied de page 7">
            <a:extLst>
              <a:ext uri="{FF2B5EF4-FFF2-40B4-BE49-F238E27FC236}">
                <a16:creationId xmlns:a16="http://schemas.microsoft.com/office/drawing/2014/main" id="{BB0FD051-E8D2-4D63-A922-7319A41FB53C}"/>
              </a:ext>
            </a:extLst>
          </p:cNvPr>
          <p:cNvSpPr>
            <a:spLocks noGrp="1"/>
          </p:cNvSpPr>
          <p:nvPr>
            <p:ph type="ftr" sz="quarter" idx="11"/>
          </p:nvPr>
        </p:nvSpPr>
        <p:spPr/>
        <p:txBody>
          <a:bodyPr/>
          <a:lstStyle/>
          <a:p>
            <a:endParaRPr lang="en-US" dirty="0"/>
          </a:p>
        </p:txBody>
      </p:sp>
      <p:sp>
        <p:nvSpPr>
          <p:cNvPr id="9" name="Espace réservé du numéro de diapositive 8">
            <a:extLst>
              <a:ext uri="{FF2B5EF4-FFF2-40B4-BE49-F238E27FC236}">
                <a16:creationId xmlns:a16="http://schemas.microsoft.com/office/drawing/2014/main" id="{E9C366F4-09ED-47D5-BA71-F78587357B4C}"/>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42174541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73718A-488C-42EF-96B0-11310E71C10C}"/>
              </a:ext>
            </a:extLst>
          </p:cNvPr>
          <p:cNvSpPr>
            <a:spLocks noGrp="1"/>
          </p:cNvSpPr>
          <p:nvPr>
            <p:ph type="title"/>
          </p:nvPr>
        </p:nvSpPr>
        <p:spPr/>
        <p:txBody>
          <a:bodyPr/>
          <a:lstStyle/>
          <a:p>
            <a:r>
              <a:rPr lang="fr-FR"/>
              <a:t>Modifiez le style du titre</a:t>
            </a:r>
            <a:endParaRPr lang="ar-MA"/>
          </a:p>
        </p:txBody>
      </p:sp>
      <p:sp>
        <p:nvSpPr>
          <p:cNvPr id="3" name="Espace réservé de la date 2">
            <a:extLst>
              <a:ext uri="{FF2B5EF4-FFF2-40B4-BE49-F238E27FC236}">
                <a16:creationId xmlns:a16="http://schemas.microsoft.com/office/drawing/2014/main" id="{7E28AD78-97C1-4365-83FD-5FF2DB24E7AB}"/>
              </a:ext>
            </a:extLst>
          </p:cNvPr>
          <p:cNvSpPr>
            <a:spLocks noGrp="1"/>
          </p:cNvSpPr>
          <p:nvPr>
            <p:ph type="dt" sz="half" idx="10"/>
          </p:nvPr>
        </p:nvSpPr>
        <p:spPr/>
        <p:txBody>
          <a:bodyPr/>
          <a:lstStyle/>
          <a:p>
            <a:fld id="{C8C39B41-D8B5-4052-B551-9B5525EAA8B6}" type="datetimeFigureOut">
              <a:rPr lang="en-US" smtClean="0"/>
              <a:t>9/21/2025</a:t>
            </a:fld>
            <a:endParaRPr lang="en-US" dirty="0"/>
          </a:p>
        </p:txBody>
      </p:sp>
      <p:sp>
        <p:nvSpPr>
          <p:cNvPr id="4" name="Espace réservé du pied de page 3">
            <a:extLst>
              <a:ext uri="{FF2B5EF4-FFF2-40B4-BE49-F238E27FC236}">
                <a16:creationId xmlns:a16="http://schemas.microsoft.com/office/drawing/2014/main" id="{3A73C96B-FBCE-43DE-A671-5B380214F219}"/>
              </a:ext>
            </a:extLst>
          </p:cNvPr>
          <p:cNvSpPr>
            <a:spLocks noGrp="1"/>
          </p:cNvSpPr>
          <p:nvPr>
            <p:ph type="ftr" sz="quarter" idx="11"/>
          </p:nvPr>
        </p:nvSpPr>
        <p:spPr/>
        <p:txBody>
          <a:bodyPr/>
          <a:lstStyle/>
          <a:p>
            <a:endParaRPr lang="en-US" dirty="0"/>
          </a:p>
        </p:txBody>
      </p:sp>
      <p:sp>
        <p:nvSpPr>
          <p:cNvPr id="5" name="Espace réservé du numéro de diapositive 4">
            <a:extLst>
              <a:ext uri="{FF2B5EF4-FFF2-40B4-BE49-F238E27FC236}">
                <a16:creationId xmlns:a16="http://schemas.microsoft.com/office/drawing/2014/main" id="{CB37643D-F5F9-4D59-A3FB-F7CD1680BA65}"/>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59887400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8CD68C7F-5C52-4638-A198-C998761031F8}"/>
              </a:ext>
            </a:extLst>
          </p:cNvPr>
          <p:cNvSpPr>
            <a:spLocks noGrp="1"/>
          </p:cNvSpPr>
          <p:nvPr>
            <p:ph type="dt" sz="half" idx="10"/>
          </p:nvPr>
        </p:nvSpPr>
        <p:spPr/>
        <p:txBody>
          <a:bodyPr/>
          <a:lstStyle/>
          <a:p>
            <a:fld id="{4D94136C-8742-45B2-AF27-D93DF72833A9}" type="datetimeFigureOut">
              <a:rPr lang="en-US" smtClean="0"/>
              <a:t>9/21/2025</a:t>
            </a:fld>
            <a:endParaRPr lang="en-US" dirty="0"/>
          </a:p>
        </p:txBody>
      </p:sp>
      <p:sp>
        <p:nvSpPr>
          <p:cNvPr id="3" name="Espace réservé du pied de page 2">
            <a:extLst>
              <a:ext uri="{FF2B5EF4-FFF2-40B4-BE49-F238E27FC236}">
                <a16:creationId xmlns:a16="http://schemas.microsoft.com/office/drawing/2014/main" id="{B5AF0A8E-2C6C-4C91-82C3-263E73B8D475}"/>
              </a:ext>
            </a:extLst>
          </p:cNvPr>
          <p:cNvSpPr>
            <a:spLocks noGrp="1"/>
          </p:cNvSpPr>
          <p:nvPr>
            <p:ph type="ftr" sz="quarter" idx="11"/>
          </p:nvPr>
        </p:nvSpPr>
        <p:spPr/>
        <p:txBody>
          <a:bodyPr/>
          <a:lstStyle/>
          <a:p>
            <a:endParaRPr lang="en-US" dirty="0"/>
          </a:p>
        </p:txBody>
      </p:sp>
      <p:sp>
        <p:nvSpPr>
          <p:cNvPr id="4" name="Espace réservé du numéro de diapositive 3">
            <a:extLst>
              <a:ext uri="{FF2B5EF4-FFF2-40B4-BE49-F238E27FC236}">
                <a16:creationId xmlns:a16="http://schemas.microsoft.com/office/drawing/2014/main" id="{71C224B7-A798-4A8B-ABCB-1343DDF4D3AC}"/>
              </a:ext>
            </a:extLst>
          </p:cNvPr>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135585163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BAD31C3-7F53-4F51-A5F5-ACE96BF5F3EE}"/>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ar-MA"/>
          </a:p>
        </p:txBody>
      </p:sp>
      <p:sp>
        <p:nvSpPr>
          <p:cNvPr id="3" name="Espace réservé du contenu 2">
            <a:extLst>
              <a:ext uri="{FF2B5EF4-FFF2-40B4-BE49-F238E27FC236}">
                <a16:creationId xmlns:a16="http://schemas.microsoft.com/office/drawing/2014/main" id="{65A5A236-EEDC-445B-85A3-47AA29973BDD}"/>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u texte 3">
            <a:extLst>
              <a:ext uri="{FF2B5EF4-FFF2-40B4-BE49-F238E27FC236}">
                <a16:creationId xmlns:a16="http://schemas.microsoft.com/office/drawing/2014/main" id="{DC6AD64C-7A42-4657-876F-8067CA9FFD2C}"/>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1323F12-4B76-493D-B474-E1743123780F}"/>
              </a:ext>
            </a:extLst>
          </p:cNvPr>
          <p:cNvSpPr>
            <a:spLocks noGrp="1"/>
          </p:cNvSpPr>
          <p:nvPr>
            <p:ph type="dt" sz="half" idx="10"/>
          </p:nvPr>
        </p:nvSpPr>
        <p:spPr/>
        <p:txBody>
          <a:bodyPr/>
          <a:lstStyle/>
          <a:p>
            <a:fld id="{32ABBEA6-7C60-4B02-AE87-00D78D8422AF}" type="datetimeFigureOut">
              <a:rPr lang="en-US" smtClean="0"/>
              <a:t>9/21/2025</a:t>
            </a:fld>
            <a:endParaRPr lang="en-US" dirty="0"/>
          </a:p>
        </p:txBody>
      </p:sp>
      <p:sp>
        <p:nvSpPr>
          <p:cNvPr id="6" name="Espace réservé du pied de page 5">
            <a:extLst>
              <a:ext uri="{FF2B5EF4-FFF2-40B4-BE49-F238E27FC236}">
                <a16:creationId xmlns:a16="http://schemas.microsoft.com/office/drawing/2014/main" id="{225458F8-32A0-4804-8666-5D34F7E762BF}"/>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3E895717-EA11-4F3F-9252-D526E420AFED}"/>
              </a:ext>
            </a:extLst>
          </p:cNvPr>
          <p:cNvSpPr>
            <a:spLocks noGrp="1"/>
          </p:cNvSpPr>
          <p:nvPr>
            <p:ph type="sldNum" sz="quarter" idx="12"/>
          </p:nvPr>
        </p:nvSpPr>
        <p:spPr/>
        <p:txBody>
          <a:body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36556688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21E15EE-D168-439E-A5B1-75E96E1AAABB}"/>
              </a:ext>
            </a:extLst>
          </p:cNvPr>
          <p:cNvSpPr>
            <a:spLocks noGrp="1"/>
          </p:cNvSpPr>
          <p:nvPr>
            <p:ph type="title"/>
          </p:nvPr>
        </p:nvSpPr>
        <p:spPr>
          <a:xfrm>
            <a:off x="629841" y="342900"/>
            <a:ext cx="2949178" cy="1200150"/>
          </a:xfrm>
        </p:spPr>
        <p:txBody>
          <a:bodyPr anchor="b"/>
          <a:lstStyle>
            <a:lvl1pPr>
              <a:defRPr sz="2400"/>
            </a:lvl1pPr>
          </a:lstStyle>
          <a:p>
            <a:r>
              <a:rPr lang="fr-FR"/>
              <a:t>Modifiez le style du titre</a:t>
            </a:r>
            <a:endParaRPr lang="ar-MA"/>
          </a:p>
        </p:txBody>
      </p:sp>
      <p:sp>
        <p:nvSpPr>
          <p:cNvPr id="3" name="Espace réservé pour une image  2">
            <a:extLst>
              <a:ext uri="{FF2B5EF4-FFF2-40B4-BE49-F238E27FC236}">
                <a16:creationId xmlns:a16="http://schemas.microsoft.com/office/drawing/2014/main" id="{30697346-9969-4CF8-AC47-CA3121F4378C}"/>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ar-MA"/>
          </a:p>
        </p:txBody>
      </p:sp>
      <p:sp>
        <p:nvSpPr>
          <p:cNvPr id="4" name="Espace réservé du texte 3">
            <a:extLst>
              <a:ext uri="{FF2B5EF4-FFF2-40B4-BE49-F238E27FC236}">
                <a16:creationId xmlns:a16="http://schemas.microsoft.com/office/drawing/2014/main" id="{D897C4E8-D471-4F40-91AC-DBE27B90749F}"/>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A4FD2E88-1BA3-44A3-830C-39DCED6D888F}"/>
              </a:ext>
            </a:extLst>
          </p:cNvPr>
          <p:cNvSpPr>
            <a:spLocks noGrp="1"/>
          </p:cNvSpPr>
          <p:nvPr>
            <p:ph type="dt" sz="half" idx="10"/>
          </p:nvPr>
        </p:nvSpPr>
        <p:spPr/>
        <p:txBody>
          <a:bodyPr/>
          <a:lstStyle/>
          <a:p>
            <a:fld id="{C9CAD897-D46E-4AD2-BD9B-49DD3E640873}" type="datetimeFigureOut">
              <a:rPr lang="en-US" smtClean="0"/>
              <a:t>9/21/2025</a:t>
            </a:fld>
            <a:endParaRPr lang="en-US" dirty="0"/>
          </a:p>
        </p:txBody>
      </p:sp>
      <p:sp>
        <p:nvSpPr>
          <p:cNvPr id="6" name="Espace réservé du pied de page 5">
            <a:extLst>
              <a:ext uri="{FF2B5EF4-FFF2-40B4-BE49-F238E27FC236}">
                <a16:creationId xmlns:a16="http://schemas.microsoft.com/office/drawing/2014/main" id="{4BF8E689-11AF-4234-8848-6B0E4D35CBB8}"/>
              </a:ext>
            </a:extLst>
          </p:cNvPr>
          <p:cNvSpPr>
            <a:spLocks noGrp="1"/>
          </p:cNvSpPr>
          <p:nvPr>
            <p:ph type="ftr" sz="quarter" idx="11"/>
          </p:nvPr>
        </p:nvSpPr>
        <p:spPr/>
        <p:txBody>
          <a:bodyPr/>
          <a:lstStyle/>
          <a:p>
            <a:endParaRPr lang="en-US" dirty="0"/>
          </a:p>
        </p:txBody>
      </p:sp>
      <p:sp>
        <p:nvSpPr>
          <p:cNvPr id="7" name="Espace réservé du numéro de diapositive 6">
            <a:extLst>
              <a:ext uri="{FF2B5EF4-FFF2-40B4-BE49-F238E27FC236}">
                <a16:creationId xmlns:a16="http://schemas.microsoft.com/office/drawing/2014/main" id="{2E5B3277-804E-479F-A405-978B6F733CBB}"/>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268358332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2C46CB-74F5-406F-B287-040BC57B9F26}"/>
              </a:ext>
            </a:extLst>
          </p:cNvPr>
          <p:cNvSpPr>
            <a:spLocks noGrp="1"/>
          </p:cNvSpPr>
          <p:nvPr>
            <p:ph type="title"/>
          </p:nvPr>
        </p:nvSpPr>
        <p:spPr/>
        <p:txBody>
          <a:bodyPr/>
          <a:lstStyle/>
          <a:p>
            <a:r>
              <a:rPr lang="fr-FR"/>
              <a:t>Modifiez le style du titre</a:t>
            </a:r>
            <a:endParaRPr lang="ar-MA"/>
          </a:p>
        </p:txBody>
      </p:sp>
      <p:sp>
        <p:nvSpPr>
          <p:cNvPr id="3" name="Espace réservé du texte vertical 2">
            <a:extLst>
              <a:ext uri="{FF2B5EF4-FFF2-40B4-BE49-F238E27FC236}">
                <a16:creationId xmlns:a16="http://schemas.microsoft.com/office/drawing/2014/main" id="{CBD5DA73-7225-4D71-9D1D-F79C2B23A8D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EA6F20E3-17EE-46D8-804E-E3E1BC803DA4}"/>
              </a:ext>
            </a:extLst>
          </p:cNvPr>
          <p:cNvSpPr>
            <a:spLocks noGrp="1"/>
          </p:cNvSpPr>
          <p:nvPr>
            <p:ph type="dt" sz="half" idx="10"/>
          </p:nvPr>
        </p:nvSpPr>
        <p:spPr/>
        <p:txBody>
          <a:bodyPr/>
          <a:lstStyle/>
          <a:p>
            <a:fld id="{2E2D6473-DF6D-4702-B328-E0DD40540A4E}" type="datetimeFigureOut">
              <a:rPr lang="en-US" smtClean="0"/>
              <a:t>9/21/2025</a:t>
            </a:fld>
            <a:endParaRPr lang="en-US" dirty="0"/>
          </a:p>
        </p:txBody>
      </p:sp>
      <p:sp>
        <p:nvSpPr>
          <p:cNvPr id="5" name="Espace réservé du pied de page 4">
            <a:extLst>
              <a:ext uri="{FF2B5EF4-FFF2-40B4-BE49-F238E27FC236}">
                <a16:creationId xmlns:a16="http://schemas.microsoft.com/office/drawing/2014/main" id="{7F07150D-6D4E-4475-872D-4D284A144CB1}"/>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D0289074-ACB2-4C13-990A-0267B7EDCDA8}"/>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346591958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A59DF89-4B30-4EC1-91A3-EA67FD85F68B}"/>
              </a:ext>
            </a:extLst>
          </p:cNvPr>
          <p:cNvSpPr>
            <a:spLocks noGrp="1"/>
          </p:cNvSpPr>
          <p:nvPr>
            <p:ph type="title" orient="vert"/>
          </p:nvPr>
        </p:nvSpPr>
        <p:spPr>
          <a:xfrm>
            <a:off x="6543675" y="273844"/>
            <a:ext cx="1971675" cy="4358879"/>
          </a:xfrm>
        </p:spPr>
        <p:txBody>
          <a:bodyPr vert="eaVert"/>
          <a:lstStyle/>
          <a:p>
            <a:r>
              <a:rPr lang="fr-FR"/>
              <a:t>Modifiez le style du titre</a:t>
            </a:r>
            <a:endParaRPr lang="ar-MA"/>
          </a:p>
        </p:txBody>
      </p:sp>
      <p:sp>
        <p:nvSpPr>
          <p:cNvPr id="3" name="Espace réservé du texte vertical 2">
            <a:extLst>
              <a:ext uri="{FF2B5EF4-FFF2-40B4-BE49-F238E27FC236}">
                <a16:creationId xmlns:a16="http://schemas.microsoft.com/office/drawing/2014/main" id="{876CF7F7-E5E3-43A6-A39B-D719B5CD4855}"/>
              </a:ext>
            </a:extLst>
          </p:cNvPr>
          <p:cNvSpPr>
            <a:spLocks noGrp="1"/>
          </p:cNvSpPr>
          <p:nvPr>
            <p:ph type="body" orient="vert" idx="1"/>
          </p:nvPr>
        </p:nvSpPr>
        <p:spPr>
          <a:xfrm>
            <a:off x="628650" y="273844"/>
            <a:ext cx="5800725" cy="4358879"/>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8DBDF309-CE25-4706-A71C-E501B264FCE7}"/>
              </a:ext>
            </a:extLst>
          </p:cNvPr>
          <p:cNvSpPr>
            <a:spLocks noGrp="1"/>
          </p:cNvSpPr>
          <p:nvPr>
            <p:ph type="dt" sz="half" idx="10"/>
          </p:nvPr>
        </p:nvSpPr>
        <p:spPr/>
        <p:txBody>
          <a:bodyPr/>
          <a:lstStyle/>
          <a:p>
            <a:fld id="{E26F7E3A-B166-407D-9866-32884E7D5B37}" type="datetimeFigureOut">
              <a:rPr lang="en-US" smtClean="0"/>
              <a:t>9/21/2025</a:t>
            </a:fld>
            <a:endParaRPr lang="en-US" dirty="0"/>
          </a:p>
        </p:txBody>
      </p:sp>
      <p:sp>
        <p:nvSpPr>
          <p:cNvPr id="5" name="Espace réservé du pied de page 4">
            <a:extLst>
              <a:ext uri="{FF2B5EF4-FFF2-40B4-BE49-F238E27FC236}">
                <a16:creationId xmlns:a16="http://schemas.microsoft.com/office/drawing/2014/main" id="{9304C0D0-0DFC-48E5-8768-3A6FDDCC0B01}"/>
              </a:ext>
            </a:extLst>
          </p:cNvPr>
          <p:cNvSpPr>
            <a:spLocks noGrp="1"/>
          </p:cNvSpPr>
          <p:nvPr>
            <p:ph type="ftr" sz="quarter" idx="11"/>
          </p:nvPr>
        </p:nvSpPr>
        <p:spPr/>
        <p:txBody>
          <a:bodyPr/>
          <a:lstStyle/>
          <a:p>
            <a:endParaRPr lang="en-US" dirty="0"/>
          </a:p>
        </p:txBody>
      </p:sp>
      <p:sp>
        <p:nvSpPr>
          <p:cNvPr id="6" name="Espace réservé du numéro de diapositive 5">
            <a:extLst>
              <a:ext uri="{FF2B5EF4-FFF2-40B4-BE49-F238E27FC236}">
                <a16:creationId xmlns:a16="http://schemas.microsoft.com/office/drawing/2014/main" id="{7FC63363-0108-4995-9190-B3B3B8F87084}"/>
              </a:ext>
            </a:extLst>
          </p:cNvPr>
          <p:cNvSpPr>
            <a:spLocks noGrp="1"/>
          </p:cNvSpPr>
          <p:nvPr>
            <p:ph type="sldNum" sz="quarter" idx="12"/>
          </p:nvPr>
        </p:nvSpPr>
        <p:spPr/>
        <p:txBody>
          <a:bodyPr/>
          <a:lstStyle/>
          <a:p>
            <a:fld id="{4FAB73BC-B049-4115-A692-8D63A059BFB8}" type="slidenum">
              <a:rPr lang="en-US" smtClean="0"/>
              <a:t>‹N°›</a:t>
            </a:fld>
            <a:endParaRPr lang="en-US" dirty="0"/>
          </a:p>
        </p:txBody>
      </p:sp>
    </p:spTree>
    <p:extLst>
      <p:ext uri="{BB962C8B-B14F-4D97-AF65-F5344CB8AC3E}">
        <p14:creationId xmlns:p14="http://schemas.microsoft.com/office/powerpoint/2010/main" val="28076233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4"/>
          <p:cNvSpPr txBox="1">
            <a:spLocks noGrp="1"/>
          </p:cNvSpPr>
          <p:nvPr>
            <p:ph type="title"/>
          </p:nvPr>
        </p:nvSpPr>
        <p:spPr>
          <a:xfrm>
            <a:off x="457200" y="411475"/>
            <a:ext cx="8229600" cy="371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2800"/>
              <a:buNone/>
              <a:defRPr b="1"/>
            </a:lvl1pPr>
            <a:lvl2pPr lvl="1">
              <a:spcBef>
                <a:spcPts val="0"/>
              </a:spcBef>
              <a:spcAft>
                <a:spcPts val="0"/>
              </a:spcAft>
              <a:buSzPts val="2800"/>
              <a:buNone/>
              <a:defRPr b="1"/>
            </a:lvl2pPr>
            <a:lvl3pPr lvl="2">
              <a:spcBef>
                <a:spcPts val="0"/>
              </a:spcBef>
              <a:spcAft>
                <a:spcPts val="0"/>
              </a:spcAft>
              <a:buSzPts val="2800"/>
              <a:buNone/>
              <a:defRPr b="1"/>
            </a:lvl3pPr>
            <a:lvl4pPr lvl="3">
              <a:spcBef>
                <a:spcPts val="0"/>
              </a:spcBef>
              <a:spcAft>
                <a:spcPts val="0"/>
              </a:spcAft>
              <a:buSzPts val="2800"/>
              <a:buNone/>
              <a:defRPr b="1"/>
            </a:lvl4pPr>
            <a:lvl5pPr lvl="4">
              <a:spcBef>
                <a:spcPts val="0"/>
              </a:spcBef>
              <a:spcAft>
                <a:spcPts val="0"/>
              </a:spcAft>
              <a:buSzPts val="2800"/>
              <a:buNone/>
              <a:defRPr b="1"/>
            </a:lvl5pPr>
            <a:lvl6pPr lvl="5">
              <a:spcBef>
                <a:spcPts val="0"/>
              </a:spcBef>
              <a:spcAft>
                <a:spcPts val="0"/>
              </a:spcAft>
              <a:buSzPts val="2800"/>
              <a:buNone/>
              <a:defRPr b="1"/>
            </a:lvl6pPr>
            <a:lvl7pPr lvl="6">
              <a:spcBef>
                <a:spcPts val="0"/>
              </a:spcBef>
              <a:spcAft>
                <a:spcPts val="0"/>
              </a:spcAft>
              <a:buSzPts val="2800"/>
              <a:buNone/>
              <a:defRPr b="1"/>
            </a:lvl7pPr>
            <a:lvl8pPr lvl="7">
              <a:spcBef>
                <a:spcPts val="0"/>
              </a:spcBef>
              <a:spcAft>
                <a:spcPts val="0"/>
              </a:spcAft>
              <a:buSzPts val="2800"/>
              <a:buNone/>
              <a:defRPr b="1"/>
            </a:lvl8pPr>
            <a:lvl9pPr lvl="8">
              <a:spcBef>
                <a:spcPts val="0"/>
              </a:spcBef>
              <a:spcAft>
                <a:spcPts val="0"/>
              </a:spcAft>
              <a:buSzPts val="2800"/>
              <a:buNone/>
              <a:defRPr b="1"/>
            </a:lvl9pPr>
          </a:lstStyle>
          <a:p>
            <a:endParaRPr/>
          </a:p>
        </p:txBody>
      </p:sp>
      <p:sp>
        <p:nvSpPr>
          <p:cNvPr id="15" name="Google Shape;15;p4"/>
          <p:cNvSpPr txBox="1">
            <a:spLocks noGrp="1"/>
          </p:cNvSpPr>
          <p:nvPr>
            <p:ph type="body" idx="1"/>
          </p:nvPr>
        </p:nvSpPr>
        <p:spPr>
          <a:xfrm>
            <a:off x="457200" y="1247950"/>
            <a:ext cx="8229600" cy="30291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Tree>
    <p:extLst>
      <p:ext uri="{BB962C8B-B14F-4D97-AF65-F5344CB8AC3E}">
        <p14:creationId xmlns:p14="http://schemas.microsoft.com/office/powerpoint/2010/main" val="114732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24E0F9C-6BAF-130F-7F95-F62537F45EFE}"/>
              </a:ext>
            </a:extLst>
          </p:cNvPr>
          <p:cNvSpPr>
            <a:spLocks noGrp="1"/>
          </p:cNvSpPr>
          <p:nvPr>
            <p:ph type="title"/>
          </p:nvPr>
        </p:nvSpPr>
        <p:spPr>
          <a:xfrm>
            <a:off x="931864" y="72629"/>
            <a:ext cx="7158037" cy="1059656"/>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32E6E9CB-AD08-AE75-70AB-2B0ED4F75DDC}"/>
              </a:ext>
            </a:extLst>
          </p:cNvPr>
          <p:cNvSpPr>
            <a:spLocks noGrp="1"/>
          </p:cNvSpPr>
          <p:nvPr>
            <p:ph type="body" sz="half" idx="1"/>
          </p:nvPr>
        </p:nvSpPr>
        <p:spPr>
          <a:xfrm>
            <a:off x="949325" y="1485900"/>
            <a:ext cx="3754438" cy="30861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7644F74-326D-EAD8-5957-A0E40B4CE63E}"/>
              </a:ext>
            </a:extLst>
          </p:cNvPr>
          <p:cNvSpPr>
            <a:spLocks noGrp="1"/>
          </p:cNvSpPr>
          <p:nvPr>
            <p:ph sz="quarter" idx="2"/>
          </p:nvPr>
        </p:nvSpPr>
        <p:spPr>
          <a:xfrm>
            <a:off x="4856164" y="1485900"/>
            <a:ext cx="3754437" cy="1485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a:extLst>
              <a:ext uri="{FF2B5EF4-FFF2-40B4-BE49-F238E27FC236}">
                <a16:creationId xmlns:a16="http://schemas.microsoft.com/office/drawing/2014/main" id="{B646BF3B-EC56-FD14-D763-6F5BCDC4195F}"/>
              </a:ext>
            </a:extLst>
          </p:cNvPr>
          <p:cNvSpPr>
            <a:spLocks noGrp="1"/>
          </p:cNvSpPr>
          <p:nvPr>
            <p:ph sz="quarter" idx="3"/>
          </p:nvPr>
        </p:nvSpPr>
        <p:spPr>
          <a:xfrm>
            <a:off x="4856164" y="3086100"/>
            <a:ext cx="3754437" cy="14859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e la date 5">
            <a:extLst>
              <a:ext uri="{FF2B5EF4-FFF2-40B4-BE49-F238E27FC236}">
                <a16:creationId xmlns:a16="http://schemas.microsoft.com/office/drawing/2014/main" id="{47FFDEF3-0F79-A72B-08C6-8B2BA36F9429}"/>
              </a:ext>
            </a:extLst>
          </p:cNvPr>
          <p:cNvSpPr>
            <a:spLocks noGrp="1"/>
          </p:cNvSpPr>
          <p:nvPr>
            <p:ph type="dt" sz="half" idx="10"/>
          </p:nvPr>
        </p:nvSpPr>
        <p:spPr>
          <a:xfrm>
            <a:off x="946150" y="4686300"/>
            <a:ext cx="1905000" cy="342900"/>
          </a:xfrm>
        </p:spPr>
        <p:txBody>
          <a:bodyPr/>
          <a:lstStyle>
            <a:lvl1pPr>
              <a:defRPr/>
            </a:lvl1pPr>
          </a:lstStyle>
          <a:p>
            <a:endParaRPr lang="fr-FR" altLang="fr-FR"/>
          </a:p>
        </p:txBody>
      </p:sp>
      <p:sp>
        <p:nvSpPr>
          <p:cNvPr id="7" name="Espace réservé du pied de page 6">
            <a:extLst>
              <a:ext uri="{FF2B5EF4-FFF2-40B4-BE49-F238E27FC236}">
                <a16:creationId xmlns:a16="http://schemas.microsoft.com/office/drawing/2014/main" id="{FFE5A963-E3E0-FAF2-0BBE-4625B16E4631}"/>
              </a:ext>
            </a:extLst>
          </p:cNvPr>
          <p:cNvSpPr>
            <a:spLocks noGrp="1"/>
          </p:cNvSpPr>
          <p:nvPr>
            <p:ph type="ftr" sz="quarter" idx="11"/>
          </p:nvPr>
        </p:nvSpPr>
        <p:spPr>
          <a:xfrm>
            <a:off x="3352800" y="4686300"/>
            <a:ext cx="2895600" cy="342900"/>
          </a:xfrm>
        </p:spPr>
        <p:txBody>
          <a:bodyPr/>
          <a:lstStyle>
            <a:lvl1pPr>
              <a:defRPr/>
            </a:lvl1pPr>
          </a:lstStyle>
          <a:p>
            <a:endParaRPr lang="fr-FR" altLang="fr-FR"/>
          </a:p>
        </p:txBody>
      </p:sp>
      <p:sp>
        <p:nvSpPr>
          <p:cNvPr id="8" name="Espace réservé du numéro de diapositive 7">
            <a:extLst>
              <a:ext uri="{FF2B5EF4-FFF2-40B4-BE49-F238E27FC236}">
                <a16:creationId xmlns:a16="http://schemas.microsoft.com/office/drawing/2014/main" id="{FF39CD34-F994-96AB-ECFC-7A28726A638A}"/>
              </a:ext>
            </a:extLst>
          </p:cNvPr>
          <p:cNvSpPr>
            <a:spLocks noGrp="1"/>
          </p:cNvSpPr>
          <p:nvPr>
            <p:ph type="sldNum" sz="quarter" idx="12"/>
          </p:nvPr>
        </p:nvSpPr>
        <p:spPr>
          <a:xfrm>
            <a:off x="6705600" y="4686300"/>
            <a:ext cx="1905000" cy="342900"/>
          </a:xfrm>
        </p:spPr>
        <p:txBody>
          <a:bodyPr/>
          <a:lstStyle>
            <a:lvl1pPr>
              <a:defRPr/>
            </a:lvl1pPr>
          </a:lstStyle>
          <a:p>
            <a:fld id="{97612ED8-181D-4E51-A5EC-540427A1F3FF}" type="slidenum">
              <a:rPr lang="fr-FR" altLang="fr-FR"/>
              <a:pPr/>
              <a:t>‹N°›</a:t>
            </a:fld>
            <a:endParaRPr lang="fr-FR" altLang="fr-FR"/>
          </a:p>
        </p:txBody>
      </p:sp>
    </p:spTree>
    <p:extLst>
      <p:ext uri="{BB962C8B-B14F-4D97-AF65-F5344CB8AC3E}">
        <p14:creationId xmlns:p14="http://schemas.microsoft.com/office/powerpoint/2010/main" val="3806820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u="dash">
                <a:solidFill>
                  <a:srgbClr val="556479"/>
                </a:solidFill>
                <a:latin typeface="Roboto"/>
                <a:cs typeface="Roboto"/>
              </a:defRPr>
            </a:lvl1pPr>
          </a:lstStyle>
          <a:p>
            <a:endParaRPr/>
          </a:p>
        </p:txBody>
      </p:sp>
      <p:sp>
        <p:nvSpPr>
          <p:cNvPr id="3" name="Holder 3"/>
          <p:cNvSpPr>
            <a:spLocks noGrp="1"/>
          </p:cNvSpPr>
          <p:nvPr>
            <p:ph type="ftr" sz="quarter" idx="5"/>
          </p:nvPr>
        </p:nvSpPr>
        <p:spPr/>
        <p:txBody>
          <a:bodyPr lIns="0" tIns="0" rIns="0" bIns="0"/>
          <a:lstStyle>
            <a:lvl1pPr>
              <a:defRPr sz="900" b="0" i="0">
                <a:solidFill>
                  <a:srgbClr val="C5C5C5"/>
                </a:solidFill>
                <a:latin typeface="Arial MT"/>
                <a:cs typeface="Arial MT"/>
              </a:defRPr>
            </a:lvl1pPr>
          </a:lstStyle>
          <a:p>
            <a:pPr marL="12700">
              <a:lnSpc>
                <a:spcPct val="100000"/>
              </a:lnSpc>
              <a:spcBef>
                <a:spcPts val="15"/>
              </a:spcBef>
            </a:pPr>
            <a:r>
              <a:rPr dirty="0"/>
              <a:t>Hassan</a:t>
            </a:r>
            <a:r>
              <a:rPr spc="-55" dirty="0"/>
              <a:t> </a:t>
            </a:r>
            <a:r>
              <a:rPr spc="-5" dirty="0"/>
              <a:t>EL</a:t>
            </a:r>
            <a:r>
              <a:rPr spc="-45" dirty="0"/>
              <a:t> </a:t>
            </a:r>
            <a:r>
              <a:rPr dirty="0"/>
              <a:t>BAHI</a:t>
            </a:r>
          </a:p>
        </p:txBody>
      </p:sp>
      <p:sp>
        <p:nvSpPr>
          <p:cNvPr id="4" name="Holder 4"/>
          <p:cNvSpPr>
            <a:spLocks noGrp="1"/>
          </p:cNvSpPr>
          <p:nvPr>
            <p:ph type="dt" sz="half" idx="6"/>
          </p:nvPr>
        </p:nvSpPr>
        <p:spPr/>
        <p:txBody>
          <a:bodyPr lIns="0" tIns="0" rIns="0" bIns="0"/>
          <a:lstStyle>
            <a:lvl1pPr>
              <a:defRPr sz="900" b="0" i="0">
                <a:solidFill>
                  <a:srgbClr val="C5C5C5"/>
                </a:solidFill>
                <a:latin typeface="Arial MT"/>
                <a:cs typeface="Arial MT"/>
              </a:defRPr>
            </a:lvl1pPr>
          </a:lstStyle>
          <a:p>
            <a:pPr marL="12700">
              <a:lnSpc>
                <a:spcPct val="100000"/>
              </a:lnSpc>
              <a:spcBef>
                <a:spcPts val="15"/>
              </a:spcBef>
            </a:pPr>
            <a:r>
              <a:rPr spc="-5" dirty="0"/>
              <a:t>ISTA</a:t>
            </a:r>
            <a:r>
              <a:rPr spc="-20" dirty="0"/>
              <a:t> </a:t>
            </a:r>
            <a:r>
              <a:rPr spc="-5" dirty="0"/>
              <a:t>OULED</a:t>
            </a:r>
            <a:r>
              <a:rPr spc="-15" dirty="0"/>
              <a:t> </a:t>
            </a:r>
            <a:r>
              <a:rPr spc="-10" dirty="0"/>
              <a:t>TEIMA</a:t>
            </a:r>
          </a:p>
        </p:txBody>
      </p:sp>
      <p:sp>
        <p:nvSpPr>
          <p:cNvPr id="5" name="Holder 5"/>
          <p:cNvSpPr>
            <a:spLocks noGrp="1"/>
          </p:cNvSpPr>
          <p:nvPr>
            <p:ph type="sldNum" sz="quarter" idx="7"/>
          </p:nvPr>
        </p:nvSpPr>
        <p:spPr/>
        <p:txBody>
          <a:bodyPr lIns="0" tIns="0" rIns="0" bIns="0"/>
          <a:lstStyle>
            <a:lvl1pPr>
              <a:defRPr sz="900" b="0" i="0">
                <a:solidFill>
                  <a:schemeClr val="bg1"/>
                </a:solidFill>
                <a:latin typeface="Arial MT"/>
                <a:cs typeface="Arial MT"/>
              </a:defRPr>
            </a:lvl1pPr>
          </a:lstStyle>
          <a:p>
            <a:pPr marL="38100">
              <a:lnSpc>
                <a:spcPct val="100000"/>
              </a:lnSpc>
              <a:spcBef>
                <a:spcPts val="15"/>
              </a:spcBef>
            </a:pPr>
            <a:fld id="{81D60167-4931-47E6-BA6A-407CBD079E47}" type="slidenum">
              <a:rPr dirty="0"/>
              <a:t>‹N°›</a:t>
            </a:fld>
            <a:endParaRPr dirty="0"/>
          </a:p>
        </p:txBody>
      </p:sp>
    </p:spTree>
    <p:extLst>
      <p:ext uri="{BB962C8B-B14F-4D97-AF65-F5344CB8AC3E}">
        <p14:creationId xmlns:p14="http://schemas.microsoft.com/office/powerpoint/2010/main" val="1441422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36BFF27C-BA55-429B-A426-11F7F2A7B14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fr-FR"/>
              <a:t>Modifiez le style du titre</a:t>
            </a:r>
            <a:endParaRPr lang="ar-MA"/>
          </a:p>
        </p:txBody>
      </p:sp>
      <p:sp>
        <p:nvSpPr>
          <p:cNvPr id="3" name="Espace réservé du texte 2">
            <a:extLst>
              <a:ext uri="{FF2B5EF4-FFF2-40B4-BE49-F238E27FC236}">
                <a16:creationId xmlns:a16="http://schemas.microsoft.com/office/drawing/2014/main" id="{4CC6A9C2-83AB-4F74-8E71-9A93DCA6B23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ar-MA"/>
          </a:p>
        </p:txBody>
      </p:sp>
      <p:sp>
        <p:nvSpPr>
          <p:cNvPr id="4" name="Espace réservé de la date 3">
            <a:extLst>
              <a:ext uri="{FF2B5EF4-FFF2-40B4-BE49-F238E27FC236}">
                <a16:creationId xmlns:a16="http://schemas.microsoft.com/office/drawing/2014/main" id="{F96AF28F-B77F-4D00-A9CA-94187A3C4D20}"/>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98624D31-43A5-475A-80CF-332C9F6DCF35}" type="datetimeFigureOut">
              <a:rPr lang="en-US" smtClean="0"/>
              <a:t>9/21/2025</a:t>
            </a:fld>
            <a:endParaRPr lang="en-US" dirty="0"/>
          </a:p>
        </p:txBody>
      </p:sp>
      <p:sp>
        <p:nvSpPr>
          <p:cNvPr id="5" name="Espace réservé du pied de page 4">
            <a:extLst>
              <a:ext uri="{FF2B5EF4-FFF2-40B4-BE49-F238E27FC236}">
                <a16:creationId xmlns:a16="http://schemas.microsoft.com/office/drawing/2014/main" id="{8FA6FC91-AD29-4759-BAAB-0AE9BBE720EF}"/>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Espace réservé du numéro de diapositive 5">
            <a:extLst>
              <a:ext uri="{FF2B5EF4-FFF2-40B4-BE49-F238E27FC236}">
                <a16:creationId xmlns:a16="http://schemas.microsoft.com/office/drawing/2014/main" id="{FEF6D793-6E8A-40C0-BF9E-E63A6F47B830}"/>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4FAB73BC-B049-4115-A692-8D63A059BFB8}" type="slidenum">
              <a:rPr lang="en-US" smtClean="0"/>
              <a:pPr/>
              <a:t>‹N°›</a:t>
            </a:fld>
            <a:endParaRPr lang="en-US" dirty="0"/>
          </a:p>
        </p:txBody>
      </p:sp>
    </p:spTree>
    <p:extLst>
      <p:ext uri="{BB962C8B-B14F-4D97-AF65-F5344CB8AC3E}">
        <p14:creationId xmlns:p14="http://schemas.microsoft.com/office/powerpoint/2010/main" val="2091143967"/>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 id="2147483761" r:id="rId12"/>
    <p:sldLayoutId id="2147483762" r:id="rId13"/>
    <p:sldLayoutId id="2147483763" r:id="rId14"/>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ar-MA"/>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1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92EA3E-A478-45AF-8BCF-AA318BB56406}"/>
              </a:ext>
            </a:extLst>
          </p:cNvPr>
          <p:cNvSpPr>
            <a:spLocks noGrp="1"/>
          </p:cNvSpPr>
          <p:nvPr>
            <p:ph type="title"/>
          </p:nvPr>
        </p:nvSpPr>
        <p:spPr>
          <a:xfrm>
            <a:off x="0" y="3681071"/>
            <a:ext cx="5827059" cy="1047114"/>
          </a:xfrm>
        </p:spPr>
        <p:txBody>
          <a:bodyPr>
            <a:noAutofit/>
          </a:bodyPr>
          <a:lstStyle/>
          <a:p>
            <a:r>
              <a:rPr lang="fr-FR" sz="4000" dirty="0"/>
              <a:t>Méthodes de conception orientée objet </a:t>
            </a:r>
            <a:endParaRPr lang="en-IN" sz="2700" dirty="0"/>
          </a:p>
        </p:txBody>
      </p:sp>
      <p:sp>
        <p:nvSpPr>
          <p:cNvPr id="5" name="Text Placeholder 4">
            <a:extLst>
              <a:ext uri="{FF2B5EF4-FFF2-40B4-BE49-F238E27FC236}">
                <a16:creationId xmlns:a16="http://schemas.microsoft.com/office/drawing/2014/main" id="{E0C7514F-103F-498E-B864-8F5B1FE5E87C}"/>
              </a:ext>
            </a:extLst>
          </p:cNvPr>
          <p:cNvSpPr>
            <a:spLocks noGrp="1"/>
          </p:cNvSpPr>
          <p:nvPr>
            <p:ph type="body" idx="1"/>
          </p:nvPr>
        </p:nvSpPr>
        <p:spPr>
          <a:xfrm>
            <a:off x="6383564" y="4232499"/>
            <a:ext cx="2400300" cy="744597"/>
          </a:xfrm>
        </p:spPr>
        <p:txBody>
          <a:bodyPr/>
          <a:lstStyle/>
          <a:p>
            <a:r>
              <a:rPr lang="en-IN" dirty="0"/>
              <a:t>Pr. AMINA ABOULMIRA</a:t>
            </a:r>
          </a:p>
        </p:txBody>
      </p:sp>
      <p:sp>
        <p:nvSpPr>
          <p:cNvPr id="3" name="Sous-titre 2">
            <a:extLst>
              <a:ext uri="{FF2B5EF4-FFF2-40B4-BE49-F238E27FC236}">
                <a16:creationId xmlns:a16="http://schemas.microsoft.com/office/drawing/2014/main" id="{F421A536-FAB3-A183-8059-3F83B2F9B295}"/>
              </a:ext>
            </a:extLst>
          </p:cNvPr>
          <p:cNvSpPr txBox="1">
            <a:spLocks/>
          </p:cNvSpPr>
          <p:nvPr/>
        </p:nvSpPr>
        <p:spPr>
          <a:xfrm>
            <a:off x="234630" y="4650754"/>
            <a:ext cx="4114800" cy="396300"/>
          </a:xfrm>
          <a:prstGeom prst="rect">
            <a:avLst/>
          </a:prstGeom>
          <a:noFill/>
          <a:ln>
            <a:noFill/>
          </a:ln>
        </p:spPr>
        <p:txBody>
          <a:bodyPr spcFirstLastPara="1" wrap="square" lIns="91440" tIns="45720" rIns="91440" bIns="45720" anchor="ctr" anchorCtr="0">
            <a:normAutofit/>
          </a:bodyP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chemeClr val="dk1"/>
              </a:buClr>
              <a:buSzPts val="1400"/>
              <a:buFont typeface="Roboto"/>
              <a:buNone/>
              <a:defRPr sz="1350" b="0" i="0" u="none" strike="noStrike" cap="none">
                <a:solidFill>
                  <a:schemeClr val="tx1">
                    <a:lumMod val="95000"/>
                    <a:lumOff val="5000"/>
                  </a:schemeClr>
                </a:solidFill>
                <a:latin typeface="Roboto"/>
                <a:ea typeface="Roboto"/>
                <a:cs typeface="Roboto"/>
                <a:sym typeface="Roboto"/>
              </a:defRPr>
            </a:lvl1pPr>
            <a:lvl2pPr marL="342900" marR="0" lvl="1" indent="0" algn="l" rtl="0">
              <a:lnSpc>
                <a:spcPct val="100000"/>
              </a:lnSpc>
              <a:spcBef>
                <a:spcPts val="0"/>
              </a:spcBef>
              <a:spcAft>
                <a:spcPts val="0"/>
              </a:spcAft>
              <a:buClr>
                <a:schemeClr val="dk1"/>
              </a:buClr>
              <a:buSzPts val="1400"/>
              <a:buFont typeface="Roboto"/>
              <a:buNone/>
              <a:defRPr sz="1350" b="0" i="0" u="none" strike="noStrike" cap="none">
                <a:solidFill>
                  <a:schemeClr val="tx1">
                    <a:tint val="75000"/>
                  </a:schemeClr>
                </a:solidFill>
                <a:latin typeface="Roboto"/>
                <a:ea typeface="Roboto"/>
                <a:cs typeface="Roboto"/>
                <a:sym typeface="Roboto"/>
              </a:defRPr>
            </a:lvl2pPr>
            <a:lvl3pPr marL="685800" marR="0" lvl="2" indent="0" algn="l" rtl="0">
              <a:lnSpc>
                <a:spcPct val="100000"/>
              </a:lnSpc>
              <a:spcBef>
                <a:spcPts val="0"/>
              </a:spcBef>
              <a:spcAft>
                <a:spcPts val="0"/>
              </a:spcAft>
              <a:buClr>
                <a:schemeClr val="dk1"/>
              </a:buClr>
              <a:buSzPts val="1400"/>
              <a:buFont typeface="Roboto"/>
              <a:buNone/>
              <a:defRPr sz="1200" b="0" i="0" u="none" strike="noStrike" cap="none">
                <a:solidFill>
                  <a:schemeClr val="tx1">
                    <a:tint val="75000"/>
                  </a:schemeClr>
                </a:solidFill>
                <a:latin typeface="Roboto"/>
                <a:ea typeface="Roboto"/>
                <a:cs typeface="Roboto"/>
                <a:sym typeface="Roboto"/>
              </a:defRPr>
            </a:lvl3pPr>
            <a:lvl4pPr marL="1028700" marR="0" lvl="3"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4pPr>
            <a:lvl5pPr marL="1371600" marR="0" lvl="4"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5pPr>
            <a:lvl6pPr marL="1714500" marR="0" lvl="5"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6pPr>
            <a:lvl7pPr marL="2057400" marR="0" lvl="6"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7pPr>
            <a:lvl8pPr marL="2400300" marR="0" lvl="7"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8pPr>
            <a:lvl9pPr marL="2743200" marR="0" lvl="8" indent="0" algn="l" rtl="0">
              <a:lnSpc>
                <a:spcPct val="100000"/>
              </a:lnSpc>
              <a:spcBef>
                <a:spcPts val="0"/>
              </a:spcBef>
              <a:spcAft>
                <a:spcPts val="0"/>
              </a:spcAft>
              <a:buClr>
                <a:schemeClr val="dk1"/>
              </a:buClr>
              <a:buSzPts val="1400"/>
              <a:buFont typeface="Roboto"/>
              <a:buNone/>
              <a:defRPr sz="1050" b="0" i="0" u="none" strike="noStrike" cap="none">
                <a:solidFill>
                  <a:schemeClr val="tx1">
                    <a:tint val="75000"/>
                  </a:schemeClr>
                </a:solidFill>
                <a:latin typeface="Roboto"/>
                <a:ea typeface="Roboto"/>
                <a:cs typeface="Roboto"/>
                <a:sym typeface="Roboto"/>
              </a:defRPr>
            </a:lvl9pPr>
          </a:lstStyle>
          <a:p>
            <a:r>
              <a:rPr lang="en-US" sz="1400" dirty="0" err="1">
                <a:solidFill>
                  <a:srgbClr val="C00000"/>
                </a:solidFill>
              </a:rPr>
              <a:t>Partie</a:t>
            </a:r>
            <a:r>
              <a:rPr lang="en-US" sz="1400" dirty="0">
                <a:solidFill>
                  <a:srgbClr val="C00000"/>
                </a:solidFill>
              </a:rPr>
              <a:t> </a:t>
            </a:r>
            <a:r>
              <a:rPr lang="en" sz="1400" dirty="0">
                <a:solidFill>
                  <a:srgbClr val="C00000"/>
                </a:solidFill>
              </a:rPr>
              <a:t>1 – Concepts de base</a:t>
            </a:r>
            <a:endParaRPr lang="fr-FR" sz="1400" dirty="0">
              <a:solidFill>
                <a:srgbClr val="C00000"/>
              </a:solidFill>
            </a:endParaRPr>
          </a:p>
        </p:txBody>
      </p:sp>
      <p:pic>
        <p:nvPicPr>
          <p:cNvPr id="8" name="Imag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0960" y="0"/>
            <a:ext cx="6502400" cy="3248786"/>
          </a:xfrm>
          <a:prstGeom prst="rect">
            <a:avLst/>
          </a:prstGeom>
        </p:spPr>
      </p:pic>
      <p:sp>
        <p:nvSpPr>
          <p:cNvPr id="9" name="Rectangle 8"/>
          <p:cNvSpPr/>
          <p:nvPr/>
        </p:nvSpPr>
        <p:spPr>
          <a:xfrm>
            <a:off x="0" y="0"/>
            <a:ext cx="9144000" cy="5143500"/>
          </a:xfrm>
          <a:prstGeom prst="rect">
            <a:avLst/>
          </a:prstGeom>
          <a:solidFill>
            <a:srgbClr val="F5C07F">
              <a:alpha val="12157"/>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Footer Placeholder 1">
            <a:extLst>
              <a:ext uri="{FF2B5EF4-FFF2-40B4-BE49-F238E27FC236}">
                <a16:creationId xmlns:a16="http://schemas.microsoft.com/office/drawing/2014/main" id="{F70F3D5B-21AD-40E2-B2FA-5C660E700671}"/>
              </a:ext>
            </a:extLst>
          </p:cNvPr>
          <p:cNvSpPr txBox="1">
            <a:spLocks/>
          </p:cNvSpPr>
          <p:nvPr/>
        </p:nvSpPr>
        <p:spPr>
          <a:xfrm>
            <a:off x="7718611" y="5021199"/>
            <a:ext cx="1338729" cy="253090"/>
          </a:xfrm>
          <a:prstGeom prst="rect">
            <a:avLst/>
          </a:prstGeom>
        </p:spPr>
        <p:txBody>
          <a:bodyPr vert="horz" lIns="91440" tIns="45720" rIns="91440" bIns="45720" rtlCol="0" anchor="ctr"/>
          <a:lstStyle>
            <a:defPPr>
              <a:defRPr lang="en-US"/>
            </a:defPPr>
            <a:lvl1pPr marL="0" algn="ctr" defTabSz="457200" rtl="0" eaLnBrk="1" latinLnBrk="0" hangingPunct="1">
              <a:defRPr sz="675" kern="1200" cap="all" baseline="0">
                <a:solidFill>
                  <a:srgbClr val="FFFFFF"/>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2024 - 2025</a:t>
            </a:r>
          </a:p>
        </p:txBody>
      </p:sp>
      <p:cxnSp>
        <p:nvCxnSpPr>
          <p:cNvPr id="7" name="Connecteur droit 6">
            <a:extLst>
              <a:ext uri="{FF2B5EF4-FFF2-40B4-BE49-F238E27FC236}">
                <a16:creationId xmlns:a16="http://schemas.microsoft.com/office/drawing/2014/main" id="{8382A70C-0F2D-4FCD-8491-590A312BEBDD}"/>
              </a:ext>
            </a:extLst>
          </p:cNvPr>
          <p:cNvCxnSpPr>
            <a:cxnSpLocks/>
          </p:cNvCxnSpPr>
          <p:nvPr/>
        </p:nvCxnSpPr>
        <p:spPr>
          <a:xfrm>
            <a:off x="-222570" y="2212452"/>
            <a:ext cx="9144000" cy="0"/>
          </a:xfrm>
          <a:prstGeom prst="line">
            <a:avLst/>
          </a:prstGeom>
          <a:ln w="76200">
            <a:solidFill>
              <a:srgbClr val="C0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87654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FR" dirty="0">
                <a:solidFill>
                  <a:srgbClr val="C00000"/>
                </a:solidFill>
              </a:rPr>
              <a:t>LES QUALITES D'UN LOGICIEL</a:t>
            </a:r>
          </a:p>
        </p:txBody>
      </p:sp>
      <p:sp>
        <p:nvSpPr>
          <p:cNvPr id="3" name="Espace réservé du texte 2"/>
          <p:cNvSpPr>
            <a:spLocks noGrp="1"/>
          </p:cNvSpPr>
          <p:nvPr>
            <p:ph type="body" idx="1"/>
          </p:nvPr>
        </p:nvSpPr>
        <p:spPr/>
        <p:txBody>
          <a:bodyPr>
            <a:normAutofit fontScale="92500" lnSpcReduction="20000"/>
          </a:bodyPr>
          <a:lstStyle/>
          <a:p>
            <a:pPr marL="139700" indent="0">
              <a:buNone/>
            </a:pPr>
            <a:r>
              <a:rPr lang="fr-FR" dirty="0"/>
              <a:t>On peut mesurer les qualités d'un logiciel par plusieurs critères qui sont entre autres :</a:t>
            </a:r>
          </a:p>
          <a:p>
            <a:pPr marL="139700" indent="0">
              <a:buNone/>
            </a:pPr>
            <a:endParaRPr lang="fr-FR" dirty="0"/>
          </a:p>
          <a:p>
            <a:pPr marL="139700" indent="0">
              <a:buNone/>
            </a:pPr>
            <a:r>
              <a:rPr lang="fr-FR" b="1" dirty="0">
                <a:solidFill>
                  <a:srgbClr val="C00000"/>
                </a:solidFill>
              </a:rPr>
              <a:t>L'exactitude:</a:t>
            </a:r>
            <a:r>
              <a:rPr lang="fr-FR" b="1" dirty="0">
                <a:solidFill>
                  <a:schemeClr val="accent3"/>
                </a:solidFill>
              </a:rPr>
              <a:t> </a:t>
            </a:r>
            <a:r>
              <a:rPr lang="fr-FR" dirty="0"/>
              <a:t>aptitude d'un programme ou d'un logiciel à fournir le résultat voulu et a répondre ainsi aux spécifications du cahier des charges.</a:t>
            </a:r>
          </a:p>
          <a:p>
            <a:pPr marL="139700" indent="0">
              <a:buNone/>
            </a:pPr>
            <a:r>
              <a:rPr lang="fr-FR" dirty="0"/>
              <a:t>La robustesse: aptitude à bien réagir lorsque l'on s'écarte des conditions normales d'utilisation.</a:t>
            </a:r>
          </a:p>
          <a:p>
            <a:pPr marL="139700" indent="0">
              <a:buNone/>
            </a:pPr>
            <a:r>
              <a:rPr lang="fr-FR" b="1" dirty="0">
                <a:solidFill>
                  <a:srgbClr val="C00000"/>
                </a:solidFill>
              </a:rPr>
              <a:t>L'extensibilité : </a:t>
            </a:r>
            <a:r>
              <a:rPr lang="fr-FR" dirty="0"/>
              <a:t>facilité avec laquelle un programme pourra être adapté pour répondre à l'évolution des spécifications.</a:t>
            </a:r>
          </a:p>
          <a:p>
            <a:pPr marL="139700" indent="0">
              <a:buNone/>
            </a:pPr>
            <a:r>
              <a:rPr lang="fr-FR" b="1" dirty="0">
                <a:solidFill>
                  <a:srgbClr val="C00000"/>
                </a:solidFill>
              </a:rPr>
              <a:t>La réutilisabilité: </a:t>
            </a:r>
            <a:r>
              <a:rPr lang="fr-FR" dirty="0"/>
              <a:t>possibilité d'utiliser certaines parties du logiciel pour résoudre un autre problème.</a:t>
            </a:r>
          </a:p>
          <a:p>
            <a:pPr marL="139700" indent="0">
              <a:buNone/>
            </a:pPr>
            <a:r>
              <a:rPr lang="fr-FR" b="1" dirty="0">
                <a:solidFill>
                  <a:srgbClr val="C00000"/>
                </a:solidFill>
              </a:rPr>
              <a:t>La portabilité: </a:t>
            </a:r>
            <a:r>
              <a:rPr lang="fr-FR" dirty="0"/>
              <a:t>facilité avec laquelle on peut exploiter un même logiciel dans différentes implémentations.</a:t>
            </a:r>
          </a:p>
          <a:p>
            <a:pPr marL="139700" indent="0">
              <a:buNone/>
            </a:pPr>
            <a:r>
              <a:rPr lang="fr-FR" b="1" dirty="0">
                <a:solidFill>
                  <a:srgbClr val="C00000"/>
                </a:solidFill>
              </a:rPr>
              <a:t>L'efficience: </a:t>
            </a:r>
            <a:r>
              <a:rPr lang="fr-FR" dirty="0"/>
              <a:t>temps d'exécution, espace mémoire occupé.</a:t>
            </a:r>
          </a:p>
        </p:txBody>
      </p:sp>
    </p:spTree>
    <p:extLst>
      <p:ext uri="{BB962C8B-B14F-4D97-AF65-F5344CB8AC3E}">
        <p14:creationId xmlns:p14="http://schemas.microsoft.com/office/powerpoint/2010/main" val="2692468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p:cNvSpPr>
            <a:spLocks noChangeArrowheads="1"/>
          </p:cNvSpPr>
          <p:nvPr/>
        </p:nvSpPr>
        <p:spPr bwMode="auto">
          <a:xfrm>
            <a:off x="5663255" y="726140"/>
            <a:ext cx="3265885" cy="4037107"/>
          </a:xfrm>
          <a:prstGeom prst="rect">
            <a:avLst/>
          </a:prstGeom>
          <a:ln/>
        </p:spPr>
        <p:style>
          <a:lnRef idx="2">
            <a:schemeClr val="accent1"/>
          </a:lnRef>
          <a:fillRef idx="1">
            <a:schemeClr val="lt1"/>
          </a:fillRef>
          <a:effectRef idx="0">
            <a:schemeClr val="accent1"/>
          </a:effectRef>
          <a:fontRef idx="minor">
            <a:schemeClr val="dk1"/>
          </a:fontRef>
        </p:style>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1125379" name="Rectangle 3"/>
          <p:cNvSpPr>
            <a:spLocks noGrp="1" noChangeArrowheads="1"/>
          </p:cNvSpPr>
          <p:nvPr>
            <p:ph type="title"/>
          </p:nvPr>
        </p:nvSpPr>
        <p:spPr>
          <a:xfrm>
            <a:off x="822960" y="214953"/>
            <a:ext cx="4352664" cy="1088068"/>
          </a:xfrm>
        </p:spPr>
        <p:txBody>
          <a:bodyPr/>
          <a:lstStyle/>
          <a:p>
            <a:r>
              <a:rPr lang="fr-FR" altLang="fr-FR" dirty="0">
                <a:solidFill>
                  <a:srgbClr val="C00000"/>
                </a:solidFill>
                <a:effectLst>
                  <a:outerShdw blurRad="38100" dist="38100" dir="2700000" algn="tl">
                    <a:srgbClr val="C0C0C0"/>
                  </a:outerShdw>
                </a:effectLst>
              </a:rPr>
              <a:t>Cycle de vie de logiciel </a:t>
            </a:r>
          </a:p>
        </p:txBody>
      </p:sp>
      <p:sp>
        <p:nvSpPr>
          <p:cNvPr id="1125380" name="Rectangle 4"/>
          <p:cNvSpPr>
            <a:spLocks noGrp="1" noChangeArrowheads="1"/>
          </p:cNvSpPr>
          <p:nvPr>
            <p:ph idx="1"/>
          </p:nvPr>
        </p:nvSpPr>
        <p:spPr>
          <a:xfrm>
            <a:off x="255121" y="1388967"/>
            <a:ext cx="7200900" cy="3374280"/>
          </a:xfrm>
        </p:spPr>
        <p:txBody>
          <a:bodyPr>
            <a:normAutofit/>
          </a:bodyPr>
          <a:lstStyle/>
          <a:p>
            <a:pPr lvl="1"/>
            <a:r>
              <a:rPr lang="fr-FR" altLang="fr-FR" sz="1500" dirty="0">
                <a:effectLst>
                  <a:outerShdw blurRad="38100" dist="38100" dir="2700000" algn="tl">
                    <a:srgbClr val="C0C0C0"/>
                  </a:outerShdw>
                </a:effectLst>
              </a:rPr>
              <a:t>La phase de pré-analyse </a:t>
            </a:r>
          </a:p>
          <a:p>
            <a:pPr lvl="2"/>
            <a:r>
              <a:rPr lang="fr-FR" altLang="fr-FR" sz="1500" dirty="0">
                <a:effectLst>
                  <a:outerShdw blurRad="38100" dist="38100" dir="2700000" algn="tl">
                    <a:srgbClr val="C0C0C0"/>
                  </a:outerShdw>
                </a:effectLst>
              </a:rPr>
              <a:t>Étude d'opportunité </a:t>
            </a:r>
            <a:endParaRPr lang="fr-FR" altLang="fr-FR" sz="6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phase de spécification </a:t>
            </a:r>
          </a:p>
          <a:p>
            <a:pPr lvl="2"/>
            <a:r>
              <a:rPr lang="fr-FR" altLang="fr-FR" sz="1500" dirty="0">
                <a:effectLst>
                  <a:outerShdw blurRad="38100" dist="38100" dir="2700000" algn="tl">
                    <a:srgbClr val="C0C0C0"/>
                  </a:outerShdw>
                </a:effectLst>
              </a:rPr>
              <a:t>Analyse des besoins  </a:t>
            </a:r>
            <a:endParaRPr lang="fr-FR" altLang="fr-FR" sz="6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phase de conception </a:t>
            </a:r>
          </a:p>
          <a:p>
            <a:pPr lvl="2"/>
            <a:r>
              <a:rPr lang="fr-FR" altLang="fr-FR" sz="1500" dirty="0">
                <a:effectLst>
                  <a:outerShdw blurRad="38100" dist="38100" dir="2700000" algn="tl">
                    <a:srgbClr val="C0C0C0"/>
                  </a:outerShdw>
                </a:effectLst>
              </a:rPr>
              <a:t>La conception architecturale </a:t>
            </a:r>
          </a:p>
          <a:p>
            <a:pPr lvl="2"/>
            <a:r>
              <a:rPr lang="fr-FR" altLang="fr-FR" sz="1500" dirty="0">
                <a:effectLst>
                  <a:outerShdw blurRad="38100" dist="38100" dir="2700000" algn="tl">
                    <a:srgbClr val="C0C0C0"/>
                  </a:outerShdw>
                </a:effectLst>
              </a:rPr>
              <a:t>Conception détaillée </a:t>
            </a:r>
            <a:endParaRPr lang="fr-FR" altLang="fr-FR" sz="6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phase d'implémentation </a:t>
            </a:r>
          </a:p>
          <a:p>
            <a:pPr lvl="2"/>
            <a:r>
              <a:rPr lang="fr-FR" altLang="fr-FR" sz="1500" dirty="0">
                <a:effectLst>
                  <a:outerShdw blurRad="38100" dist="38100" dir="2700000" algn="tl">
                    <a:srgbClr val="C0C0C0"/>
                  </a:outerShdw>
                </a:effectLst>
              </a:rPr>
              <a:t> La programmation</a:t>
            </a:r>
            <a:endParaRPr lang="fr-FR" altLang="fr-FR" sz="6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phase de test </a:t>
            </a:r>
          </a:p>
          <a:p>
            <a:pPr lvl="2"/>
            <a:r>
              <a:rPr lang="fr-FR" altLang="fr-FR" sz="1500" dirty="0">
                <a:effectLst>
                  <a:outerShdw blurRad="38100" dist="38100" dir="2700000" algn="tl">
                    <a:srgbClr val="C0C0C0"/>
                  </a:outerShdw>
                </a:effectLst>
              </a:rPr>
              <a:t>La validation et vérification</a:t>
            </a:r>
            <a:endParaRPr lang="fr-FR" altLang="fr-FR" sz="600" dirty="0">
              <a:effectLst>
                <a:outerShdw blurRad="38100" dist="38100" dir="2700000" algn="tl">
                  <a:srgbClr val="C0C0C0"/>
                </a:outerShdw>
              </a:effectLst>
            </a:endParaRPr>
          </a:p>
          <a:p>
            <a:pPr lvl="1"/>
            <a:r>
              <a:rPr lang="fr-FR" altLang="fr-FR" sz="1500" dirty="0">
                <a:effectLst>
                  <a:outerShdw blurRad="38100" dist="38100" dir="2700000" algn="tl">
                    <a:srgbClr val="C0C0C0"/>
                  </a:outerShdw>
                </a:effectLst>
              </a:rPr>
              <a:t>La phase de maintenance</a:t>
            </a:r>
          </a:p>
        </p:txBody>
      </p:sp>
      <p:grpSp>
        <p:nvGrpSpPr>
          <p:cNvPr id="15364" name="Group 5"/>
          <p:cNvGrpSpPr>
            <a:grpSpLocks/>
          </p:cNvGrpSpPr>
          <p:nvPr/>
        </p:nvGrpSpPr>
        <p:grpSpPr bwMode="auto">
          <a:xfrm>
            <a:off x="5596708" y="925294"/>
            <a:ext cx="3205035" cy="3666504"/>
            <a:chOff x="-37" y="1600"/>
            <a:chExt cx="1782" cy="2503"/>
          </a:xfrm>
        </p:grpSpPr>
        <p:sp>
          <p:nvSpPr>
            <p:cNvPr id="15365" name="Rectangle 6"/>
            <p:cNvSpPr>
              <a:spLocks noChangeArrowheads="1"/>
            </p:cNvSpPr>
            <p:nvPr/>
          </p:nvSpPr>
          <p:spPr bwMode="auto">
            <a:xfrm>
              <a:off x="373" y="1600"/>
              <a:ext cx="1372" cy="2503"/>
            </a:xfrm>
            <a:prstGeom prst="rect">
              <a:avLst/>
            </a:prstGeom>
            <a:ln/>
          </p:spPr>
          <p:style>
            <a:lnRef idx="2">
              <a:schemeClr val="accent2"/>
            </a:lnRef>
            <a:fillRef idx="1">
              <a:schemeClr val="lt1"/>
            </a:fillRef>
            <a:effectRef idx="0">
              <a:schemeClr val="accent2"/>
            </a:effectRef>
            <a:fontRef idx="minor">
              <a:schemeClr val="dk1"/>
            </a:fontRef>
          </p:style>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15366" name="Rectangle 7"/>
            <p:cNvSpPr>
              <a:spLocks noChangeArrowheads="1"/>
            </p:cNvSpPr>
            <p:nvPr/>
          </p:nvSpPr>
          <p:spPr bwMode="auto">
            <a:xfrm>
              <a:off x="584" y="1631"/>
              <a:ext cx="802" cy="14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350" dirty="0"/>
                <a:t>Pré-analyse</a:t>
              </a:r>
            </a:p>
          </p:txBody>
        </p:sp>
        <p:sp>
          <p:nvSpPr>
            <p:cNvPr id="15367" name="Rectangle 8"/>
            <p:cNvSpPr>
              <a:spLocks noChangeArrowheads="1"/>
            </p:cNvSpPr>
            <p:nvPr/>
          </p:nvSpPr>
          <p:spPr bwMode="auto">
            <a:xfrm>
              <a:off x="584" y="2095"/>
              <a:ext cx="802" cy="14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fr-FR" altLang="fr-FR" sz="1350">
                  <a:solidFill>
                    <a:schemeClr val="tx1"/>
                  </a:solidFill>
                  <a:latin typeface="Times New Roman" panose="02020603050405020304" pitchFamily="18" charset="0"/>
                  <a:ea typeface="MS PGothic" panose="020B0600070205080204" pitchFamily="34" charset="-128"/>
                </a:rPr>
                <a:t>Spécification</a:t>
              </a:r>
            </a:p>
          </p:txBody>
        </p:sp>
        <p:sp>
          <p:nvSpPr>
            <p:cNvPr id="15368" name="Rectangle 9"/>
            <p:cNvSpPr>
              <a:spLocks noChangeArrowheads="1"/>
            </p:cNvSpPr>
            <p:nvPr/>
          </p:nvSpPr>
          <p:spPr bwMode="auto">
            <a:xfrm>
              <a:off x="584" y="2560"/>
              <a:ext cx="802" cy="14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fr-FR" altLang="fr-FR" sz="1350">
                  <a:solidFill>
                    <a:schemeClr val="tx1"/>
                  </a:solidFill>
                  <a:latin typeface="Times New Roman" panose="02020603050405020304" pitchFamily="18" charset="0"/>
                  <a:ea typeface="MS PGothic" panose="020B0600070205080204" pitchFamily="34" charset="-128"/>
                </a:rPr>
                <a:t>Conception</a:t>
              </a:r>
            </a:p>
          </p:txBody>
        </p:sp>
        <p:sp>
          <p:nvSpPr>
            <p:cNvPr id="15369" name="Rectangle 10"/>
            <p:cNvSpPr>
              <a:spLocks noChangeArrowheads="1"/>
            </p:cNvSpPr>
            <p:nvPr/>
          </p:nvSpPr>
          <p:spPr bwMode="auto">
            <a:xfrm>
              <a:off x="584" y="3025"/>
              <a:ext cx="802" cy="14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fr-FR" altLang="fr-FR" sz="1350" dirty="0">
                  <a:solidFill>
                    <a:schemeClr val="tx1"/>
                  </a:solidFill>
                  <a:latin typeface="Times New Roman" panose="02020603050405020304" pitchFamily="18" charset="0"/>
                  <a:ea typeface="MS PGothic" panose="020B0600070205080204" pitchFamily="34" charset="-128"/>
                </a:rPr>
                <a:t>Implémentation</a:t>
              </a:r>
            </a:p>
          </p:txBody>
        </p:sp>
        <p:sp>
          <p:nvSpPr>
            <p:cNvPr id="15370" name="Rectangle 11"/>
            <p:cNvSpPr>
              <a:spLocks noChangeArrowheads="1"/>
            </p:cNvSpPr>
            <p:nvPr/>
          </p:nvSpPr>
          <p:spPr bwMode="auto">
            <a:xfrm>
              <a:off x="584" y="3490"/>
              <a:ext cx="802" cy="14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fr-FR" altLang="fr-FR" sz="1350">
                  <a:solidFill>
                    <a:schemeClr val="tx1"/>
                  </a:solidFill>
                  <a:latin typeface="Times New Roman" panose="02020603050405020304" pitchFamily="18" charset="0"/>
                  <a:ea typeface="MS PGothic" panose="020B0600070205080204" pitchFamily="34" charset="-128"/>
                </a:rPr>
                <a:t>Test</a:t>
              </a:r>
            </a:p>
          </p:txBody>
        </p:sp>
        <p:sp>
          <p:nvSpPr>
            <p:cNvPr id="15371" name="Rectangle 12"/>
            <p:cNvSpPr>
              <a:spLocks noChangeArrowheads="1"/>
            </p:cNvSpPr>
            <p:nvPr/>
          </p:nvSpPr>
          <p:spPr bwMode="auto">
            <a:xfrm>
              <a:off x="634" y="3955"/>
              <a:ext cx="802" cy="143"/>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lgn="ctr"/>
              <a:r>
                <a:rPr lang="fr-FR" altLang="fr-FR" sz="1350">
                  <a:solidFill>
                    <a:schemeClr val="tx1"/>
                  </a:solidFill>
                  <a:latin typeface="Times New Roman" panose="02020603050405020304" pitchFamily="18" charset="0"/>
                  <a:ea typeface="MS PGothic" panose="020B0600070205080204" pitchFamily="34" charset="-128"/>
                </a:rPr>
                <a:t>Maintenance</a:t>
              </a:r>
            </a:p>
          </p:txBody>
        </p:sp>
        <p:sp>
          <p:nvSpPr>
            <p:cNvPr id="15372" name="Text Box 13"/>
            <p:cNvSpPr txBox="1">
              <a:spLocks noChangeArrowheads="1"/>
            </p:cNvSpPr>
            <p:nvPr/>
          </p:nvSpPr>
          <p:spPr bwMode="auto">
            <a:xfrm>
              <a:off x="-37" y="1686"/>
              <a:ext cx="429" cy="173"/>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Pourquoi ?</a:t>
              </a:r>
            </a:p>
          </p:txBody>
        </p:sp>
        <p:sp>
          <p:nvSpPr>
            <p:cNvPr id="15374" name="Text Box 15"/>
            <p:cNvSpPr txBox="1">
              <a:spLocks noChangeArrowheads="1"/>
            </p:cNvSpPr>
            <p:nvPr/>
          </p:nvSpPr>
          <p:spPr bwMode="auto">
            <a:xfrm>
              <a:off x="0" y="2095"/>
              <a:ext cx="304" cy="173"/>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Quoi ?</a:t>
              </a:r>
            </a:p>
          </p:txBody>
        </p:sp>
        <p:sp>
          <p:nvSpPr>
            <p:cNvPr id="15375" name="Text Box 16"/>
            <p:cNvSpPr txBox="1">
              <a:spLocks noChangeArrowheads="1"/>
            </p:cNvSpPr>
            <p:nvPr/>
          </p:nvSpPr>
          <p:spPr bwMode="auto">
            <a:xfrm>
              <a:off x="-34" y="2568"/>
              <a:ext cx="448" cy="173"/>
            </a:xfrm>
            <a:prstGeom prst="rect">
              <a:avLst/>
            </a:prstGeom>
            <a:noFill/>
            <a:ln>
              <a:noFill/>
            </a:ln>
          </p:spPr>
          <p:style>
            <a:lnRef idx="1">
              <a:schemeClr val="accent1"/>
            </a:lnRef>
            <a:fillRef idx="2">
              <a:schemeClr val="accent1"/>
            </a:fillRef>
            <a:effectRef idx="1">
              <a:schemeClr val="accent1"/>
            </a:effectRef>
            <a:fontRef idx="minor">
              <a:schemeClr val="dk1"/>
            </a:fontRef>
          </p:style>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Comment ?</a:t>
              </a:r>
            </a:p>
          </p:txBody>
        </p:sp>
        <p:cxnSp>
          <p:nvCxnSpPr>
            <p:cNvPr id="15376" name="AutoShape 17"/>
            <p:cNvCxnSpPr>
              <a:cxnSpLocks noChangeShapeType="1"/>
              <a:stCxn id="15366" idx="2"/>
              <a:endCxn id="15367" idx="0"/>
            </p:cNvCxnSpPr>
            <p:nvPr/>
          </p:nvCxnSpPr>
          <p:spPr bwMode="auto">
            <a:xfrm>
              <a:off x="985" y="1774"/>
              <a:ext cx="0" cy="321"/>
            </a:xfrm>
            <a:prstGeom prst="straightConnector1">
              <a:avLst/>
            </a:prstGeom>
            <a:ln>
              <a:headEnd/>
              <a:tailEnd type="triangle" w="med" len="med"/>
            </a:ln>
          </p:spPr>
          <p:style>
            <a:lnRef idx="1">
              <a:schemeClr val="accent1"/>
            </a:lnRef>
            <a:fillRef idx="2">
              <a:schemeClr val="accent1"/>
            </a:fillRef>
            <a:effectRef idx="1">
              <a:schemeClr val="accent1"/>
            </a:effectRef>
            <a:fontRef idx="minor">
              <a:schemeClr val="dk1"/>
            </a:fontRef>
          </p:style>
        </p:cxnSp>
        <p:cxnSp>
          <p:nvCxnSpPr>
            <p:cNvPr id="15377" name="AutoShape 18"/>
            <p:cNvCxnSpPr>
              <a:cxnSpLocks noChangeShapeType="1"/>
              <a:stCxn id="15367" idx="2"/>
              <a:endCxn id="15368" idx="0"/>
            </p:cNvCxnSpPr>
            <p:nvPr/>
          </p:nvCxnSpPr>
          <p:spPr bwMode="auto">
            <a:xfrm>
              <a:off x="985" y="2238"/>
              <a:ext cx="0" cy="322"/>
            </a:xfrm>
            <a:prstGeom prst="straightConnector1">
              <a:avLst/>
            </a:prstGeom>
            <a:ln>
              <a:headEnd/>
              <a:tailEnd type="triangle" w="med" len="med"/>
            </a:ln>
          </p:spPr>
          <p:style>
            <a:lnRef idx="1">
              <a:schemeClr val="accent1"/>
            </a:lnRef>
            <a:fillRef idx="2">
              <a:schemeClr val="accent1"/>
            </a:fillRef>
            <a:effectRef idx="1">
              <a:schemeClr val="accent1"/>
            </a:effectRef>
            <a:fontRef idx="minor">
              <a:schemeClr val="dk1"/>
            </a:fontRef>
          </p:style>
        </p:cxnSp>
        <p:cxnSp>
          <p:nvCxnSpPr>
            <p:cNvPr id="15378" name="AutoShape 19"/>
            <p:cNvCxnSpPr>
              <a:cxnSpLocks noChangeShapeType="1"/>
              <a:stCxn id="15368" idx="2"/>
              <a:endCxn id="15369" idx="0"/>
            </p:cNvCxnSpPr>
            <p:nvPr/>
          </p:nvCxnSpPr>
          <p:spPr bwMode="auto">
            <a:xfrm>
              <a:off x="985" y="2703"/>
              <a:ext cx="0" cy="322"/>
            </a:xfrm>
            <a:prstGeom prst="straightConnector1">
              <a:avLst/>
            </a:prstGeom>
            <a:ln>
              <a:headEnd/>
              <a:tailEnd type="triangle" w="med" len="med"/>
            </a:ln>
          </p:spPr>
          <p:style>
            <a:lnRef idx="1">
              <a:schemeClr val="accent1"/>
            </a:lnRef>
            <a:fillRef idx="2">
              <a:schemeClr val="accent1"/>
            </a:fillRef>
            <a:effectRef idx="1">
              <a:schemeClr val="accent1"/>
            </a:effectRef>
            <a:fontRef idx="minor">
              <a:schemeClr val="dk1"/>
            </a:fontRef>
          </p:style>
        </p:cxnSp>
        <p:cxnSp>
          <p:nvCxnSpPr>
            <p:cNvPr id="15379" name="AutoShape 20"/>
            <p:cNvCxnSpPr>
              <a:cxnSpLocks noChangeShapeType="1"/>
              <a:stCxn id="15369" idx="2"/>
              <a:endCxn id="15370" idx="0"/>
            </p:cNvCxnSpPr>
            <p:nvPr/>
          </p:nvCxnSpPr>
          <p:spPr bwMode="auto">
            <a:xfrm>
              <a:off x="985" y="3168"/>
              <a:ext cx="0" cy="322"/>
            </a:xfrm>
            <a:prstGeom prst="straightConnector1">
              <a:avLst/>
            </a:prstGeom>
            <a:ln>
              <a:headEnd/>
              <a:tailEnd type="triangle" w="med" len="med"/>
            </a:ln>
          </p:spPr>
          <p:style>
            <a:lnRef idx="1">
              <a:schemeClr val="accent1"/>
            </a:lnRef>
            <a:fillRef idx="2">
              <a:schemeClr val="accent1"/>
            </a:fillRef>
            <a:effectRef idx="1">
              <a:schemeClr val="accent1"/>
            </a:effectRef>
            <a:fontRef idx="minor">
              <a:schemeClr val="dk1"/>
            </a:fontRef>
          </p:style>
        </p:cxnSp>
        <p:cxnSp>
          <p:nvCxnSpPr>
            <p:cNvPr id="15380" name="AutoShape 21"/>
            <p:cNvCxnSpPr>
              <a:cxnSpLocks noChangeShapeType="1"/>
              <a:stCxn id="15370" idx="2"/>
              <a:endCxn id="15371" idx="0"/>
            </p:cNvCxnSpPr>
            <p:nvPr/>
          </p:nvCxnSpPr>
          <p:spPr bwMode="auto">
            <a:xfrm>
              <a:off x="985" y="3633"/>
              <a:ext cx="0" cy="322"/>
            </a:xfrm>
            <a:prstGeom prst="straightConnector1">
              <a:avLst/>
            </a:prstGeom>
            <a:ln>
              <a:headEnd/>
              <a:tailEnd type="triangle" w="med" len="med"/>
            </a:ln>
          </p:spPr>
          <p:style>
            <a:lnRef idx="1">
              <a:schemeClr val="accent1"/>
            </a:lnRef>
            <a:fillRef idx="2">
              <a:schemeClr val="accent1"/>
            </a:fillRef>
            <a:effectRef idx="1">
              <a:schemeClr val="accent1"/>
            </a:effectRef>
            <a:fontRef idx="minor">
              <a:schemeClr val="dk1"/>
            </a:fontRef>
          </p:style>
        </p:cxnSp>
        <p:sp>
          <p:nvSpPr>
            <p:cNvPr id="15381" name="Text Box 22"/>
            <p:cNvSpPr txBox="1">
              <a:spLocks noChangeArrowheads="1"/>
            </p:cNvSpPr>
            <p:nvPr/>
          </p:nvSpPr>
          <p:spPr bwMode="auto">
            <a:xfrm>
              <a:off x="871" y="1871"/>
              <a:ext cx="215" cy="17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Oui</a:t>
              </a:r>
            </a:p>
          </p:txBody>
        </p:sp>
        <p:sp>
          <p:nvSpPr>
            <p:cNvPr id="15382" name="Text Box 23"/>
            <p:cNvSpPr txBox="1">
              <a:spLocks noChangeArrowheads="1"/>
            </p:cNvSpPr>
            <p:nvPr/>
          </p:nvSpPr>
          <p:spPr bwMode="auto">
            <a:xfrm>
              <a:off x="658" y="2336"/>
              <a:ext cx="686" cy="17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defPPr>
                <a:defRPr lang="en-US"/>
              </a:defPPr>
              <a:lvl1pPr>
                <a:defRPr sz="105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dirty="0"/>
                <a:t>Cahier des charges </a:t>
              </a:r>
            </a:p>
          </p:txBody>
        </p:sp>
        <p:sp>
          <p:nvSpPr>
            <p:cNvPr id="15383" name="Text Box 24"/>
            <p:cNvSpPr txBox="1">
              <a:spLocks noChangeArrowheads="1"/>
            </p:cNvSpPr>
            <p:nvPr/>
          </p:nvSpPr>
          <p:spPr bwMode="auto">
            <a:xfrm>
              <a:off x="373" y="2801"/>
              <a:ext cx="1330" cy="17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defPPr>
                <a:defRPr lang="en-US"/>
              </a:defPPr>
              <a:lvl1pPr>
                <a:defRPr sz="105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dirty="0"/>
                <a:t>                   modèle du système                </a:t>
              </a:r>
            </a:p>
          </p:txBody>
        </p:sp>
        <p:sp>
          <p:nvSpPr>
            <p:cNvPr id="15384" name="Text Box 25"/>
            <p:cNvSpPr txBox="1">
              <a:spLocks noChangeArrowheads="1"/>
            </p:cNvSpPr>
            <p:nvPr/>
          </p:nvSpPr>
          <p:spPr bwMode="auto">
            <a:xfrm>
              <a:off x="871" y="3266"/>
              <a:ext cx="260" cy="17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defPPr>
                <a:defRPr lang="en-US"/>
              </a:defPPr>
              <a:lvl1pPr>
                <a:defRPr sz="105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a:t>Code</a:t>
              </a:r>
            </a:p>
          </p:txBody>
        </p:sp>
        <p:sp>
          <p:nvSpPr>
            <p:cNvPr id="15385" name="Text Box 26"/>
            <p:cNvSpPr txBox="1">
              <a:spLocks noChangeArrowheads="1"/>
            </p:cNvSpPr>
            <p:nvPr/>
          </p:nvSpPr>
          <p:spPr bwMode="auto">
            <a:xfrm>
              <a:off x="658" y="3731"/>
              <a:ext cx="742" cy="173"/>
            </a:xfrm>
            <a:prstGeom prst="rect">
              <a:avLst/>
            </a:prstGeom>
            <a:ln/>
          </p:spPr>
          <p:style>
            <a:lnRef idx="2">
              <a:schemeClr val="accent5">
                <a:shade val="50000"/>
              </a:schemeClr>
            </a:lnRef>
            <a:fillRef idx="1">
              <a:schemeClr val="accent5"/>
            </a:fillRef>
            <a:effectRef idx="0">
              <a:schemeClr val="accent5"/>
            </a:effectRef>
            <a:fontRef idx="minor">
              <a:schemeClr val="lt1"/>
            </a:fontRef>
          </p:style>
          <p:txBody>
            <a:bodyPr wrap="none">
              <a:spAutoFit/>
            </a:bodyPr>
            <a:lstStyle>
              <a:defPPr>
                <a:defRPr lang="en-US"/>
              </a:defPPr>
              <a:lvl1pPr>
                <a:defRPr sz="105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dirty="0"/>
                <a:t>Logiciel opérationnel</a:t>
              </a:r>
            </a:p>
          </p:txBody>
        </p:sp>
      </p:grpSp>
    </p:spTree>
    <p:extLst>
      <p:ext uri="{BB962C8B-B14F-4D97-AF65-F5344CB8AC3E}">
        <p14:creationId xmlns:p14="http://schemas.microsoft.com/office/powerpoint/2010/main" val="36349621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lient et Informatie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2563" y="1973262"/>
            <a:ext cx="3119531" cy="2262666"/>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445246" y="475364"/>
            <a:ext cx="5375835" cy="646331"/>
          </a:xfrm>
          <a:prstGeom prst="rect">
            <a:avLst/>
          </a:prstGeom>
        </p:spPr>
        <p:txBody>
          <a:bodyPr wrap="square">
            <a:spAutoFit/>
          </a:bodyPr>
          <a:lstStyle/>
          <a:p>
            <a:r>
              <a:rPr lang="fr-FR" sz="1800" b="1" dirty="0">
                <a:latin typeface="century gothic" panose="020B0502020202020204" pitchFamily="34" charset="0"/>
              </a:rPr>
              <a:t>Les acteurs d'un projet informatique</a:t>
            </a:r>
          </a:p>
          <a:p>
            <a:r>
              <a:rPr lang="fr-FR" sz="1800" dirty="0">
                <a:solidFill>
                  <a:srgbClr val="FB7304"/>
                </a:solidFill>
                <a:latin typeface="century gothic" panose="020B0502020202020204" pitchFamily="34" charset="0"/>
              </a:rPr>
              <a:t>Des projets simples aux complexes</a:t>
            </a:r>
          </a:p>
        </p:txBody>
      </p:sp>
    </p:spTree>
    <p:extLst>
      <p:ext uri="{BB962C8B-B14F-4D97-AF65-F5344CB8AC3E}">
        <p14:creationId xmlns:p14="http://schemas.microsoft.com/office/powerpoint/2010/main" val="3801593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a:fillRect/>
          </a:stretch>
        </p:blipFill>
        <p:spPr>
          <a:xfrm>
            <a:off x="214312" y="509587"/>
            <a:ext cx="8715375" cy="4124325"/>
          </a:xfrm>
          <a:prstGeom prst="rect">
            <a:avLst/>
          </a:prstGeom>
        </p:spPr>
      </p:pic>
    </p:spTree>
    <p:extLst>
      <p:ext uri="{BB962C8B-B14F-4D97-AF65-F5344CB8AC3E}">
        <p14:creationId xmlns:p14="http://schemas.microsoft.com/office/powerpoint/2010/main" val="14811899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e framework Agile Scrum en détail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5412" y="585694"/>
            <a:ext cx="6520329" cy="36676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3078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3735" y="1424544"/>
            <a:ext cx="8250555" cy="1288415"/>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Lst>
            </a:pPr>
            <a:r>
              <a:rPr sz="1800" spc="-120" dirty="0">
                <a:solidFill>
                  <a:srgbClr val="585858"/>
                </a:solidFill>
                <a:latin typeface="Trebuchet MS"/>
                <a:cs typeface="Trebuchet MS"/>
              </a:rPr>
              <a:t>Modéliser,</a:t>
            </a:r>
            <a:r>
              <a:rPr sz="1800" spc="155" dirty="0">
                <a:solidFill>
                  <a:srgbClr val="585858"/>
                </a:solidFill>
                <a:latin typeface="Trebuchet MS"/>
                <a:cs typeface="Trebuchet MS"/>
              </a:rPr>
              <a:t> </a:t>
            </a:r>
            <a:r>
              <a:rPr sz="1800" spc="-145" dirty="0">
                <a:solidFill>
                  <a:srgbClr val="585858"/>
                </a:solidFill>
                <a:latin typeface="Trebuchet MS"/>
                <a:cs typeface="Trebuchet MS"/>
              </a:rPr>
              <a:t>c’est</a:t>
            </a:r>
            <a:r>
              <a:rPr sz="1800" spc="150" dirty="0">
                <a:solidFill>
                  <a:srgbClr val="585858"/>
                </a:solidFill>
                <a:latin typeface="Trebuchet MS"/>
                <a:cs typeface="Trebuchet MS"/>
              </a:rPr>
              <a:t> </a:t>
            </a:r>
            <a:r>
              <a:rPr sz="1800" spc="-140" dirty="0">
                <a:solidFill>
                  <a:srgbClr val="585858"/>
                </a:solidFill>
                <a:latin typeface="Trebuchet MS"/>
                <a:cs typeface="Trebuchet MS"/>
              </a:rPr>
              <a:t>décrire</a:t>
            </a:r>
            <a:r>
              <a:rPr sz="1800" spc="155"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spc="-140" dirty="0">
                <a:solidFill>
                  <a:srgbClr val="585858"/>
                </a:solidFill>
                <a:latin typeface="Trebuchet MS"/>
                <a:cs typeface="Trebuchet MS"/>
              </a:rPr>
              <a:t>manière</a:t>
            </a:r>
            <a:r>
              <a:rPr sz="1800" spc="150" dirty="0">
                <a:solidFill>
                  <a:srgbClr val="585858"/>
                </a:solidFill>
                <a:latin typeface="Trebuchet MS"/>
                <a:cs typeface="Trebuchet MS"/>
              </a:rPr>
              <a:t> </a:t>
            </a:r>
            <a:r>
              <a:rPr sz="1800" spc="-110" dirty="0">
                <a:solidFill>
                  <a:srgbClr val="585858"/>
                </a:solidFill>
                <a:latin typeface="Trebuchet MS"/>
                <a:cs typeface="Trebuchet MS"/>
              </a:rPr>
              <a:t>visuelle</a:t>
            </a:r>
            <a:r>
              <a:rPr sz="1800" spc="140" dirty="0">
                <a:solidFill>
                  <a:srgbClr val="585858"/>
                </a:solidFill>
                <a:latin typeface="Trebuchet MS"/>
                <a:cs typeface="Trebuchet MS"/>
              </a:rPr>
              <a:t> </a:t>
            </a:r>
            <a:r>
              <a:rPr sz="1800" spc="-170" dirty="0">
                <a:solidFill>
                  <a:srgbClr val="585858"/>
                </a:solidFill>
                <a:latin typeface="Trebuchet MS"/>
                <a:cs typeface="Trebuchet MS"/>
              </a:rPr>
              <a:t>et</a:t>
            </a:r>
            <a:r>
              <a:rPr sz="1800" spc="160" dirty="0">
                <a:solidFill>
                  <a:srgbClr val="585858"/>
                </a:solidFill>
                <a:latin typeface="Trebuchet MS"/>
                <a:cs typeface="Trebuchet MS"/>
              </a:rPr>
              <a:t> </a:t>
            </a:r>
            <a:r>
              <a:rPr sz="1800" spc="-120" dirty="0">
                <a:solidFill>
                  <a:srgbClr val="585858"/>
                </a:solidFill>
                <a:latin typeface="Trebuchet MS"/>
                <a:cs typeface="Trebuchet MS"/>
              </a:rPr>
              <a:t>graphique</a:t>
            </a:r>
            <a:r>
              <a:rPr sz="1800" spc="150" dirty="0">
                <a:solidFill>
                  <a:srgbClr val="585858"/>
                </a:solidFill>
                <a:latin typeface="Trebuchet MS"/>
                <a:cs typeface="Trebuchet MS"/>
              </a:rPr>
              <a:t> </a:t>
            </a:r>
            <a:r>
              <a:rPr sz="1800" spc="-80" dirty="0">
                <a:solidFill>
                  <a:srgbClr val="585858"/>
                </a:solidFill>
                <a:latin typeface="Trebuchet MS"/>
                <a:cs typeface="Trebuchet MS"/>
              </a:rPr>
              <a:t>les</a:t>
            </a:r>
            <a:r>
              <a:rPr sz="1800" spc="150" dirty="0">
                <a:solidFill>
                  <a:srgbClr val="585858"/>
                </a:solidFill>
                <a:latin typeface="Trebuchet MS"/>
                <a:cs typeface="Trebuchet MS"/>
              </a:rPr>
              <a:t> </a:t>
            </a:r>
            <a:r>
              <a:rPr sz="1800" spc="-75" dirty="0">
                <a:solidFill>
                  <a:srgbClr val="585858"/>
                </a:solidFill>
                <a:latin typeface="Trebuchet MS"/>
                <a:cs typeface="Trebuchet MS"/>
              </a:rPr>
              <a:t>besoins</a:t>
            </a:r>
            <a:r>
              <a:rPr sz="1800" spc="160" dirty="0">
                <a:solidFill>
                  <a:srgbClr val="585858"/>
                </a:solidFill>
                <a:latin typeface="Trebuchet MS"/>
                <a:cs typeface="Trebuchet MS"/>
              </a:rPr>
              <a:t> </a:t>
            </a:r>
            <a:r>
              <a:rPr sz="1800" spc="-220" dirty="0">
                <a:solidFill>
                  <a:srgbClr val="585858"/>
                </a:solidFill>
                <a:latin typeface="Trebuchet MS"/>
                <a:cs typeface="Trebuchet MS"/>
              </a:rPr>
              <a:t>et,</a:t>
            </a:r>
            <a:r>
              <a:rPr sz="1800" spc="145" dirty="0">
                <a:solidFill>
                  <a:srgbClr val="585858"/>
                </a:solidFill>
                <a:latin typeface="Trebuchet MS"/>
                <a:cs typeface="Trebuchet MS"/>
              </a:rPr>
              <a:t> </a:t>
            </a:r>
            <a:r>
              <a:rPr sz="1800" spc="-85" dirty="0">
                <a:solidFill>
                  <a:srgbClr val="585858"/>
                </a:solidFill>
                <a:latin typeface="Trebuchet MS"/>
                <a:cs typeface="Trebuchet MS"/>
              </a:rPr>
              <a:t>les</a:t>
            </a:r>
            <a:r>
              <a:rPr sz="1800" spc="150" dirty="0">
                <a:solidFill>
                  <a:srgbClr val="585858"/>
                </a:solidFill>
                <a:latin typeface="Trebuchet MS"/>
                <a:cs typeface="Trebuchet MS"/>
              </a:rPr>
              <a:t> </a:t>
            </a:r>
            <a:r>
              <a:rPr sz="1800" spc="-85" dirty="0">
                <a:solidFill>
                  <a:srgbClr val="585858"/>
                </a:solidFill>
                <a:latin typeface="Trebuchet MS"/>
                <a:cs typeface="Trebuchet MS"/>
              </a:rPr>
              <a:t>solutions</a:t>
            </a:r>
            <a:endParaRPr sz="1800" dirty="0">
              <a:latin typeface="Trebuchet MS"/>
              <a:cs typeface="Trebuchet MS"/>
            </a:endParaRPr>
          </a:p>
          <a:p>
            <a:pPr marL="354965">
              <a:lnSpc>
                <a:spcPct val="100000"/>
              </a:lnSpc>
              <a:spcBef>
                <a:spcPts val="330"/>
              </a:spcBef>
            </a:pPr>
            <a:r>
              <a:rPr sz="1800" spc="-110" dirty="0">
                <a:solidFill>
                  <a:srgbClr val="585858"/>
                </a:solidFill>
                <a:latin typeface="Trebuchet MS"/>
                <a:cs typeface="Trebuchet MS"/>
              </a:rPr>
              <a:t>fonctionnelles</a:t>
            </a:r>
            <a:r>
              <a:rPr sz="1800" spc="-180" dirty="0">
                <a:solidFill>
                  <a:srgbClr val="585858"/>
                </a:solidFill>
                <a:latin typeface="Trebuchet MS"/>
                <a:cs typeface="Trebuchet MS"/>
              </a:rPr>
              <a:t> </a:t>
            </a:r>
            <a:r>
              <a:rPr sz="1800" spc="-170" dirty="0">
                <a:solidFill>
                  <a:srgbClr val="585858"/>
                </a:solidFill>
                <a:latin typeface="Trebuchet MS"/>
                <a:cs typeface="Trebuchet MS"/>
              </a:rPr>
              <a:t>et</a:t>
            </a:r>
            <a:r>
              <a:rPr sz="1800" spc="-155" dirty="0">
                <a:solidFill>
                  <a:srgbClr val="585858"/>
                </a:solidFill>
                <a:latin typeface="Trebuchet MS"/>
                <a:cs typeface="Trebuchet MS"/>
              </a:rPr>
              <a:t> </a:t>
            </a:r>
            <a:r>
              <a:rPr sz="1800" spc="-110" dirty="0">
                <a:solidFill>
                  <a:srgbClr val="585858"/>
                </a:solidFill>
                <a:latin typeface="Trebuchet MS"/>
                <a:cs typeface="Trebuchet MS"/>
              </a:rPr>
              <a:t>techniques</a:t>
            </a:r>
            <a:r>
              <a:rPr sz="1800" spc="-165"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spc="-135" dirty="0">
                <a:solidFill>
                  <a:srgbClr val="585858"/>
                </a:solidFill>
                <a:latin typeface="Trebuchet MS"/>
                <a:cs typeface="Trebuchet MS"/>
              </a:rPr>
              <a:t>votre</a:t>
            </a:r>
            <a:r>
              <a:rPr sz="1800" spc="-145" dirty="0">
                <a:solidFill>
                  <a:srgbClr val="585858"/>
                </a:solidFill>
                <a:latin typeface="Trebuchet MS"/>
                <a:cs typeface="Trebuchet MS"/>
              </a:rPr>
              <a:t> </a:t>
            </a:r>
            <a:r>
              <a:rPr sz="1800" spc="-160" dirty="0">
                <a:solidFill>
                  <a:srgbClr val="585858"/>
                </a:solidFill>
                <a:latin typeface="Trebuchet MS"/>
                <a:cs typeface="Trebuchet MS"/>
              </a:rPr>
              <a:t>projet</a:t>
            </a:r>
            <a:r>
              <a:rPr sz="1800" spc="-155" dirty="0">
                <a:solidFill>
                  <a:srgbClr val="585858"/>
                </a:solidFill>
                <a:latin typeface="Trebuchet MS"/>
                <a:cs typeface="Trebuchet MS"/>
              </a:rPr>
              <a:t> </a:t>
            </a:r>
            <a:r>
              <a:rPr sz="1800" spc="-120" dirty="0">
                <a:solidFill>
                  <a:srgbClr val="585858"/>
                </a:solidFill>
                <a:latin typeface="Trebuchet MS"/>
                <a:cs typeface="Trebuchet MS"/>
              </a:rPr>
              <a:t>logiciel.</a:t>
            </a:r>
            <a:r>
              <a:rPr sz="1800" spc="-185" dirty="0">
                <a:solidFill>
                  <a:srgbClr val="585858"/>
                </a:solidFill>
                <a:latin typeface="Trebuchet MS"/>
                <a:cs typeface="Trebuchet MS"/>
              </a:rPr>
              <a:t> </a:t>
            </a:r>
            <a:r>
              <a:rPr sz="1800" spc="-35" dirty="0">
                <a:solidFill>
                  <a:srgbClr val="585858"/>
                </a:solidFill>
                <a:latin typeface="Trebuchet MS"/>
                <a:cs typeface="Trebuchet MS"/>
              </a:rPr>
              <a:t>Mais</a:t>
            </a:r>
            <a:r>
              <a:rPr sz="1800" spc="-160" dirty="0">
                <a:solidFill>
                  <a:srgbClr val="585858"/>
                </a:solidFill>
                <a:latin typeface="Trebuchet MS"/>
                <a:cs typeface="Trebuchet MS"/>
              </a:rPr>
              <a:t> </a:t>
            </a:r>
            <a:r>
              <a:rPr sz="1800" spc="-120" dirty="0">
                <a:solidFill>
                  <a:srgbClr val="585858"/>
                </a:solidFill>
                <a:latin typeface="Trebuchet MS"/>
                <a:cs typeface="Trebuchet MS"/>
              </a:rPr>
              <a:t>modéliser</a:t>
            </a:r>
            <a:r>
              <a:rPr sz="1800" spc="-170" dirty="0">
                <a:solidFill>
                  <a:srgbClr val="585858"/>
                </a:solidFill>
                <a:latin typeface="Trebuchet MS"/>
                <a:cs typeface="Trebuchet MS"/>
              </a:rPr>
              <a:t> </a:t>
            </a:r>
            <a:r>
              <a:rPr sz="1800" spc="-120" dirty="0">
                <a:solidFill>
                  <a:srgbClr val="585858"/>
                </a:solidFill>
                <a:latin typeface="Trebuchet MS"/>
                <a:cs typeface="Trebuchet MS"/>
              </a:rPr>
              <a:t>pour</a:t>
            </a:r>
            <a:r>
              <a:rPr sz="1800" spc="-145" dirty="0">
                <a:solidFill>
                  <a:srgbClr val="585858"/>
                </a:solidFill>
                <a:latin typeface="Trebuchet MS"/>
                <a:cs typeface="Trebuchet MS"/>
              </a:rPr>
              <a:t> </a:t>
            </a:r>
            <a:r>
              <a:rPr sz="1800" spc="-110" dirty="0">
                <a:solidFill>
                  <a:srgbClr val="585858"/>
                </a:solidFill>
                <a:latin typeface="Trebuchet MS"/>
                <a:cs typeface="Trebuchet MS"/>
              </a:rPr>
              <a:t>quoi</a:t>
            </a:r>
            <a:r>
              <a:rPr sz="1800" spc="-170" dirty="0">
                <a:solidFill>
                  <a:srgbClr val="585858"/>
                </a:solidFill>
                <a:latin typeface="Trebuchet MS"/>
                <a:cs typeface="Trebuchet MS"/>
              </a:rPr>
              <a:t> </a:t>
            </a:r>
            <a:r>
              <a:rPr sz="1800" spc="-130" dirty="0">
                <a:solidFill>
                  <a:srgbClr val="585858"/>
                </a:solidFill>
                <a:latin typeface="Trebuchet MS"/>
                <a:cs typeface="Trebuchet MS"/>
              </a:rPr>
              <a:t>faire</a:t>
            </a:r>
            <a:r>
              <a:rPr sz="1800" spc="-160" dirty="0">
                <a:solidFill>
                  <a:srgbClr val="585858"/>
                </a:solidFill>
                <a:latin typeface="Trebuchet MS"/>
                <a:cs typeface="Trebuchet MS"/>
              </a:rPr>
              <a:t> </a:t>
            </a:r>
            <a:r>
              <a:rPr sz="1800" spc="90"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20"/>
              </a:spcBef>
              <a:buFont typeface="Arial MT"/>
              <a:buChar char="●"/>
              <a:tabLst>
                <a:tab pos="354965" algn="l"/>
                <a:tab pos="355600" algn="l"/>
              </a:tabLst>
            </a:pPr>
            <a:r>
              <a:rPr sz="1800" spc="-95" dirty="0">
                <a:solidFill>
                  <a:srgbClr val="585858"/>
                </a:solidFill>
                <a:latin typeface="Trebuchet MS"/>
                <a:cs typeface="Trebuchet MS"/>
              </a:rPr>
              <a:t>Avez-vous</a:t>
            </a:r>
            <a:r>
              <a:rPr sz="1800" spc="440" dirty="0">
                <a:solidFill>
                  <a:srgbClr val="585858"/>
                </a:solidFill>
                <a:latin typeface="Trebuchet MS"/>
                <a:cs typeface="Trebuchet MS"/>
              </a:rPr>
              <a:t> </a:t>
            </a:r>
            <a:r>
              <a:rPr sz="1800" spc="-165" dirty="0">
                <a:solidFill>
                  <a:srgbClr val="585858"/>
                </a:solidFill>
                <a:latin typeface="Trebuchet MS"/>
                <a:cs typeface="Trebuchet MS"/>
              </a:rPr>
              <a:t>déjà</a:t>
            </a:r>
            <a:r>
              <a:rPr sz="1800" spc="445" dirty="0">
                <a:solidFill>
                  <a:srgbClr val="585858"/>
                </a:solidFill>
                <a:latin typeface="Trebuchet MS"/>
                <a:cs typeface="Trebuchet MS"/>
              </a:rPr>
              <a:t> </a:t>
            </a:r>
            <a:r>
              <a:rPr sz="1800" spc="-140" dirty="0">
                <a:solidFill>
                  <a:srgbClr val="585858"/>
                </a:solidFill>
                <a:latin typeface="Trebuchet MS"/>
                <a:cs typeface="Trebuchet MS"/>
              </a:rPr>
              <a:t>eu</a:t>
            </a:r>
            <a:r>
              <a:rPr sz="1800" spc="445" dirty="0">
                <a:solidFill>
                  <a:srgbClr val="585858"/>
                </a:solidFill>
                <a:latin typeface="Trebuchet MS"/>
                <a:cs typeface="Trebuchet MS"/>
              </a:rPr>
              <a:t> </a:t>
            </a:r>
            <a:r>
              <a:rPr sz="1800" spc="-110" dirty="0">
                <a:solidFill>
                  <a:srgbClr val="585858"/>
                </a:solidFill>
                <a:latin typeface="Trebuchet MS"/>
                <a:cs typeface="Trebuchet MS"/>
              </a:rPr>
              <a:t>à</a:t>
            </a:r>
            <a:r>
              <a:rPr sz="1800" spc="450" dirty="0">
                <a:solidFill>
                  <a:srgbClr val="585858"/>
                </a:solidFill>
                <a:latin typeface="Trebuchet MS"/>
                <a:cs typeface="Trebuchet MS"/>
              </a:rPr>
              <a:t> </a:t>
            </a:r>
            <a:r>
              <a:rPr sz="1800" spc="-110" dirty="0">
                <a:solidFill>
                  <a:srgbClr val="585858"/>
                </a:solidFill>
                <a:latin typeface="Trebuchet MS"/>
                <a:cs typeface="Trebuchet MS"/>
              </a:rPr>
              <a:t>constituer</a:t>
            </a:r>
            <a:r>
              <a:rPr sz="1800" spc="425" dirty="0">
                <a:solidFill>
                  <a:srgbClr val="585858"/>
                </a:solidFill>
                <a:latin typeface="Trebuchet MS"/>
                <a:cs typeface="Trebuchet MS"/>
              </a:rPr>
              <a:t> </a:t>
            </a:r>
            <a:r>
              <a:rPr sz="1800" spc="-110" dirty="0">
                <a:solidFill>
                  <a:srgbClr val="585858"/>
                </a:solidFill>
                <a:latin typeface="Trebuchet MS"/>
                <a:cs typeface="Trebuchet MS"/>
              </a:rPr>
              <a:t>un</a:t>
            </a:r>
            <a:r>
              <a:rPr sz="1800" spc="450" dirty="0">
                <a:solidFill>
                  <a:srgbClr val="585858"/>
                </a:solidFill>
                <a:latin typeface="Trebuchet MS"/>
                <a:cs typeface="Trebuchet MS"/>
              </a:rPr>
              <a:t> </a:t>
            </a:r>
            <a:r>
              <a:rPr sz="1800" spc="-150" dirty="0">
                <a:solidFill>
                  <a:srgbClr val="585858"/>
                </a:solidFill>
                <a:latin typeface="Trebuchet MS"/>
                <a:cs typeface="Trebuchet MS"/>
              </a:rPr>
              <a:t>meuble</a:t>
            </a:r>
            <a:r>
              <a:rPr sz="1800" spc="445" dirty="0">
                <a:solidFill>
                  <a:srgbClr val="585858"/>
                </a:solidFill>
                <a:latin typeface="Trebuchet MS"/>
                <a:cs typeface="Trebuchet MS"/>
              </a:rPr>
              <a:t> </a:t>
            </a:r>
            <a:r>
              <a:rPr sz="1800" spc="-145" dirty="0">
                <a:solidFill>
                  <a:srgbClr val="585858"/>
                </a:solidFill>
                <a:latin typeface="Trebuchet MS"/>
                <a:cs typeface="Trebuchet MS"/>
              </a:rPr>
              <a:t>en</a:t>
            </a:r>
            <a:r>
              <a:rPr sz="1800" spc="440" dirty="0">
                <a:solidFill>
                  <a:srgbClr val="585858"/>
                </a:solidFill>
                <a:latin typeface="Trebuchet MS"/>
                <a:cs typeface="Trebuchet MS"/>
              </a:rPr>
              <a:t> </a:t>
            </a:r>
            <a:r>
              <a:rPr sz="1800" spc="-75" dirty="0">
                <a:solidFill>
                  <a:srgbClr val="585858"/>
                </a:solidFill>
                <a:latin typeface="Trebuchet MS"/>
                <a:cs typeface="Trebuchet MS"/>
              </a:rPr>
              <a:t>kit?</a:t>
            </a:r>
            <a:r>
              <a:rPr sz="1800" spc="445" dirty="0">
                <a:solidFill>
                  <a:srgbClr val="585858"/>
                </a:solidFill>
                <a:latin typeface="Trebuchet MS"/>
                <a:cs typeface="Trebuchet MS"/>
              </a:rPr>
              <a:t> </a:t>
            </a:r>
            <a:r>
              <a:rPr sz="1800" spc="-165" dirty="0">
                <a:solidFill>
                  <a:srgbClr val="585858"/>
                </a:solidFill>
                <a:latin typeface="Trebuchet MS"/>
                <a:cs typeface="Trebuchet MS"/>
              </a:rPr>
              <a:t>Cette</a:t>
            </a:r>
            <a:r>
              <a:rPr sz="1800" spc="434" dirty="0">
                <a:solidFill>
                  <a:srgbClr val="585858"/>
                </a:solidFill>
                <a:latin typeface="Trebuchet MS"/>
                <a:cs typeface="Trebuchet MS"/>
              </a:rPr>
              <a:t> </a:t>
            </a:r>
            <a:r>
              <a:rPr sz="1800" spc="-130" dirty="0">
                <a:solidFill>
                  <a:srgbClr val="585858"/>
                </a:solidFill>
                <a:latin typeface="Trebuchet MS"/>
                <a:cs typeface="Trebuchet MS"/>
              </a:rPr>
              <a:t>tâche</a:t>
            </a:r>
            <a:r>
              <a:rPr sz="1800" spc="440" dirty="0">
                <a:solidFill>
                  <a:srgbClr val="585858"/>
                </a:solidFill>
                <a:latin typeface="Trebuchet MS"/>
                <a:cs typeface="Trebuchet MS"/>
              </a:rPr>
              <a:t> </a:t>
            </a:r>
            <a:r>
              <a:rPr sz="1800" spc="-95" dirty="0">
                <a:solidFill>
                  <a:srgbClr val="585858"/>
                </a:solidFill>
                <a:latin typeface="Trebuchet MS"/>
                <a:cs typeface="Trebuchet MS"/>
              </a:rPr>
              <a:t>sera</a:t>
            </a:r>
            <a:r>
              <a:rPr sz="1800" spc="440" dirty="0">
                <a:solidFill>
                  <a:srgbClr val="585858"/>
                </a:solidFill>
                <a:latin typeface="Trebuchet MS"/>
                <a:cs typeface="Trebuchet MS"/>
              </a:rPr>
              <a:t> </a:t>
            </a:r>
            <a:r>
              <a:rPr sz="1800" spc="-105" dirty="0">
                <a:solidFill>
                  <a:srgbClr val="585858"/>
                </a:solidFill>
                <a:latin typeface="Trebuchet MS"/>
                <a:cs typeface="Trebuchet MS"/>
              </a:rPr>
              <a:t>très</a:t>
            </a:r>
            <a:r>
              <a:rPr sz="1800" spc="434" dirty="0">
                <a:solidFill>
                  <a:srgbClr val="585858"/>
                </a:solidFill>
                <a:latin typeface="Trebuchet MS"/>
                <a:cs typeface="Trebuchet MS"/>
              </a:rPr>
              <a:t> </a:t>
            </a:r>
            <a:r>
              <a:rPr sz="1800" spc="-120" dirty="0">
                <a:solidFill>
                  <a:srgbClr val="585858"/>
                </a:solidFill>
                <a:latin typeface="Trebuchet MS"/>
                <a:cs typeface="Trebuchet MS"/>
              </a:rPr>
              <a:t>difficile</a:t>
            </a:r>
            <a:endParaRPr sz="1800" dirty="0">
              <a:latin typeface="Trebuchet MS"/>
              <a:cs typeface="Trebuchet MS"/>
            </a:endParaRPr>
          </a:p>
          <a:p>
            <a:pPr marL="354965">
              <a:lnSpc>
                <a:spcPct val="100000"/>
              </a:lnSpc>
              <a:spcBef>
                <a:spcPts val="325"/>
              </a:spcBef>
            </a:pPr>
            <a:r>
              <a:rPr sz="1800" spc="-95" dirty="0">
                <a:solidFill>
                  <a:srgbClr val="585858"/>
                </a:solidFill>
                <a:latin typeface="Trebuchet MS"/>
                <a:cs typeface="Trebuchet MS"/>
              </a:rPr>
              <a:t>c</a:t>
            </a:r>
            <a:r>
              <a:rPr sz="1800" spc="-100" dirty="0">
                <a:solidFill>
                  <a:srgbClr val="585858"/>
                </a:solidFill>
                <a:latin typeface="Trebuchet MS"/>
                <a:cs typeface="Trebuchet MS"/>
              </a:rPr>
              <a:t>onstit</a:t>
            </a:r>
            <a:r>
              <a:rPr sz="1800" spc="-65" dirty="0">
                <a:solidFill>
                  <a:srgbClr val="585858"/>
                </a:solidFill>
                <a:latin typeface="Trebuchet MS"/>
                <a:cs typeface="Trebuchet MS"/>
              </a:rPr>
              <a:t>uons</a:t>
            </a:r>
            <a:r>
              <a:rPr sz="1800" spc="-150" dirty="0">
                <a:solidFill>
                  <a:srgbClr val="585858"/>
                </a:solidFill>
                <a:latin typeface="Trebuchet MS"/>
                <a:cs typeface="Trebuchet MS"/>
              </a:rPr>
              <a:t> </a:t>
            </a:r>
            <a:r>
              <a:rPr sz="1800" spc="-110" dirty="0">
                <a:solidFill>
                  <a:srgbClr val="585858"/>
                </a:solidFill>
                <a:latin typeface="Trebuchet MS"/>
                <a:cs typeface="Trebuchet MS"/>
              </a:rPr>
              <a:t>page</a:t>
            </a:r>
            <a:r>
              <a:rPr sz="1800" spc="-175" dirty="0">
                <a:solidFill>
                  <a:srgbClr val="585858"/>
                </a:solidFill>
                <a:latin typeface="Trebuchet MS"/>
                <a:cs typeface="Trebuchet MS"/>
              </a:rPr>
              <a:t> </a:t>
            </a:r>
            <a:r>
              <a:rPr sz="1800" spc="-150" dirty="0">
                <a:solidFill>
                  <a:srgbClr val="585858"/>
                </a:solidFill>
                <a:latin typeface="Trebuchet MS"/>
                <a:cs typeface="Trebuchet MS"/>
              </a:rPr>
              <a:t>de</a:t>
            </a:r>
            <a:r>
              <a:rPr sz="1800" spc="-165" dirty="0">
                <a:solidFill>
                  <a:srgbClr val="585858"/>
                </a:solidFill>
                <a:latin typeface="Trebuchet MS"/>
                <a:cs typeface="Trebuchet MS"/>
              </a:rPr>
              <a:t> </a:t>
            </a:r>
            <a:r>
              <a:rPr sz="1800" spc="-145" dirty="0">
                <a:solidFill>
                  <a:srgbClr val="585858"/>
                </a:solidFill>
                <a:latin typeface="Trebuchet MS"/>
                <a:cs typeface="Trebuchet MS"/>
              </a:rPr>
              <a:t>te</a:t>
            </a:r>
            <a:r>
              <a:rPr sz="1800" spc="-165" dirty="0">
                <a:solidFill>
                  <a:srgbClr val="585858"/>
                </a:solidFill>
                <a:latin typeface="Trebuchet MS"/>
                <a:cs typeface="Trebuchet MS"/>
              </a:rPr>
              <a:t>x</a:t>
            </a:r>
            <a:r>
              <a:rPr sz="1800" spc="-140" dirty="0">
                <a:solidFill>
                  <a:srgbClr val="585858"/>
                </a:solidFill>
                <a:latin typeface="Trebuchet MS"/>
                <a:cs typeface="Trebuchet MS"/>
              </a:rPr>
              <a:t>t</a:t>
            </a:r>
            <a:r>
              <a:rPr sz="1800" spc="-195" dirty="0">
                <a:solidFill>
                  <a:srgbClr val="585858"/>
                </a:solidFill>
                <a:latin typeface="Trebuchet MS"/>
                <a:cs typeface="Trebuchet MS"/>
              </a:rPr>
              <a:t>e</a:t>
            </a:r>
            <a:r>
              <a:rPr sz="1800" spc="-225"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P</a:t>
            </a:r>
            <a:r>
              <a:rPr dirty="0"/>
              <a:t>ourquoi</a:t>
            </a:r>
            <a:r>
              <a:rPr spc="-50" dirty="0"/>
              <a:t> </a:t>
            </a:r>
            <a:r>
              <a:rPr spc="-5" dirty="0">
                <a:solidFill>
                  <a:srgbClr val="ED795B"/>
                </a:solidFill>
              </a:rPr>
              <a:t>modéliser</a:t>
            </a:r>
            <a:r>
              <a:rPr spc="10" dirty="0">
                <a:solidFill>
                  <a:srgbClr val="ED795B"/>
                </a:solidFill>
              </a:rPr>
              <a:t> </a:t>
            </a:r>
            <a:r>
              <a:rPr spc="-5" dirty="0"/>
              <a:t>?	</a:t>
            </a:r>
          </a:p>
        </p:txBody>
      </p:sp>
      <p:pic>
        <p:nvPicPr>
          <p:cNvPr id="4" name="object 4"/>
          <p:cNvPicPr/>
          <p:nvPr/>
        </p:nvPicPr>
        <p:blipFill>
          <a:blip r:embed="rId2" cstate="print"/>
          <a:stretch>
            <a:fillRect/>
          </a:stretch>
        </p:blipFill>
        <p:spPr>
          <a:xfrm>
            <a:off x="2433827" y="2910839"/>
            <a:ext cx="3548988" cy="1353161"/>
          </a:xfrm>
          <a:prstGeom prst="rect">
            <a:avLst/>
          </a:prstGeom>
        </p:spPr>
      </p:pic>
      <p:pic>
        <p:nvPicPr>
          <p:cNvPr id="5" name="object 5"/>
          <p:cNvPicPr/>
          <p:nvPr/>
        </p:nvPicPr>
        <p:blipFill>
          <a:blip r:embed="rId3" cstate="print"/>
          <a:stretch>
            <a:fillRect/>
          </a:stretch>
        </p:blipFill>
        <p:spPr>
          <a:xfrm>
            <a:off x="6649263" y="3055620"/>
            <a:ext cx="1007260" cy="1080515"/>
          </a:xfrm>
          <a:prstGeom prst="rect">
            <a:avLst/>
          </a:prstGeom>
        </p:spPr>
      </p:pic>
    </p:spTree>
    <p:extLst>
      <p:ext uri="{BB962C8B-B14F-4D97-AF65-F5344CB8AC3E}">
        <p14:creationId xmlns:p14="http://schemas.microsoft.com/office/powerpoint/2010/main" val="328875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04850" y="1270826"/>
            <a:ext cx="8250555" cy="657225"/>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Lst>
            </a:pPr>
            <a:r>
              <a:rPr sz="1800" spc="-130" dirty="0">
                <a:solidFill>
                  <a:srgbClr val="585858"/>
                </a:solidFill>
                <a:latin typeface="Trebuchet MS"/>
                <a:cs typeface="Trebuchet MS"/>
              </a:rPr>
              <a:t>Toutefois,</a:t>
            </a:r>
            <a:r>
              <a:rPr sz="1800" spc="-140" dirty="0">
                <a:solidFill>
                  <a:srgbClr val="585858"/>
                </a:solidFill>
                <a:latin typeface="Trebuchet MS"/>
                <a:cs typeface="Trebuchet MS"/>
              </a:rPr>
              <a:t> </a:t>
            </a:r>
            <a:r>
              <a:rPr sz="1800" spc="-65" dirty="0">
                <a:solidFill>
                  <a:srgbClr val="585858"/>
                </a:solidFill>
                <a:latin typeface="Trebuchet MS"/>
                <a:cs typeface="Trebuchet MS"/>
              </a:rPr>
              <a:t>vous</a:t>
            </a:r>
            <a:r>
              <a:rPr sz="1800" spc="-135" dirty="0">
                <a:solidFill>
                  <a:srgbClr val="585858"/>
                </a:solidFill>
                <a:latin typeface="Trebuchet MS"/>
                <a:cs typeface="Trebuchet MS"/>
              </a:rPr>
              <a:t> </a:t>
            </a:r>
            <a:r>
              <a:rPr sz="1800" spc="-110" dirty="0">
                <a:solidFill>
                  <a:srgbClr val="585858"/>
                </a:solidFill>
                <a:latin typeface="Trebuchet MS"/>
                <a:cs typeface="Trebuchet MS"/>
              </a:rPr>
              <a:t>serez</a:t>
            </a:r>
            <a:r>
              <a:rPr sz="1800" spc="-135" dirty="0">
                <a:solidFill>
                  <a:srgbClr val="585858"/>
                </a:solidFill>
                <a:latin typeface="Trebuchet MS"/>
                <a:cs typeface="Trebuchet MS"/>
              </a:rPr>
              <a:t> </a:t>
            </a:r>
            <a:r>
              <a:rPr sz="1800" spc="-140" dirty="0">
                <a:solidFill>
                  <a:srgbClr val="585858"/>
                </a:solidFill>
                <a:latin typeface="Trebuchet MS"/>
                <a:cs typeface="Trebuchet MS"/>
              </a:rPr>
              <a:t>d’accord</a:t>
            </a:r>
            <a:r>
              <a:rPr sz="1800" spc="-135" dirty="0">
                <a:solidFill>
                  <a:srgbClr val="585858"/>
                </a:solidFill>
                <a:latin typeface="Trebuchet MS"/>
                <a:cs typeface="Trebuchet MS"/>
              </a:rPr>
              <a:t> que</a:t>
            </a:r>
            <a:r>
              <a:rPr sz="1800" spc="-145" dirty="0">
                <a:solidFill>
                  <a:srgbClr val="585858"/>
                </a:solidFill>
                <a:latin typeface="Trebuchet MS"/>
                <a:cs typeface="Trebuchet MS"/>
              </a:rPr>
              <a:t> c’est</a:t>
            </a:r>
            <a:r>
              <a:rPr sz="1800" spc="-135" dirty="0">
                <a:solidFill>
                  <a:srgbClr val="585858"/>
                </a:solidFill>
                <a:latin typeface="Trebuchet MS"/>
                <a:cs typeface="Trebuchet MS"/>
              </a:rPr>
              <a:t> </a:t>
            </a:r>
            <a:r>
              <a:rPr sz="1800" spc="-80" dirty="0">
                <a:solidFill>
                  <a:srgbClr val="585858"/>
                </a:solidFill>
                <a:latin typeface="Trebuchet MS"/>
                <a:cs typeface="Trebuchet MS"/>
              </a:rPr>
              <a:t>plus</a:t>
            </a:r>
            <a:r>
              <a:rPr sz="1800" spc="-145" dirty="0">
                <a:solidFill>
                  <a:srgbClr val="585858"/>
                </a:solidFill>
                <a:latin typeface="Trebuchet MS"/>
                <a:cs typeface="Trebuchet MS"/>
              </a:rPr>
              <a:t> </a:t>
            </a:r>
            <a:r>
              <a:rPr sz="1800" spc="-125" dirty="0">
                <a:solidFill>
                  <a:srgbClr val="585858"/>
                </a:solidFill>
                <a:latin typeface="Trebuchet MS"/>
                <a:cs typeface="Trebuchet MS"/>
              </a:rPr>
              <a:t>facile</a:t>
            </a:r>
            <a:r>
              <a:rPr sz="1800" spc="-160" dirty="0">
                <a:solidFill>
                  <a:srgbClr val="585858"/>
                </a:solidFill>
                <a:latin typeface="Trebuchet MS"/>
                <a:cs typeface="Trebuchet MS"/>
              </a:rPr>
              <a:t> </a:t>
            </a:r>
            <a:r>
              <a:rPr sz="1800" spc="-110" dirty="0">
                <a:solidFill>
                  <a:srgbClr val="585858"/>
                </a:solidFill>
                <a:latin typeface="Trebuchet MS"/>
                <a:cs typeface="Trebuchet MS"/>
              </a:rPr>
              <a:t>à</a:t>
            </a:r>
            <a:r>
              <a:rPr sz="1800" spc="-130" dirty="0">
                <a:solidFill>
                  <a:srgbClr val="585858"/>
                </a:solidFill>
                <a:latin typeface="Trebuchet MS"/>
                <a:cs typeface="Trebuchet MS"/>
              </a:rPr>
              <a:t> </a:t>
            </a:r>
            <a:r>
              <a:rPr sz="1800" spc="-140" dirty="0">
                <a:solidFill>
                  <a:srgbClr val="585858"/>
                </a:solidFill>
                <a:latin typeface="Trebuchet MS"/>
                <a:cs typeface="Trebuchet MS"/>
              </a:rPr>
              <a:t>partir</a:t>
            </a:r>
            <a:r>
              <a:rPr sz="1800" spc="-135" dirty="0">
                <a:solidFill>
                  <a:srgbClr val="585858"/>
                </a:solidFill>
                <a:latin typeface="Trebuchet MS"/>
                <a:cs typeface="Trebuchet MS"/>
              </a:rPr>
              <a:t> </a:t>
            </a:r>
            <a:r>
              <a:rPr sz="1800" spc="-150" dirty="0">
                <a:solidFill>
                  <a:srgbClr val="585858"/>
                </a:solidFill>
                <a:latin typeface="Trebuchet MS"/>
                <a:cs typeface="Trebuchet MS"/>
              </a:rPr>
              <a:t>de</a:t>
            </a:r>
            <a:r>
              <a:rPr sz="1800" spc="-145" dirty="0">
                <a:solidFill>
                  <a:srgbClr val="585858"/>
                </a:solidFill>
                <a:latin typeface="Trebuchet MS"/>
                <a:cs typeface="Trebuchet MS"/>
              </a:rPr>
              <a:t> </a:t>
            </a:r>
            <a:r>
              <a:rPr sz="1800" spc="-100" dirty="0">
                <a:solidFill>
                  <a:srgbClr val="585858"/>
                </a:solidFill>
                <a:latin typeface="Trebuchet MS"/>
                <a:cs typeface="Trebuchet MS"/>
              </a:rPr>
              <a:t>schéma</a:t>
            </a:r>
            <a:r>
              <a:rPr sz="1800" spc="-130" dirty="0">
                <a:solidFill>
                  <a:srgbClr val="585858"/>
                </a:solidFill>
                <a:latin typeface="Trebuchet MS"/>
                <a:cs typeface="Trebuchet MS"/>
              </a:rPr>
              <a:t> </a:t>
            </a:r>
            <a:r>
              <a:rPr sz="1800" spc="-135" dirty="0">
                <a:solidFill>
                  <a:srgbClr val="585858"/>
                </a:solidFill>
                <a:latin typeface="Trebuchet MS"/>
                <a:cs typeface="Trebuchet MS"/>
              </a:rPr>
              <a:t>plutôt</a:t>
            </a:r>
            <a:r>
              <a:rPr sz="1800" spc="-155" dirty="0">
                <a:solidFill>
                  <a:srgbClr val="585858"/>
                </a:solidFill>
                <a:latin typeface="Trebuchet MS"/>
                <a:cs typeface="Trebuchet MS"/>
              </a:rPr>
              <a:t> </a:t>
            </a:r>
            <a:r>
              <a:rPr sz="1800" spc="-160" dirty="0">
                <a:solidFill>
                  <a:srgbClr val="585858"/>
                </a:solidFill>
                <a:latin typeface="Trebuchet MS"/>
                <a:cs typeface="Trebuchet MS"/>
              </a:rPr>
              <a:t>qu’une</a:t>
            </a:r>
            <a:r>
              <a:rPr sz="1800" spc="-150" dirty="0">
                <a:solidFill>
                  <a:srgbClr val="585858"/>
                </a:solidFill>
                <a:latin typeface="Trebuchet MS"/>
                <a:cs typeface="Trebuchet MS"/>
              </a:rPr>
              <a:t> </a:t>
            </a:r>
            <a:r>
              <a:rPr sz="1800" spc="-114" dirty="0">
                <a:solidFill>
                  <a:srgbClr val="585858"/>
                </a:solidFill>
                <a:latin typeface="Trebuchet MS"/>
                <a:cs typeface="Trebuchet MS"/>
              </a:rPr>
              <a:t>page</a:t>
            </a:r>
            <a:endParaRPr sz="1800" dirty="0">
              <a:latin typeface="Trebuchet MS"/>
              <a:cs typeface="Trebuchet MS"/>
            </a:endParaRPr>
          </a:p>
          <a:p>
            <a:pPr marL="354965">
              <a:lnSpc>
                <a:spcPct val="100000"/>
              </a:lnSpc>
              <a:spcBef>
                <a:spcPts val="330"/>
              </a:spcBef>
            </a:pP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spc="-145" dirty="0">
                <a:solidFill>
                  <a:srgbClr val="585858"/>
                </a:solidFill>
                <a:latin typeface="Trebuchet MS"/>
                <a:cs typeface="Trebuchet MS"/>
              </a:rPr>
              <a:t>te</a:t>
            </a:r>
            <a:r>
              <a:rPr sz="1800" spc="-165" dirty="0">
                <a:solidFill>
                  <a:srgbClr val="585858"/>
                </a:solidFill>
                <a:latin typeface="Trebuchet MS"/>
                <a:cs typeface="Trebuchet MS"/>
              </a:rPr>
              <a:t>x</a:t>
            </a:r>
            <a:r>
              <a:rPr sz="1800" spc="-140" dirty="0">
                <a:solidFill>
                  <a:srgbClr val="585858"/>
                </a:solidFill>
                <a:latin typeface="Trebuchet MS"/>
                <a:cs typeface="Trebuchet MS"/>
              </a:rPr>
              <a:t>t</a:t>
            </a:r>
            <a:r>
              <a:rPr sz="1800" spc="-195" dirty="0">
                <a:solidFill>
                  <a:srgbClr val="585858"/>
                </a:solidFill>
                <a:latin typeface="Trebuchet MS"/>
                <a:cs typeface="Trebuchet MS"/>
              </a:rPr>
              <a:t>e</a:t>
            </a:r>
            <a:r>
              <a:rPr sz="1800" spc="-225" dirty="0">
                <a:solidFill>
                  <a:srgbClr val="585858"/>
                </a:solidFill>
                <a:latin typeface="Trebuchet MS"/>
                <a:cs typeface="Trebuchet MS"/>
              </a:rPr>
              <a:t>.</a:t>
            </a:r>
            <a:endParaRPr sz="1800" dirty="0">
              <a:latin typeface="Trebuchet MS"/>
              <a:cs typeface="Trebuchet MS"/>
            </a:endParaRPr>
          </a:p>
        </p:txBody>
      </p:sp>
      <p:sp>
        <p:nvSpPr>
          <p:cNvPr id="3" name="object 3"/>
          <p:cNvSpPr txBox="1"/>
          <p:nvPr/>
        </p:nvSpPr>
        <p:spPr>
          <a:xfrm>
            <a:off x="504850" y="3722623"/>
            <a:ext cx="8250555" cy="656590"/>
          </a:xfrm>
          <a:prstGeom prst="rect">
            <a:avLst/>
          </a:prstGeom>
        </p:spPr>
        <p:txBody>
          <a:bodyPr vert="horz" wrap="square" lIns="0" tIns="12700" rIns="0" bIns="0" rtlCol="0">
            <a:spAutoFit/>
          </a:bodyPr>
          <a:lstStyle/>
          <a:p>
            <a:pPr marL="354965" marR="5080" indent="-342900">
              <a:lnSpc>
                <a:spcPct val="114999"/>
              </a:lnSpc>
              <a:spcBef>
                <a:spcPts val="100"/>
              </a:spcBef>
              <a:buFont typeface="Arial MT"/>
              <a:buChar char="●"/>
              <a:tabLst>
                <a:tab pos="354965" algn="l"/>
                <a:tab pos="355600" algn="l"/>
              </a:tabLst>
            </a:pPr>
            <a:r>
              <a:rPr sz="1800" spc="-155" dirty="0">
                <a:solidFill>
                  <a:srgbClr val="585858"/>
                </a:solidFill>
                <a:latin typeface="Trebuchet MS"/>
                <a:cs typeface="Trebuchet MS"/>
              </a:rPr>
              <a:t>Cet</a:t>
            </a:r>
            <a:r>
              <a:rPr sz="1800" spc="20" dirty="0">
                <a:solidFill>
                  <a:srgbClr val="585858"/>
                </a:solidFill>
                <a:latin typeface="Trebuchet MS"/>
                <a:cs typeface="Trebuchet MS"/>
              </a:rPr>
              <a:t> </a:t>
            </a:r>
            <a:r>
              <a:rPr sz="1800" spc="-155" dirty="0">
                <a:solidFill>
                  <a:srgbClr val="585858"/>
                </a:solidFill>
                <a:latin typeface="Trebuchet MS"/>
                <a:cs typeface="Trebuchet MS"/>
              </a:rPr>
              <a:t>exemple</a:t>
            </a:r>
            <a:r>
              <a:rPr sz="1800" spc="20" dirty="0">
                <a:solidFill>
                  <a:srgbClr val="585858"/>
                </a:solidFill>
                <a:latin typeface="Trebuchet MS"/>
                <a:cs typeface="Trebuchet MS"/>
              </a:rPr>
              <a:t> </a:t>
            </a:r>
            <a:r>
              <a:rPr sz="1800" spc="-70" dirty="0">
                <a:solidFill>
                  <a:srgbClr val="585858"/>
                </a:solidFill>
                <a:latin typeface="Trebuchet MS"/>
                <a:cs typeface="Trebuchet MS"/>
              </a:rPr>
              <a:t>nous</a:t>
            </a:r>
            <a:r>
              <a:rPr sz="1800" spc="20" dirty="0">
                <a:solidFill>
                  <a:srgbClr val="585858"/>
                </a:solidFill>
                <a:latin typeface="Trebuchet MS"/>
                <a:cs typeface="Trebuchet MS"/>
              </a:rPr>
              <a:t> </a:t>
            </a:r>
            <a:r>
              <a:rPr sz="1800" spc="-140" dirty="0">
                <a:solidFill>
                  <a:srgbClr val="585858"/>
                </a:solidFill>
                <a:latin typeface="Trebuchet MS"/>
                <a:cs typeface="Trebuchet MS"/>
              </a:rPr>
              <a:t>démontre</a:t>
            </a:r>
            <a:r>
              <a:rPr sz="1800" spc="20" dirty="0">
                <a:solidFill>
                  <a:srgbClr val="585858"/>
                </a:solidFill>
                <a:latin typeface="Trebuchet MS"/>
                <a:cs typeface="Trebuchet MS"/>
              </a:rPr>
              <a:t> </a:t>
            </a:r>
            <a:r>
              <a:rPr sz="1800" spc="-135" dirty="0">
                <a:solidFill>
                  <a:srgbClr val="585858"/>
                </a:solidFill>
                <a:latin typeface="Trebuchet MS"/>
                <a:cs typeface="Trebuchet MS"/>
              </a:rPr>
              <a:t>que</a:t>
            </a:r>
            <a:r>
              <a:rPr sz="1800" spc="5" dirty="0">
                <a:solidFill>
                  <a:srgbClr val="585858"/>
                </a:solidFill>
                <a:latin typeface="Trebuchet MS"/>
                <a:cs typeface="Trebuchet MS"/>
              </a:rPr>
              <a:t> </a:t>
            </a:r>
            <a:r>
              <a:rPr sz="1800" spc="-130" dirty="0">
                <a:solidFill>
                  <a:srgbClr val="585858"/>
                </a:solidFill>
                <a:latin typeface="Trebuchet MS"/>
                <a:cs typeface="Trebuchet MS"/>
              </a:rPr>
              <a:t>l’utilisation</a:t>
            </a:r>
            <a:r>
              <a:rPr sz="1800" spc="20" dirty="0">
                <a:solidFill>
                  <a:srgbClr val="585858"/>
                </a:solidFill>
                <a:latin typeface="Trebuchet MS"/>
                <a:cs typeface="Trebuchet MS"/>
              </a:rPr>
              <a:t> </a:t>
            </a:r>
            <a:r>
              <a:rPr sz="1800" spc="-155" dirty="0">
                <a:solidFill>
                  <a:srgbClr val="585858"/>
                </a:solidFill>
                <a:latin typeface="Trebuchet MS"/>
                <a:cs typeface="Trebuchet MS"/>
              </a:rPr>
              <a:t>de</a:t>
            </a:r>
            <a:r>
              <a:rPr sz="1800" spc="25" dirty="0">
                <a:solidFill>
                  <a:srgbClr val="585858"/>
                </a:solidFill>
                <a:latin typeface="Trebuchet MS"/>
                <a:cs typeface="Trebuchet MS"/>
              </a:rPr>
              <a:t> </a:t>
            </a:r>
            <a:r>
              <a:rPr sz="1800" spc="-75" dirty="0">
                <a:solidFill>
                  <a:srgbClr val="585858"/>
                </a:solidFill>
                <a:latin typeface="Trebuchet MS"/>
                <a:cs typeface="Trebuchet MS"/>
              </a:rPr>
              <a:t>schémas</a:t>
            </a:r>
            <a:r>
              <a:rPr sz="1800" spc="25" dirty="0">
                <a:solidFill>
                  <a:srgbClr val="585858"/>
                </a:solidFill>
                <a:latin typeface="Trebuchet MS"/>
                <a:cs typeface="Trebuchet MS"/>
              </a:rPr>
              <a:t> </a:t>
            </a:r>
            <a:r>
              <a:rPr sz="1800" spc="-175" dirty="0">
                <a:solidFill>
                  <a:srgbClr val="585858"/>
                </a:solidFill>
                <a:latin typeface="Trebuchet MS"/>
                <a:cs typeface="Trebuchet MS"/>
              </a:rPr>
              <a:t>et</a:t>
            </a:r>
            <a:r>
              <a:rPr sz="1800" spc="25" dirty="0">
                <a:solidFill>
                  <a:srgbClr val="585858"/>
                </a:solidFill>
                <a:latin typeface="Trebuchet MS"/>
                <a:cs typeface="Trebuchet MS"/>
              </a:rPr>
              <a:t> </a:t>
            </a:r>
            <a:r>
              <a:rPr sz="1800" spc="-120" dirty="0">
                <a:solidFill>
                  <a:srgbClr val="585858"/>
                </a:solidFill>
                <a:latin typeface="Trebuchet MS"/>
                <a:cs typeface="Trebuchet MS"/>
              </a:rPr>
              <a:t>d’illustrations</a:t>
            </a:r>
            <a:r>
              <a:rPr sz="1800" spc="25" dirty="0">
                <a:solidFill>
                  <a:srgbClr val="585858"/>
                </a:solidFill>
                <a:latin typeface="Trebuchet MS"/>
                <a:cs typeface="Trebuchet MS"/>
              </a:rPr>
              <a:t> </a:t>
            </a:r>
            <a:r>
              <a:rPr sz="1800" spc="-140" dirty="0">
                <a:solidFill>
                  <a:srgbClr val="585858"/>
                </a:solidFill>
                <a:latin typeface="Trebuchet MS"/>
                <a:cs typeface="Trebuchet MS"/>
              </a:rPr>
              <a:t>rend</a:t>
            </a:r>
            <a:r>
              <a:rPr sz="1800" spc="20" dirty="0">
                <a:solidFill>
                  <a:srgbClr val="585858"/>
                </a:solidFill>
                <a:latin typeface="Trebuchet MS"/>
                <a:cs typeface="Trebuchet MS"/>
              </a:rPr>
              <a:t> </a:t>
            </a:r>
            <a:r>
              <a:rPr sz="1800" spc="-140" dirty="0">
                <a:solidFill>
                  <a:srgbClr val="585858"/>
                </a:solidFill>
                <a:latin typeface="Trebuchet MS"/>
                <a:cs typeface="Trebuchet MS"/>
              </a:rPr>
              <a:t>quelque </a:t>
            </a:r>
            <a:r>
              <a:rPr sz="1800" spc="-525" dirty="0">
                <a:solidFill>
                  <a:srgbClr val="585858"/>
                </a:solidFill>
                <a:latin typeface="Trebuchet MS"/>
                <a:cs typeface="Trebuchet MS"/>
              </a:rPr>
              <a:t> </a:t>
            </a:r>
            <a:r>
              <a:rPr sz="1800" spc="-90" dirty="0">
                <a:solidFill>
                  <a:srgbClr val="585858"/>
                </a:solidFill>
                <a:latin typeface="Trebuchet MS"/>
                <a:cs typeface="Trebuchet MS"/>
              </a:rPr>
              <a:t>c</a:t>
            </a:r>
            <a:r>
              <a:rPr sz="1800" spc="-80" dirty="0">
                <a:solidFill>
                  <a:srgbClr val="585858"/>
                </a:solidFill>
                <a:latin typeface="Trebuchet MS"/>
                <a:cs typeface="Trebuchet MS"/>
              </a:rPr>
              <a:t>hose</a:t>
            </a:r>
            <a:r>
              <a:rPr sz="1800" spc="-150" dirty="0">
                <a:solidFill>
                  <a:srgbClr val="585858"/>
                </a:solidFill>
                <a:latin typeface="Trebuchet MS"/>
                <a:cs typeface="Trebuchet MS"/>
              </a:rPr>
              <a:t> de</a:t>
            </a:r>
            <a:r>
              <a:rPr sz="1800" spc="-160" dirty="0">
                <a:solidFill>
                  <a:srgbClr val="585858"/>
                </a:solidFill>
                <a:latin typeface="Trebuchet MS"/>
                <a:cs typeface="Trebuchet MS"/>
              </a:rPr>
              <a:t> </a:t>
            </a:r>
            <a:r>
              <a:rPr sz="1800" spc="-90" dirty="0">
                <a:solidFill>
                  <a:srgbClr val="585858"/>
                </a:solidFill>
                <a:latin typeface="Trebuchet MS"/>
                <a:cs typeface="Trebuchet MS"/>
              </a:rPr>
              <a:t>c</a:t>
            </a:r>
            <a:r>
              <a:rPr sz="1800" spc="-125" dirty="0">
                <a:solidFill>
                  <a:srgbClr val="585858"/>
                </a:solidFill>
                <a:latin typeface="Trebuchet MS"/>
                <a:cs typeface="Trebuchet MS"/>
              </a:rPr>
              <a:t>omp</a:t>
            </a:r>
            <a:r>
              <a:rPr sz="1800" spc="-145" dirty="0">
                <a:solidFill>
                  <a:srgbClr val="585858"/>
                </a:solidFill>
                <a:latin typeface="Trebuchet MS"/>
                <a:cs typeface="Trebuchet MS"/>
              </a:rPr>
              <a:t>lexe</a:t>
            </a:r>
            <a:r>
              <a:rPr sz="1800" spc="-165" dirty="0">
                <a:solidFill>
                  <a:srgbClr val="585858"/>
                </a:solidFill>
                <a:latin typeface="Trebuchet MS"/>
                <a:cs typeface="Trebuchet MS"/>
              </a:rPr>
              <a:t> </a:t>
            </a:r>
            <a:r>
              <a:rPr sz="1800" spc="-80" dirty="0">
                <a:solidFill>
                  <a:srgbClr val="585858"/>
                </a:solidFill>
                <a:latin typeface="Trebuchet MS"/>
                <a:cs typeface="Trebuchet MS"/>
              </a:rPr>
              <a:t>plus</a:t>
            </a:r>
            <a:r>
              <a:rPr sz="1800" spc="-165" dirty="0">
                <a:solidFill>
                  <a:srgbClr val="585858"/>
                </a:solidFill>
                <a:latin typeface="Trebuchet MS"/>
                <a:cs typeface="Trebuchet MS"/>
              </a:rPr>
              <a:t> </a:t>
            </a:r>
            <a:r>
              <a:rPr sz="1800" spc="-90" dirty="0">
                <a:solidFill>
                  <a:srgbClr val="585858"/>
                </a:solidFill>
                <a:latin typeface="Trebuchet MS"/>
                <a:cs typeface="Trebuchet MS"/>
              </a:rPr>
              <a:t>c</a:t>
            </a:r>
            <a:r>
              <a:rPr sz="1800" spc="-125" dirty="0">
                <a:solidFill>
                  <a:srgbClr val="585858"/>
                </a:solidFill>
                <a:latin typeface="Trebuchet MS"/>
                <a:cs typeface="Trebuchet MS"/>
              </a:rPr>
              <a:t>omp</a:t>
            </a:r>
            <a:r>
              <a:rPr sz="1800" spc="-135" dirty="0">
                <a:solidFill>
                  <a:srgbClr val="585858"/>
                </a:solidFill>
                <a:latin typeface="Trebuchet MS"/>
                <a:cs typeface="Trebuchet MS"/>
              </a:rPr>
              <a:t>r</a:t>
            </a:r>
            <a:r>
              <a:rPr sz="1800" spc="-190" dirty="0">
                <a:solidFill>
                  <a:srgbClr val="585858"/>
                </a:solidFill>
                <a:latin typeface="Trebuchet MS"/>
                <a:cs typeface="Trebuchet MS"/>
              </a:rPr>
              <a:t>é</a:t>
            </a:r>
            <a:r>
              <a:rPr sz="1800" spc="-110" dirty="0">
                <a:solidFill>
                  <a:srgbClr val="585858"/>
                </a:solidFill>
                <a:latin typeface="Trebuchet MS"/>
                <a:cs typeface="Trebuchet MS"/>
              </a:rPr>
              <a:t>hensible</a:t>
            </a:r>
            <a:r>
              <a:rPr sz="1800" spc="-225" dirty="0">
                <a:solidFill>
                  <a:srgbClr val="585858"/>
                </a:solidFill>
                <a:latin typeface="Trebuchet MS"/>
                <a:cs typeface="Trebuchet MS"/>
              </a:rPr>
              <a:t>.</a:t>
            </a:r>
            <a:endParaRPr sz="1800">
              <a:latin typeface="Trebuchet MS"/>
              <a:cs typeface="Trebuchet MS"/>
            </a:endParaRPr>
          </a:p>
        </p:txBody>
      </p:sp>
      <p:sp>
        <p:nvSpPr>
          <p:cNvPr id="4" name="object 4"/>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P</a:t>
            </a:r>
            <a:r>
              <a:rPr dirty="0"/>
              <a:t>ourquoi</a:t>
            </a:r>
            <a:r>
              <a:rPr spc="-50" dirty="0"/>
              <a:t> </a:t>
            </a:r>
            <a:r>
              <a:rPr spc="-5" dirty="0">
                <a:solidFill>
                  <a:srgbClr val="ED795B"/>
                </a:solidFill>
              </a:rPr>
              <a:t>modéliser</a:t>
            </a:r>
            <a:r>
              <a:rPr spc="10" dirty="0">
                <a:solidFill>
                  <a:srgbClr val="ED795B"/>
                </a:solidFill>
              </a:rPr>
              <a:t> </a:t>
            </a:r>
            <a:r>
              <a:rPr spc="-5" dirty="0"/>
              <a:t>?	</a:t>
            </a:r>
          </a:p>
        </p:txBody>
      </p:sp>
      <p:pic>
        <p:nvPicPr>
          <p:cNvPr id="5" name="object 5"/>
          <p:cNvPicPr/>
          <p:nvPr/>
        </p:nvPicPr>
        <p:blipFill>
          <a:blip r:embed="rId2" cstate="print"/>
          <a:stretch>
            <a:fillRect/>
          </a:stretch>
        </p:blipFill>
        <p:spPr>
          <a:xfrm>
            <a:off x="6422311" y="2179320"/>
            <a:ext cx="996345" cy="1078991"/>
          </a:xfrm>
          <a:prstGeom prst="rect">
            <a:avLst/>
          </a:prstGeom>
        </p:spPr>
      </p:pic>
      <p:pic>
        <p:nvPicPr>
          <p:cNvPr id="6" name="object 6"/>
          <p:cNvPicPr/>
          <p:nvPr/>
        </p:nvPicPr>
        <p:blipFill>
          <a:blip r:embed="rId3" cstate="print"/>
          <a:stretch>
            <a:fillRect/>
          </a:stretch>
        </p:blipFill>
        <p:spPr>
          <a:xfrm>
            <a:off x="2636520" y="1638300"/>
            <a:ext cx="3049524" cy="2161032"/>
          </a:xfrm>
          <a:prstGeom prst="rect">
            <a:avLst/>
          </a:prstGeom>
        </p:spPr>
      </p:pic>
    </p:spTree>
    <p:extLst>
      <p:ext uri="{BB962C8B-B14F-4D97-AF65-F5344CB8AC3E}">
        <p14:creationId xmlns:p14="http://schemas.microsoft.com/office/powerpoint/2010/main" val="154011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1831" y="1507776"/>
            <a:ext cx="8252459" cy="2825115"/>
          </a:xfrm>
          <a:prstGeom prst="rect">
            <a:avLst/>
          </a:prstGeom>
        </p:spPr>
        <p:txBody>
          <a:bodyPr vert="horz" wrap="square" lIns="0" tIns="12700" rIns="0" bIns="0" rtlCol="0">
            <a:spAutoFit/>
          </a:bodyPr>
          <a:lstStyle/>
          <a:p>
            <a:pPr marL="355600" indent="-342900">
              <a:lnSpc>
                <a:spcPct val="100000"/>
              </a:lnSpc>
              <a:spcBef>
                <a:spcPts val="100"/>
              </a:spcBef>
              <a:buClr>
                <a:srgbClr val="585858"/>
              </a:buClr>
              <a:buFont typeface="Arial MT"/>
              <a:buChar char="●"/>
              <a:tabLst>
                <a:tab pos="354965" algn="l"/>
                <a:tab pos="355600" algn="l"/>
              </a:tabLst>
            </a:pPr>
            <a:r>
              <a:rPr sz="1800" spc="-155" dirty="0">
                <a:solidFill>
                  <a:srgbClr val="585858"/>
                </a:solidFill>
                <a:latin typeface="Trebuchet MS"/>
                <a:cs typeface="Trebuchet MS"/>
              </a:rPr>
              <a:t>C’est</a:t>
            </a:r>
            <a:r>
              <a:rPr sz="1800" spc="-145" dirty="0">
                <a:solidFill>
                  <a:srgbClr val="585858"/>
                </a:solidFill>
                <a:latin typeface="Trebuchet MS"/>
                <a:cs typeface="Trebuchet MS"/>
              </a:rPr>
              <a:t> exactement</a:t>
            </a:r>
            <a:r>
              <a:rPr sz="1800" spc="-165" dirty="0">
                <a:solidFill>
                  <a:srgbClr val="585858"/>
                </a:solidFill>
                <a:latin typeface="Trebuchet MS"/>
                <a:cs typeface="Trebuchet MS"/>
              </a:rPr>
              <a:t> </a:t>
            </a:r>
            <a:r>
              <a:rPr sz="1800" spc="-130" dirty="0">
                <a:solidFill>
                  <a:srgbClr val="585858"/>
                </a:solidFill>
                <a:latin typeface="Trebuchet MS"/>
                <a:cs typeface="Trebuchet MS"/>
              </a:rPr>
              <a:t>ce</a:t>
            </a:r>
            <a:r>
              <a:rPr sz="1800" spc="-140" dirty="0">
                <a:solidFill>
                  <a:srgbClr val="585858"/>
                </a:solidFill>
                <a:latin typeface="Trebuchet MS"/>
                <a:cs typeface="Trebuchet MS"/>
              </a:rPr>
              <a:t> </a:t>
            </a:r>
            <a:r>
              <a:rPr sz="1800" spc="-110" dirty="0">
                <a:solidFill>
                  <a:srgbClr val="585858"/>
                </a:solidFill>
                <a:latin typeface="Trebuchet MS"/>
                <a:cs typeface="Trebuchet MS"/>
              </a:rPr>
              <a:t>à</a:t>
            </a:r>
            <a:r>
              <a:rPr sz="1800" spc="-145" dirty="0">
                <a:solidFill>
                  <a:srgbClr val="585858"/>
                </a:solidFill>
                <a:latin typeface="Trebuchet MS"/>
                <a:cs typeface="Trebuchet MS"/>
              </a:rPr>
              <a:t> </a:t>
            </a:r>
            <a:r>
              <a:rPr sz="1800" spc="-110" dirty="0">
                <a:solidFill>
                  <a:srgbClr val="585858"/>
                </a:solidFill>
                <a:latin typeface="Trebuchet MS"/>
                <a:cs typeface="Trebuchet MS"/>
              </a:rPr>
              <a:t>quoi</a:t>
            </a:r>
            <a:r>
              <a:rPr sz="1800" spc="-160" dirty="0">
                <a:solidFill>
                  <a:srgbClr val="585858"/>
                </a:solidFill>
                <a:latin typeface="Trebuchet MS"/>
                <a:cs typeface="Trebuchet MS"/>
              </a:rPr>
              <a:t> </a:t>
            </a:r>
            <a:r>
              <a:rPr sz="1800" spc="-70" dirty="0">
                <a:solidFill>
                  <a:srgbClr val="585858"/>
                </a:solidFill>
                <a:latin typeface="Trebuchet MS"/>
                <a:cs typeface="Trebuchet MS"/>
              </a:rPr>
              <a:t>UML</a:t>
            </a:r>
            <a:r>
              <a:rPr sz="1800" spc="-140" dirty="0">
                <a:solidFill>
                  <a:srgbClr val="585858"/>
                </a:solidFill>
                <a:latin typeface="Trebuchet MS"/>
                <a:cs typeface="Trebuchet MS"/>
              </a:rPr>
              <a:t> </a:t>
            </a:r>
            <a:r>
              <a:rPr sz="1800" spc="-110" dirty="0">
                <a:solidFill>
                  <a:srgbClr val="585858"/>
                </a:solidFill>
                <a:latin typeface="Trebuchet MS"/>
                <a:cs typeface="Trebuchet MS"/>
              </a:rPr>
              <a:t>sert</a:t>
            </a:r>
            <a:r>
              <a:rPr sz="1800" spc="-125" dirty="0">
                <a:solidFill>
                  <a:srgbClr val="585858"/>
                </a:solidFill>
                <a:latin typeface="Trebuchet MS"/>
                <a:cs typeface="Trebuchet MS"/>
              </a:rPr>
              <a:t> </a:t>
            </a:r>
            <a:r>
              <a:rPr sz="1800" spc="-75" dirty="0">
                <a:solidFill>
                  <a:srgbClr val="585858"/>
                </a:solidFill>
                <a:latin typeface="Trebuchet MS"/>
                <a:cs typeface="Trebuchet MS"/>
              </a:rPr>
              <a:t>dans</a:t>
            </a:r>
            <a:r>
              <a:rPr sz="1800" spc="-155" dirty="0">
                <a:solidFill>
                  <a:srgbClr val="585858"/>
                </a:solidFill>
                <a:latin typeface="Trebuchet MS"/>
                <a:cs typeface="Trebuchet MS"/>
              </a:rPr>
              <a:t> </a:t>
            </a:r>
            <a:r>
              <a:rPr sz="1800" spc="-80" dirty="0">
                <a:solidFill>
                  <a:srgbClr val="585858"/>
                </a:solidFill>
                <a:latin typeface="Trebuchet MS"/>
                <a:cs typeface="Trebuchet MS"/>
              </a:rPr>
              <a:t>des</a:t>
            </a:r>
            <a:r>
              <a:rPr sz="1800" spc="-145" dirty="0">
                <a:solidFill>
                  <a:srgbClr val="585858"/>
                </a:solidFill>
                <a:latin typeface="Trebuchet MS"/>
                <a:cs typeface="Trebuchet MS"/>
              </a:rPr>
              <a:t> </a:t>
            </a:r>
            <a:r>
              <a:rPr sz="1800" spc="-130" dirty="0">
                <a:solidFill>
                  <a:srgbClr val="585858"/>
                </a:solidFill>
                <a:latin typeface="Trebuchet MS"/>
                <a:cs typeface="Trebuchet MS"/>
              </a:rPr>
              <a:t>projets</a:t>
            </a:r>
            <a:r>
              <a:rPr sz="1800" spc="-145" dirty="0">
                <a:solidFill>
                  <a:srgbClr val="585858"/>
                </a:solidFill>
                <a:latin typeface="Trebuchet MS"/>
                <a:cs typeface="Trebuchet MS"/>
              </a:rPr>
              <a:t> </a:t>
            </a:r>
            <a:r>
              <a:rPr sz="1800" spc="-150" dirty="0">
                <a:solidFill>
                  <a:srgbClr val="585858"/>
                </a:solidFill>
                <a:latin typeface="Trebuchet MS"/>
                <a:cs typeface="Trebuchet MS"/>
              </a:rPr>
              <a:t>de </a:t>
            </a:r>
            <a:r>
              <a:rPr sz="1800" spc="-114" dirty="0">
                <a:solidFill>
                  <a:srgbClr val="585858"/>
                </a:solidFill>
                <a:latin typeface="Trebuchet MS"/>
                <a:cs typeface="Trebuchet MS"/>
              </a:rPr>
              <a:t>réalisation</a:t>
            </a:r>
            <a:r>
              <a:rPr sz="1800" spc="-160" dirty="0">
                <a:solidFill>
                  <a:srgbClr val="585858"/>
                </a:solidFill>
                <a:latin typeface="Trebuchet MS"/>
                <a:cs typeface="Trebuchet MS"/>
              </a:rPr>
              <a:t> </a:t>
            </a:r>
            <a:r>
              <a:rPr sz="1800" spc="-150" dirty="0">
                <a:solidFill>
                  <a:srgbClr val="585858"/>
                </a:solidFill>
                <a:latin typeface="Trebuchet MS"/>
                <a:cs typeface="Trebuchet MS"/>
              </a:rPr>
              <a:t>de</a:t>
            </a:r>
            <a:r>
              <a:rPr sz="1800" spc="-155" dirty="0">
                <a:solidFill>
                  <a:srgbClr val="585858"/>
                </a:solidFill>
                <a:latin typeface="Trebuchet MS"/>
                <a:cs typeface="Trebuchet MS"/>
              </a:rPr>
              <a:t> </a:t>
            </a:r>
            <a:r>
              <a:rPr sz="1800" spc="-105" dirty="0">
                <a:solidFill>
                  <a:srgbClr val="585858"/>
                </a:solidFill>
                <a:latin typeface="Trebuchet MS"/>
                <a:cs typeface="Trebuchet MS"/>
              </a:rPr>
              <a:t>logiciels.</a:t>
            </a:r>
            <a:endParaRPr sz="1800" dirty="0">
              <a:latin typeface="Trebuchet MS"/>
              <a:cs typeface="Trebuchet MS"/>
            </a:endParaRPr>
          </a:p>
          <a:p>
            <a:pPr>
              <a:lnSpc>
                <a:spcPct val="100000"/>
              </a:lnSpc>
              <a:spcBef>
                <a:spcPts val="50"/>
              </a:spcBef>
              <a:buClr>
                <a:srgbClr val="585858"/>
              </a:buClr>
              <a:buFont typeface="Arial MT"/>
              <a:buChar char="●"/>
            </a:pPr>
            <a:endParaRPr sz="2100" dirty="0">
              <a:latin typeface="Trebuchet MS"/>
              <a:cs typeface="Trebuchet MS"/>
            </a:endParaRPr>
          </a:p>
          <a:p>
            <a:pPr marL="354965" marR="5080" indent="-342900" algn="just">
              <a:lnSpc>
                <a:spcPct val="114999"/>
              </a:lnSpc>
              <a:buFont typeface="Arial MT"/>
              <a:buChar char="●"/>
              <a:tabLst>
                <a:tab pos="355600" algn="l"/>
              </a:tabLst>
            </a:pPr>
            <a:r>
              <a:rPr sz="1800" spc="-130" dirty="0">
                <a:solidFill>
                  <a:srgbClr val="585858"/>
                </a:solidFill>
                <a:latin typeface="Trebuchet MS"/>
                <a:cs typeface="Trebuchet MS"/>
              </a:rPr>
              <a:t>Un </a:t>
            </a:r>
            <a:r>
              <a:rPr sz="1800" spc="-125" dirty="0">
                <a:solidFill>
                  <a:srgbClr val="585858"/>
                </a:solidFill>
                <a:latin typeface="Trebuchet MS"/>
                <a:cs typeface="Trebuchet MS"/>
              </a:rPr>
              <a:t>document </a:t>
            </a:r>
            <a:r>
              <a:rPr sz="1800" spc="-150" dirty="0">
                <a:solidFill>
                  <a:srgbClr val="585858"/>
                </a:solidFill>
                <a:latin typeface="Trebuchet MS"/>
                <a:cs typeface="Trebuchet MS"/>
              </a:rPr>
              <a:t>de </a:t>
            </a:r>
            <a:r>
              <a:rPr sz="1800" spc="-160" dirty="0">
                <a:solidFill>
                  <a:srgbClr val="585858"/>
                </a:solidFill>
                <a:latin typeface="Trebuchet MS"/>
                <a:cs typeface="Trebuchet MS"/>
              </a:rPr>
              <a:t>texte </a:t>
            </a:r>
            <a:r>
              <a:rPr sz="1800" spc="-130" dirty="0">
                <a:solidFill>
                  <a:srgbClr val="585858"/>
                </a:solidFill>
                <a:latin typeface="Trebuchet MS"/>
                <a:cs typeface="Trebuchet MS"/>
              </a:rPr>
              <a:t>décrivant </a:t>
            </a:r>
            <a:r>
              <a:rPr sz="1800" spc="-150" dirty="0">
                <a:solidFill>
                  <a:srgbClr val="585858"/>
                </a:solidFill>
                <a:latin typeface="Trebuchet MS"/>
                <a:cs typeface="Trebuchet MS"/>
              </a:rPr>
              <a:t>de </a:t>
            </a:r>
            <a:r>
              <a:rPr sz="1800" spc="-105" dirty="0">
                <a:solidFill>
                  <a:srgbClr val="585858"/>
                </a:solidFill>
                <a:latin typeface="Trebuchet MS"/>
                <a:cs typeface="Trebuchet MS"/>
              </a:rPr>
              <a:t>façon </a:t>
            </a:r>
            <a:r>
              <a:rPr sz="1800" spc="-110" dirty="0">
                <a:solidFill>
                  <a:srgbClr val="585858"/>
                </a:solidFill>
                <a:latin typeface="Trebuchet MS"/>
                <a:cs typeface="Trebuchet MS"/>
              </a:rPr>
              <a:t>précise </a:t>
            </a:r>
            <a:r>
              <a:rPr sz="1800" spc="-130" dirty="0">
                <a:solidFill>
                  <a:srgbClr val="585858"/>
                </a:solidFill>
                <a:latin typeface="Trebuchet MS"/>
                <a:cs typeface="Trebuchet MS"/>
              </a:rPr>
              <a:t>ce </a:t>
            </a:r>
            <a:r>
              <a:rPr sz="1800" spc="-120" dirty="0">
                <a:solidFill>
                  <a:srgbClr val="585858"/>
                </a:solidFill>
                <a:latin typeface="Trebuchet MS"/>
                <a:cs typeface="Trebuchet MS"/>
              </a:rPr>
              <a:t>qui </a:t>
            </a:r>
            <a:r>
              <a:rPr sz="1800" spc="-125" dirty="0">
                <a:solidFill>
                  <a:srgbClr val="585858"/>
                </a:solidFill>
                <a:latin typeface="Trebuchet MS"/>
                <a:cs typeface="Trebuchet MS"/>
              </a:rPr>
              <a:t>doit </a:t>
            </a:r>
            <a:r>
              <a:rPr sz="1800" spc="-165" dirty="0">
                <a:solidFill>
                  <a:srgbClr val="585858"/>
                </a:solidFill>
                <a:latin typeface="Trebuchet MS"/>
                <a:cs typeface="Trebuchet MS"/>
              </a:rPr>
              <a:t>être </a:t>
            </a:r>
            <a:r>
              <a:rPr sz="1800" spc="-114" dirty="0">
                <a:solidFill>
                  <a:srgbClr val="585858"/>
                </a:solidFill>
                <a:latin typeface="Trebuchet MS"/>
                <a:cs typeface="Trebuchet MS"/>
              </a:rPr>
              <a:t>réalisé </a:t>
            </a:r>
            <a:r>
              <a:rPr sz="1800" spc="-130" dirty="0">
                <a:solidFill>
                  <a:srgbClr val="585858"/>
                </a:solidFill>
                <a:latin typeface="Trebuchet MS"/>
                <a:cs typeface="Trebuchet MS"/>
              </a:rPr>
              <a:t>contiendrait </a:t>
            </a:r>
            <a:r>
              <a:rPr sz="1800" spc="-125" dirty="0">
                <a:solidFill>
                  <a:srgbClr val="585858"/>
                </a:solidFill>
                <a:latin typeface="Trebuchet MS"/>
                <a:cs typeface="Trebuchet MS"/>
              </a:rPr>
              <a:t> </a:t>
            </a:r>
            <a:r>
              <a:rPr sz="1800" spc="-90" dirty="0">
                <a:solidFill>
                  <a:srgbClr val="585858"/>
                </a:solidFill>
                <a:latin typeface="Trebuchet MS"/>
                <a:cs typeface="Trebuchet MS"/>
              </a:rPr>
              <a:t>plusieurs </a:t>
            </a:r>
            <a:r>
              <a:rPr sz="1800" spc="-100" dirty="0">
                <a:solidFill>
                  <a:srgbClr val="585858"/>
                </a:solidFill>
                <a:latin typeface="Trebuchet MS"/>
                <a:cs typeface="Trebuchet MS"/>
              </a:rPr>
              <a:t>dizaines </a:t>
            </a:r>
            <a:r>
              <a:rPr sz="1800" spc="-150" dirty="0">
                <a:solidFill>
                  <a:srgbClr val="585858"/>
                </a:solidFill>
                <a:latin typeface="Trebuchet MS"/>
                <a:cs typeface="Trebuchet MS"/>
              </a:rPr>
              <a:t>de </a:t>
            </a:r>
            <a:r>
              <a:rPr sz="1800" spc="-105" dirty="0">
                <a:solidFill>
                  <a:srgbClr val="585858"/>
                </a:solidFill>
                <a:latin typeface="Trebuchet MS"/>
                <a:cs typeface="Trebuchet MS"/>
              </a:rPr>
              <a:t>pages. </a:t>
            </a:r>
            <a:r>
              <a:rPr sz="1800" spc="-90" dirty="0">
                <a:solidFill>
                  <a:srgbClr val="585858"/>
                </a:solidFill>
                <a:latin typeface="Trebuchet MS"/>
                <a:cs typeface="Trebuchet MS"/>
              </a:rPr>
              <a:t>En </a:t>
            </a:r>
            <a:r>
              <a:rPr sz="1800" spc="-150" dirty="0">
                <a:solidFill>
                  <a:srgbClr val="585858"/>
                </a:solidFill>
                <a:latin typeface="Trebuchet MS"/>
                <a:cs typeface="Trebuchet MS"/>
              </a:rPr>
              <a:t>général, </a:t>
            </a:r>
            <a:r>
              <a:rPr sz="1800" spc="-135" dirty="0">
                <a:solidFill>
                  <a:srgbClr val="585858"/>
                </a:solidFill>
                <a:latin typeface="Trebuchet MS"/>
                <a:cs typeface="Trebuchet MS"/>
              </a:rPr>
              <a:t>peu </a:t>
            </a:r>
            <a:r>
              <a:rPr sz="1800" spc="-155" dirty="0">
                <a:solidFill>
                  <a:srgbClr val="585858"/>
                </a:solidFill>
                <a:latin typeface="Trebuchet MS"/>
                <a:cs typeface="Trebuchet MS"/>
              </a:rPr>
              <a:t>de </a:t>
            </a:r>
            <a:r>
              <a:rPr sz="1800" spc="-95" dirty="0">
                <a:solidFill>
                  <a:srgbClr val="585858"/>
                </a:solidFill>
                <a:latin typeface="Trebuchet MS"/>
                <a:cs typeface="Trebuchet MS"/>
              </a:rPr>
              <a:t>personnes </a:t>
            </a:r>
            <a:r>
              <a:rPr sz="1800" spc="-120" dirty="0">
                <a:solidFill>
                  <a:srgbClr val="585858"/>
                </a:solidFill>
                <a:latin typeface="Trebuchet MS"/>
                <a:cs typeface="Trebuchet MS"/>
              </a:rPr>
              <a:t>ont </a:t>
            </a:r>
            <a:r>
              <a:rPr sz="1800" spc="-135" dirty="0">
                <a:solidFill>
                  <a:srgbClr val="585858"/>
                </a:solidFill>
                <a:latin typeface="Trebuchet MS"/>
                <a:cs typeface="Trebuchet MS"/>
              </a:rPr>
              <a:t>envie </a:t>
            </a:r>
            <a:r>
              <a:rPr sz="1800" spc="-150" dirty="0">
                <a:solidFill>
                  <a:srgbClr val="585858"/>
                </a:solidFill>
                <a:latin typeface="Trebuchet MS"/>
                <a:cs typeface="Trebuchet MS"/>
              </a:rPr>
              <a:t>de </a:t>
            </a:r>
            <a:r>
              <a:rPr sz="1800" spc="-135" dirty="0">
                <a:solidFill>
                  <a:srgbClr val="585858"/>
                </a:solidFill>
                <a:latin typeface="Trebuchet MS"/>
                <a:cs typeface="Trebuchet MS"/>
              </a:rPr>
              <a:t>lire </a:t>
            </a:r>
            <a:r>
              <a:rPr sz="1800" spc="-130" dirty="0">
                <a:solidFill>
                  <a:srgbClr val="585858"/>
                </a:solidFill>
                <a:latin typeface="Trebuchet MS"/>
                <a:cs typeface="Trebuchet MS"/>
              </a:rPr>
              <a:t>ce genre </a:t>
            </a:r>
            <a:r>
              <a:rPr sz="1800" spc="-150" dirty="0">
                <a:solidFill>
                  <a:srgbClr val="585858"/>
                </a:solidFill>
                <a:latin typeface="Trebuchet MS"/>
                <a:cs typeface="Trebuchet MS"/>
              </a:rPr>
              <a:t>de </a:t>
            </a:r>
            <a:r>
              <a:rPr sz="1800" spc="-145" dirty="0">
                <a:solidFill>
                  <a:srgbClr val="585858"/>
                </a:solidFill>
                <a:latin typeface="Trebuchet MS"/>
                <a:cs typeface="Trebuchet MS"/>
              </a:rPr>
              <a:t> </a:t>
            </a:r>
            <a:r>
              <a:rPr sz="1800" spc="-140" dirty="0">
                <a:solidFill>
                  <a:srgbClr val="585858"/>
                </a:solidFill>
                <a:latin typeface="Trebuchet MS"/>
                <a:cs typeface="Trebuchet MS"/>
              </a:rPr>
              <a:t>document. </a:t>
            </a:r>
            <a:r>
              <a:rPr sz="1800" spc="-125" dirty="0">
                <a:solidFill>
                  <a:srgbClr val="585858"/>
                </a:solidFill>
                <a:latin typeface="Trebuchet MS"/>
                <a:cs typeface="Trebuchet MS"/>
              </a:rPr>
              <a:t>De </a:t>
            </a:r>
            <a:r>
              <a:rPr sz="1800" spc="-130" dirty="0">
                <a:solidFill>
                  <a:srgbClr val="585858"/>
                </a:solidFill>
                <a:latin typeface="Trebuchet MS"/>
                <a:cs typeface="Trebuchet MS"/>
              </a:rPr>
              <a:t>plus, </a:t>
            </a:r>
            <a:r>
              <a:rPr sz="1800" spc="-110" dirty="0">
                <a:solidFill>
                  <a:srgbClr val="585858"/>
                </a:solidFill>
                <a:latin typeface="Trebuchet MS"/>
                <a:cs typeface="Trebuchet MS"/>
              </a:rPr>
              <a:t>un </a:t>
            </a:r>
            <a:r>
              <a:rPr sz="1800" spc="-95" dirty="0">
                <a:solidFill>
                  <a:srgbClr val="585858"/>
                </a:solidFill>
                <a:latin typeface="Trebuchet MS"/>
                <a:cs typeface="Trebuchet MS"/>
              </a:rPr>
              <a:t>long </a:t>
            </a:r>
            <a:r>
              <a:rPr sz="1800" spc="-160" dirty="0">
                <a:solidFill>
                  <a:srgbClr val="585858"/>
                </a:solidFill>
                <a:latin typeface="Trebuchet MS"/>
                <a:cs typeface="Trebuchet MS"/>
              </a:rPr>
              <a:t>texte</a:t>
            </a:r>
            <a:r>
              <a:rPr sz="1800" spc="-155" dirty="0">
                <a:solidFill>
                  <a:srgbClr val="585858"/>
                </a:solidFill>
                <a:latin typeface="Trebuchet MS"/>
                <a:cs typeface="Trebuchet MS"/>
              </a:rPr>
              <a:t> </a:t>
            </a:r>
            <a:r>
              <a:rPr sz="1800" spc="-150" dirty="0">
                <a:solidFill>
                  <a:srgbClr val="585858"/>
                </a:solidFill>
                <a:latin typeface="Trebuchet MS"/>
                <a:cs typeface="Trebuchet MS"/>
              </a:rPr>
              <a:t>de</a:t>
            </a:r>
            <a:r>
              <a:rPr sz="1800" spc="-145" dirty="0">
                <a:solidFill>
                  <a:srgbClr val="585858"/>
                </a:solidFill>
                <a:latin typeface="Trebuchet MS"/>
                <a:cs typeface="Trebuchet MS"/>
              </a:rPr>
              <a:t> </a:t>
            </a:r>
            <a:r>
              <a:rPr sz="1800" spc="-90" dirty="0">
                <a:solidFill>
                  <a:srgbClr val="585858"/>
                </a:solidFill>
                <a:latin typeface="Trebuchet MS"/>
                <a:cs typeface="Trebuchet MS"/>
              </a:rPr>
              <a:t>plusieurs </a:t>
            </a:r>
            <a:r>
              <a:rPr sz="1800" spc="-80" dirty="0">
                <a:solidFill>
                  <a:srgbClr val="585858"/>
                </a:solidFill>
                <a:latin typeface="Trebuchet MS"/>
                <a:cs typeface="Trebuchet MS"/>
              </a:rPr>
              <a:t>pages </a:t>
            </a:r>
            <a:r>
              <a:rPr sz="1800" spc="-95" dirty="0">
                <a:solidFill>
                  <a:srgbClr val="585858"/>
                </a:solidFill>
                <a:latin typeface="Trebuchet MS"/>
                <a:cs typeface="Trebuchet MS"/>
              </a:rPr>
              <a:t>est source </a:t>
            </a:r>
            <a:r>
              <a:rPr sz="1800" spc="-140" dirty="0">
                <a:solidFill>
                  <a:srgbClr val="585858"/>
                </a:solidFill>
                <a:latin typeface="Trebuchet MS"/>
                <a:cs typeface="Trebuchet MS"/>
              </a:rPr>
              <a:t>d’interprétations </a:t>
            </a:r>
            <a:r>
              <a:rPr sz="1800" spc="-180" dirty="0">
                <a:solidFill>
                  <a:srgbClr val="585858"/>
                </a:solidFill>
                <a:latin typeface="Trebuchet MS"/>
                <a:cs typeface="Trebuchet MS"/>
              </a:rPr>
              <a:t>et </a:t>
            </a:r>
            <a:r>
              <a:rPr sz="1800" spc="-175" dirty="0">
                <a:solidFill>
                  <a:srgbClr val="585858"/>
                </a:solidFill>
                <a:latin typeface="Trebuchet MS"/>
                <a:cs typeface="Trebuchet MS"/>
              </a:rPr>
              <a:t> </a:t>
            </a:r>
            <a:r>
              <a:rPr sz="1800" spc="-130" dirty="0">
                <a:solidFill>
                  <a:srgbClr val="585858"/>
                </a:solidFill>
                <a:latin typeface="Trebuchet MS"/>
                <a:cs typeface="Trebuchet MS"/>
              </a:rPr>
              <a:t>d’incompréhension.</a:t>
            </a:r>
            <a:endParaRPr sz="1800" dirty="0">
              <a:latin typeface="Trebuchet MS"/>
              <a:cs typeface="Trebuchet MS"/>
            </a:endParaRPr>
          </a:p>
          <a:p>
            <a:pPr>
              <a:lnSpc>
                <a:spcPct val="100000"/>
              </a:lnSpc>
              <a:spcBef>
                <a:spcPts val="45"/>
              </a:spcBef>
              <a:buClr>
                <a:srgbClr val="585858"/>
              </a:buClr>
              <a:buFont typeface="Arial MT"/>
              <a:buChar char="●"/>
            </a:pPr>
            <a:endParaRPr sz="2100" dirty="0">
              <a:latin typeface="Trebuchet MS"/>
              <a:cs typeface="Trebuchet MS"/>
            </a:endParaRPr>
          </a:p>
          <a:p>
            <a:pPr marL="354965" marR="6985" indent="-342900" algn="just">
              <a:lnSpc>
                <a:spcPct val="114999"/>
              </a:lnSpc>
              <a:buFont typeface="Arial MT"/>
              <a:buChar char="●"/>
              <a:tabLst>
                <a:tab pos="355600" algn="l"/>
              </a:tabLst>
            </a:pPr>
            <a:r>
              <a:rPr sz="1800" spc="-70" dirty="0">
                <a:solidFill>
                  <a:srgbClr val="585858"/>
                </a:solidFill>
                <a:latin typeface="Trebuchet MS"/>
                <a:cs typeface="Trebuchet MS"/>
              </a:rPr>
              <a:t>UML </a:t>
            </a:r>
            <a:r>
              <a:rPr sz="1800" spc="-65" dirty="0">
                <a:solidFill>
                  <a:srgbClr val="585858"/>
                </a:solidFill>
                <a:latin typeface="Trebuchet MS"/>
                <a:cs typeface="Trebuchet MS"/>
              </a:rPr>
              <a:t>nous </a:t>
            </a:r>
            <a:r>
              <a:rPr sz="1800" spc="-135" dirty="0">
                <a:solidFill>
                  <a:srgbClr val="585858"/>
                </a:solidFill>
                <a:latin typeface="Trebuchet MS"/>
                <a:cs typeface="Trebuchet MS"/>
              </a:rPr>
              <a:t>aide </a:t>
            </a:r>
            <a:r>
              <a:rPr sz="1800" spc="-110" dirty="0">
                <a:solidFill>
                  <a:srgbClr val="585858"/>
                </a:solidFill>
                <a:latin typeface="Trebuchet MS"/>
                <a:cs typeface="Trebuchet MS"/>
              </a:rPr>
              <a:t>à </a:t>
            </a:r>
            <a:r>
              <a:rPr sz="1800" spc="-130" dirty="0">
                <a:solidFill>
                  <a:srgbClr val="585858"/>
                </a:solidFill>
                <a:latin typeface="Trebuchet MS"/>
                <a:cs typeface="Trebuchet MS"/>
              </a:rPr>
              <a:t>faire </a:t>
            </a:r>
            <a:r>
              <a:rPr lang="fr-FR" b="1" spc="-155" dirty="0">
                <a:solidFill>
                  <a:srgbClr val="585858"/>
                </a:solidFill>
                <a:latin typeface="Trebuchet MS"/>
                <a:cs typeface="Trebuchet MS"/>
              </a:rPr>
              <a:t>graphiquement</a:t>
            </a:r>
            <a:r>
              <a:rPr lang="fr-FR" b="1" spc="-145" dirty="0">
                <a:solidFill>
                  <a:srgbClr val="585858"/>
                </a:solidFill>
                <a:latin typeface="Trebuchet MS"/>
              </a:rPr>
              <a:t> </a:t>
            </a:r>
            <a:r>
              <a:rPr b="1" spc="-145" dirty="0" err="1">
                <a:solidFill>
                  <a:srgbClr val="585858"/>
                </a:solidFill>
                <a:latin typeface="Trebuchet MS"/>
              </a:rPr>
              <a:t>cette</a:t>
            </a:r>
            <a:r>
              <a:rPr b="1" spc="-145" dirty="0">
                <a:solidFill>
                  <a:srgbClr val="585858"/>
                </a:solidFill>
                <a:latin typeface="Trebuchet MS"/>
              </a:rPr>
              <a:t> </a:t>
            </a:r>
            <a:r>
              <a:rPr sz="1800" b="1" spc="-145" dirty="0">
                <a:solidFill>
                  <a:srgbClr val="585858"/>
                </a:solidFill>
                <a:latin typeface="Trebuchet MS"/>
                <a:cs typeface="Trebuchet MS"/>
              </a:rPr>
              <a:t>description </a:t>
            </a:r>
            <a:r>
              <a:rPr sz="1800" spc="-170" dirty="0">
                <a:solidFill>
                  <a:srgbClr val="585858"/>
                </a:solidFill>
                <a:latin typeface="Trebuchet MS"/>
                <a:cs typeface="Trebuchet MS"/>
              </a:rPr>
              <a:t>et </a:t>
            </a:r>
            <a:r>
              <a:rPr sz="1800" spc="-140" dirty="0">
                <a:solidFill>
                  <a:srgbClr val="585858"/>
                </a:solidFill>
                <a:latin typeface="Trebuchet MS"/>
                <a:cs typeface="Trebuchet MS"/>
              </a:rPr>
              <a:t>devient </a:t>
            </a:r>
            <a:r>
              <a:rPr sz="1800" spc="-85" dirty="0">
                <a:solidFill>
                  <a:srgbClr val="585858"/>
                </a:solidFill>
                <a:latin typeface="Trebuchet MS"/>
                <a:cs typeface="Trebuchet MS"/>
              </a:rPr>
              <a:t>alors </a:t>
            </a:r>
            <a:r>
              <a:rPr sz="1800" spc="-110" dirty="0">
                <a:solidFill>
                  <a:srgbClr val="585858"/>
                </a:solidFill>
                <a:latin typeface="Trebuchet MS"/>
                <a:cs typeface="Trebuchet MS"/>
              </a:rPr>
              <a:t>un </a:t>
            </a:r>
            <a:r>
              <a:rPr sz="1800" spc="-145" dirty="0">
                <a:solidFill>
                  <a:srgbClr val="585858"/>
                </a:solidFill>
                <a:latin typeface="Trebuchet MS"/>
                <a:cs typeface="Trebuchet MS"/>
              </a:rPr>
              <a:t>excellent </a:t>
            </a:r>
            <a:r>
              <a:rPr sz="1800" spc="-140" dirty="0">
                <a:solidFill>
                  <a:srgbClr val="585858"/>
                </a:solidFill>
                <a:latin typeface="Trebuchet MS"/>
                <a:cs typeface="Trebuchet MS"/>
              </a:rPr>
              <a:t> </a:t>
            </a:r>
            <a:r>
              <a:rPr sz="1800" spc="-125" dirty="0">
                <a:solidFill>
                  <a:srgbClr val="585858"/>
                </a:solidFill>
                <a:latin typeface="Trebuchet MS"/>
                <a:cs typeface="Trebuchet MS"/>
              </a:rPr>
              <a:t>moyen</a:t>
            </a:r>
            <a:r>
              <a:rPr sz="1800" spc="-160" dirty="0">
                <a:solidFill>
                  <a:srgbClr val="585858"/>
                </a:solidFill>
                <a:latin typeface="Trebuchet MS"/>
                <a:cs typeface="Trebuchet MS"/>
              </a:rPr>
              <a:t> </a:t>
            </a:r>
            <a:r>
              <a:rPr sz="1800" spc="-120" dirty="0">
                <a:solidFill>
                  <a:srgbClr val="585858"/>
                </a:solidFill>
                <a:latin typeface="Trebuchet MS"/>
                <a:cs typeface="Trebuchet MS"/>
              </a:rPr>
              <a:t>pour</a:t>
            </a:r>
            <a:r>
              <a:rPr sz="1800" spc="-150" dirty="0">
                <a:solidFill>
                  <a:srgbClr val="585858"/>
                </a:solidFill>
                <a:latin typeface="Trebuchet MS"/>
                <a:cs typeface="Trebuchet MS"/>
              </a:rPr>
              <a:t> </a:t>
            </a:r>
            <a:r>
              <a:rPr sz="1800" spc="-195" dirty="0">
                <a:solidFill>
                  <a:srgbClr val="585858"/>
                </a:solidFill>
                <a:latin typeface="Trebuchet MS"/>
                <a:cs typeface="Trebuchet MS"/>
              </a:rPr>
              <a:t>«</a:t>
            </a:r>
            <a:r>
              <a:rPr sz="1800" spc="-160" dirty="0">
                <a:solidFill>
                  <a:srgbClr val="585858"/>
                </a:solidFill>
                <a:latin typeface="Trebuchet MS"/>
                <a:cs typeface="Trebuchet MS"/>
              </a:rPr>
              <a:t> </a:t>
            </a:r>
            <a:r>
              <a:rPr sz="1800" b="1" spc="-120" dirty="0">
                <a:solidFill>
                  <a:srgbClr val="585858"/>
                </a:solidFill>
                <a:latin typeface="Trebuchet MS"/>
                <a:cs typeface="Trebuchet MS"/>
              </a:rPr>
              <a:t>visualiser</a:t>
            </a:r>
            <a:r>
              <a:rPr sz="1800" b="1" spc="-145" dirty="0">
                <a:solidFill>
                  <a:srgbClr val="585858"/>
                </a:solidFill>
                <a:latin typeface="Trebuchet MS"/>
                <a:cs typeface="Trebuchet MS"/>
              </a:rPr>
              <a:t> </a:t>
            </a:r>
            <a:r>
              <a:rPr sz="1800" spc="-195" dirty="0">
                <a:solidFill>
                  <a:srgbClr val="585858"/>
                </a:solidFill>
                <a:latin typeface="Trebuchet MS"/>
                <a:cs typeface="Trebuchet MS"/>
              </a:rPr>
              <a:t>»</a:t>
            </a:r>
            <a:r>
              <a:rPr sz="1800" spc="-170" dirty="0">
                <a:solidFill>
                  <a:srgbClr val="585858"/>
                </a:solidFill>
                <a:latin typeface="Trebuchet MS"/>
                <a:cs typeface="Trebuchet MS"/>
              </a:rPr>
              <a:t> </a:t>
            </a:r>
            <a:r>
              <a:rPr sz="1800" spc="-100" dirty="0">
                <a:solidFill>
                  <a:srgbClr val="585858"/>
                </a:solidFill>
                <a:latin typeface="Trebuchet MS"/>
                <a:cs typeface="Trebuchet MS"/>
              </a:rPr>
              <a:t>le(s)</a:t>
            </a:r>
            <a:r>
              <a:rPr sz="1800" spc="-160" dirty="0">
                <a:solidFill>
                  <a:srgbClr val="585858"/>
                </a:solidFill>
                <a:latin typeface="Trebuchet MS"/>
                <a:cs typeface="Trebuchet MS"/>
              </a:rPr>
              <a:t> </a:t>
            </a:r>
            <a:r>
              <a:rPr sz="1800" spc="-110" dirty="0">
                <a:solidFill>
                  <a:srgbClr val="585858"/>
                </a:solidFill>
                <a:latin typeface="Trebuchet MS"/>
                <a:cs typeface="Trebuchet MS"/>
              </a:rPr>
              <a:t>futur(s)</a:t>
            </a:r>
            <a:r>
              <a:rPr sz="1800" spc="-140" dirty="0">
                <a:solidFill>
                  <a:srgbClr val="585858"/>
                </a:solidFill>
                <a:latin typeface="Trebuchet MS"/>
                <a:cs typeface="Trebuchet MS"/>
              </a:rPr>
              <a:t> </a:t>
            </a:r>
            <a:r>
              <a:rPr sz="1800" spc="-110" dirty="0">
                <a:solidFill>
                  <a:srgbClr val="585858"/>
                </a:solidFill>
                <a:latin typeface="Trebuchet MS"/>
                <a:cs typeface="Trebuchet MS"/>
              </a:rPr>
              <a:t>logiciel(s).</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P</a:t>
            </a:r>
            <a:r>
              <a:rPr dirty="0"/>
              <a:t>ourquoi</a:t>
            </a:r>
            <a:r>
              <a:rPr spc="-50" dirty="0"/>
              <a:t> </a:t>
            </a:r>
            <a:r>
              <a:rPr spc="-5" dirty="0">
                <a:solidFill>
                  <a:srgbClr val="ED795B"/>
                </a:solidFill>
              </a:rPr>
              <a:t>modéliser</a:t>
            </a:r>
            <a:r>
              <a:rPr spc="10" dirty="0">
                <a:solidFill>
                  <a:srgbClr val="ED795B"/>
                </a:solidFill>
              </a:rPr>
              <a:t> </a:t>
            </a:r>
            <a:r>
              <a:rPr spc="-5" dirty="0"/>
              <a:t>?	</a:t>
            </a:r>
          </a:p>
        </p:txBody>
      </p:sp>
    </p:spTree>
    <p:extLst>
      <p:ext uri="{BB962C8B-B14F-4D97-AF65-F5344CB8AC3E}">
        <p14:creationId xmlns:p14="http://schemas.microsoft.com/office/powerpoint/2010/main" val="3447809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4615" y="1654967"/>
            <a:ext cx="8252459" cy="2235200"/>
          </a:xfrm>
          <a:prstGeom prst="rect">
            <a:avLst/>
          </a:prstGeom>
        </p:spPr>
        <p:txBody>
          <a:bodyPr vert="horz" wrap="square" lIns="0" tIns="13335" rIns="0" bIns="0" rtlCol="0">
            <a:spAutoFit/>
          </a:bodyPr>
          <a:lstStyle/>
          <a:p>
            <a:pPr marL="354965" marR="5080" indent="-342900" algn="just">
              <a:lnSpc>
                <a:spcPct val="114999"/>
              </a:lnSpc>
              <a:spcBef>
                <a:spcPts val="105"/>
              </a:spcBef>
              <a:buClr>
                <a:srgbClr val="585858"/>
              </a:buClr>
              <a:buFont typeface="Arial MT"/>
              <a:buChar char="●"/>
              <a:tabLst>
                <a:tab pos="355600" algn="l"/>
              </a:tabLst>
            </a:pPr>
            <a:r>
              <a:rPr sz="1800" spc="-130" dirty="0">
                <a:solidFill>
                  <a:srgbClr val="585858"/>
                </a:solidFill>
                <a:latin typeface="Trebuchet MS"/>
                <a:cs typeface="Trebuchet MS"/>
              </a:rPr>
              <a:t>Un </a:t>
            </a:r>
            <a:r>
              <a:rPr sz="1800" spc="-110" dirty="0">
                <a:solidFill>
                  <a:srgbClr val="585858"/>
                </a:solidFill>
                <a:latin typeface="Trebuchet MS"/>
                <a:cs typeface="Trebuchet MS"/>
              </a:rPr>
              <a:t>logiciel </a:t>
            </a:r>
            <a:r>
              <a:rPr sz="1800" spc="-114" dirty="0">
                <a:solidFill>
                  <a:srgbClr val="585858"/>
                </a:solidFill>
                <a:latin typeface="Trebuchet MS"/>
                <a:cs typeface="Trebuchet MS"/>
              </a:rPr>
              <a:t>qui </a:t>
            </a:r>
            <a:r>
              <a:rPr sz="1800" spc="-110" dirty="0">
                <a:solidFill>
                  <a:srgbClr val="585858"/>
                </a:solidFill>
                <a:latin typeface="Trebuchet MS"/>
                <a:cs typeface="Trebuchet MS"/>
              </a:rPr>
              <a:t>a </a:t>
            </a:r>
            <a:r>
              <a:rPr sz="1800" spc="-170" dirty="0">
                <a:solidFill>
                  <a:srgbClr val="585858"/>
                </a:solidFill>
                <a:latin typeface="Trebuchet MS"/>
                <a:cs typeface="Trebuchet MS"/>
              </a:rPr>
              <a:t>été </a:t>
            </a:r>
            <a:r>
              <a:rPr sz="1800" spc="-114" dirty="0">
                <a:solidFill>
                  <a:srgbClr val="585858"/>
                </a:solidFill>
                <a:latin typeface="Trebuchet MS"/>
                <a:cs typeface="Trebuchet MS"/>
              </a:rPr>
              <a:t>réalisé </a:t>
            </a:r>
            <a:r>
              <a:rPr sz="1800" spc="-30" dirty="0">
                <a:solidFill>
                  <a:srgbClr val="585858"/>
                </a:solidFill>
                <a:latin typeface="Trebuchet MS"/>
                <a:cs typeface="Trebuchet MS"/>
              </a:rPr>
              <a:t>sans </a:t>
            </a:r>
            <a:r>
              <a:rPr sz="1800" spc="-100" dirty="0">
                <a:solidFill>
                  <a:srgbClr val="585858"/>
                </a:solidFill>
                <a:latin typeface="Trebuchet MS"/>
                <a:cs typeface="Trebuchet MS"/>
              </a:rPr>
              <a:t>analyse </a:t>
            </a:r>
            <a:r>
              <a:rPr sz="1800" spc="-165" dirty="0">
                <a:solidFill>
                  <a:srgbClr val="585858"/>
                </a:solidFill>
                <a:latin typeface="Trebuchet MS"/>
                <a:cs typeface="Trebuchet MS"/>
              </a:rPr>
              <a:t>et </a:t>
            </a:r>
            <a:r>
              <a:rPr sz="1800" spc="-30" dirty="0">
                <a:solidFill>
                  <a:srgbClr val="585858"/>
                </a:solidFill>
                <a:latin typeface="Trebuchet MS"/>
                <a:cs typeface="Trebuchet MS"/>
              </a:rPr>
              <a:t>sans </a:t>
            </a:r>
            <a:r>
              <a:rPr sz="1800" spc="-114" dirty="0">
                <a:solidFill>
                  <a:srgbClr val="585858"/>
                </a:solidFill>
                <a:latin typeface="Trebuchet MS"/>
                <a:cs typeface="Trebuchet MS"/>
              </a:rPr>
              <a:t>conception </a:t>
            </a:r>
            <a:r>
              <a:rPr sz="1800" spc="-120" dirty="0">
                <a:solidFill>
                  <a:srgbClr val="585858"/>
                </a:solidFill>
                <a:latin typeface="Trebuchet MS"/>
                <a:cs typeface="Trebuchet MS"/>
              </a:rPr>
              <a:t>(étapes </a:t>
            </a:r>
            <a:r>
              <a:rPr sz="1800" spc="-100" dirty="0">
                <a:solidFill>
                  <a:srgbClr val="585858"/>
                </a:solidFill>
                <a:latin typeface="Trebuchet MS"/>
                <a:cs typeface="Trebuchet MS"/>
              </a:rPr>
              <a:t>où </a:t>
            </a:r>
            <a:r>
              <a:rPr sz="1800" spc="-170" dirty="0">
                <a:solidFill>
                  <a:srgbClr val="585858"/>
                </a:solidFill>
                <a:latin typeface="Trebuchet MS"/>
                <a:cs typeface="Trebuchet MS"/>
              </a:rPr>
              <a:t>l’on </a:t>
            </a:r>
            <a:r>
              <a:rPr sz="1800" spc="-120" dirty="0">
                <a:solidFill>
                  <a:srgbClr val="585858"/>
                </a:solidFill>
                <a:latin typeface="Trebuchet MS"/>
                <a:cs typeface="Trebuchet MS"/>
              </a:rPr>
              <a:t>modélise </a:t>
            </a:r>
            <a:r>
              <a:rPr sz="1800" spc="-145" dirty="0">
                <a:solidFill>
                  <a:srgbClr val="585858"/>
                </a:solidFill>
                <a:latin typeface="Trebuchet MS"/>
                <a:cs typeface="Trebuchet MS"/>
              </a:rPr>
              <a:t>le </a:t>
            </a:r>
            <a:r>
              <a:rPr sz="1800" spc="-140" dirty="0">
                <a:solidFill>
                  <a:srgbClr val="585858"/>
                </a:solidFill>
                <a:latin typeface="Trebuchet MS"/>
                <a:cs typeface="Trebuchet MS"/>
              </a:rPr>
              <a:t> </a:t>
            </a:r>
            <a:r>
              <a:rPr sz="1800" spc="-130" dirty="0">
                <a:solidFill>
                  <a:srgbClr val="585858"/>
                </a:solidFill>
                <a:latin typeface="Trebuchet MS"/>
                <a:cs typeface="Trebuchet MS"/>
              </a:rPr>
              <a:t>futur</a:t>
            </a:r>
            <a:r>
              <a:rPr sz="1800" spc="-125" dirty="0">
                <a:solidFill>
                  <a:srgbClr val="585858"/>
                </a:solidFill>
                <a:latin typeface="Trebuchet MS"/>
                <a:cs typeface="Trebuchet MS"/>
              </a:rPr>
              <a:t> </a:t>
            </a:r>
            <a:r>
              <a:rPr sz="1800" spc="-110" dirty="0">
                <a:solidFill>
                  <a:srgbClr val="585858"/>
                </a:solidFill>
                <a:latin typeface="Trebuchet MS"/>
                <a:cs typeface="Trebuchet MS"/>
              </a:rPr>
              <a:t>logiciel)</a:t>
            </a:r>
            <a:r>
              <a:rPr sz="1800" spc="-105" dirty="0">
                <a:solidFill>
                  <a:srgbClr val="585858"/>
                </a:solidFill>
                <a:latin typeface="Trebuchet MS"/>
                <a:cs typeface="Trebuchet MS"/>
              </a:rPr>
              <a:t> risque</a:t>
            </a:r>
            <a:r>
              <a:rPr sz="1800" spc="-100" dirty="0">
                <a:solidFill>
                  <a:srgbClr val="585858"/>
                </a:solidFill>
                <a:latin typeface="Trebuchet MS"/>
                <a:cs typeface="Trebuchet MS"/>
              </a:rPr>
              <a:t> </a:t>
            </a:r>
            <a:r>
              <a:rPr sz="1800" spc="-120" dirty="0">
                <a:solidFill>
                  <a:srgbClr val="585858"/>
                </a:solidFill>
                <a:latin typeface="Trebuchet MS"/>
                <a:cs typeface="Trebuchet MS"/>
              </a:rPr>
              <a:t>lui</a:t>
            </a:r>
            <a:r>
              <a:rPr sz="1800" spc="-114" dirty="0">
                <a:solidFill>
                  <a:srgbClr val="585858"/>
                </a:solidFill>
                <a:latin typeface="Trebuchet MS"/>
                <a:cs typeface="Trebuchet MS"/>
              </a:rPr>
              <a:t> </a:t>
            </a:r>
            <a:r>
              <a:rPr sz="1800" spc="-50" dirty="0">
                <a:solidFill>
                  <a:srgbClr val="585858"/>
                </a:solidFill>
                <a:latin typeface="Trebuchet MS"/>
                <a:cs typeface="Trebuchet MS"/>
              </a:rPr>
              <a:t>aussi </a:t>
            </a:r>
            <a:r>
              <a:rPr sz="1800" spc="-155" dirty="0">
                <a:solidFill>
                  <a:srgbClr val="585858"/>
                </a:solidFill>
                <a:latin typeface="Trebuchet MS"/>
                <a:cs typeface="Trebuchet MS"/>
              </a:rPr>
              <a:t>de</a:t>
            </a:r>
            <a:r>
              <a:rPr sz="1800" spc="-150" dirty="0">
                <a:solidFill>
                  <a:srgbClr val="585858"/>
                </a:solidFill>
                <a:latin typeface="Trebuchet MS"/>
                <a:cs typeface="Trebuchet MS"/>
              </a:rPr>
              <a:t> </a:t>
            </a:r>
            <a:r>
              <a:rPr sz="1800" spc="-140" dirty="0">
                <a:solidFill>
                  <a:srgbClr val="585858"/>
                </a:solidFill>
                <a:latin typeface="Trebuchet MS"/>
                <a:cs typeface="Trebuchet MS"/>
              </a:rPr>
              <a:t>ne</a:t>
            </a:r>
            <a:r>
              <a:rPr sz="1800" spc="-135" dirty="0">
                <a:solidFill>
                  <a:srgbClr val="585858"/>
                </a:solidFill>
                <a:latin typeface="Trebuchet MS"/>
                <a:cs typeface="Trebuchet MS"/>
              </a:rPr>
              <a:t> </a:t>
            </a:r>
            <a:r>
              <a:rPr sz="1800" spc="-65" dirty="0">
                <a:solidFill>
                  <a:srgbClr val="585858"/>
                </a:solidFill>
                <a:latin typeface="Trebuchet MS"/>
                <a:cs typeface="Trebuchet MS"/>
              </a:rPr>
              <a:t>pas </a:t>
            </a:r>
            <a:r>
              <a:rPr sz="1800" spc="-140" dirty="0">
                <a:solidFill>
                  <a:srgbClr val="585858"/>
                </a:solidFill>
                <a:latin typeface="Trebuchet MS"/>
                <a:cs typeface="Trebuchet MS"/>
              </a:rPr>
              <a:t>répondre</a:t>
            </a:r>
            <a:r>
              <a:rPr sz="1800" spc="-135" dirty="0">
                <a:solidFill>
                  <a:srgbClr val="585858"/>
                </a:solidFill>
                <a:latin typeface="Trebuchet MS"/>
                <a:cs typeface="Trebuchet MS"/>
              </a:rPr>
              <a:t> </a:t>
            </a:r>
            <a:r>
              <a:rPr sz="1800" spc="-114" dirty="0">
                <a:solidFill>
                  <a:srgbClr val="585858"/>
                </a:solidFill>
                <a:latin typeface="Trebuchet MS"/>
                <a:cs typeface="Trebuchet MS"/>
              </a:rPr>
              <a:t>aux</a:t>
            </a:r>
            <a:r>
              <a:rPr sz="1800" spc="-110" dirty="0">
                <a:solidFill>
                  <a:srgbClr val="585858"/>
                </a:solidFill>
                <a:latin typeface="Trebuchet MS"/>
                <a:cs typeface="Trebuchet MS"/>
              </a:rPr>
              <a:t> </a:t>
            </a:r>
            <a:r>
              <a:rPr sz="1800" b="1" spc="-145" dirty="0">
                <a:solidFill>
                  <a:srgbClr val="585858"/>
                </a:solidFill>
                <a:latin typeface="Trebuchet MS"/>
                <a:cs typeface="Trebuchet MS"/>
              </a:rPr>
              <a:t>besoins</a:t>
            </a:r>
            <a:r>
              <a:rPr sz="1800" spc="-145" dirty="0">
                <a:solidFill>
                  <a:srgbClr val="585858"/>
                </a:solidFill>
                <a:latin typeface="Trebuchet MS"/>
                <a:cs typeface="Trebuchet MS"/>
              </a:rPr>
              <a:t>,</a:t>
            </a:r>
            <a:r>
              <a:rPr sz="1800" spc="-140" dirty="0">
                <a:solidFill>
                  <a:srgbClr val="585858"/>
                </a:solidFill>
                <a:latin typeface="Trebuchet MS"/>
                <a:cs typeface="Trebuchet MS"/>
              </a:rPr>
              <a:t> </a:t>
            </a:r>
            <a:r>
              <a:rPr sz="1800" spc="-150" dirty="0">
                <a:solidFill>
                  <a:srgbClr val="585858"/>
                </a:solidFill>
                <a:latin typeface="Trebuchet MS"/>
                <a:cs typeface="Trebuchet MS"/>
              </a:rPr>
              <a:t>de</a:t>
            </a:r>
            <a:r>
              <a:rPr sz="1800" spc="-145" dirty="0">
                <a:solidFill>
                  <a:srgbClr val="585858"/>
                </a:solidFill>
                <a:latin typeface="Trebuchet MS"/>
                <a:cs typeface="Trebuchet MS"/>
              </a:rPr>
              <a:t> </a:t>
            </a:r>
            <a:r>
              <a:rPr sz="1800" spc="-130" dirty="0">
                <a:solidFill>
                  <a:srgbClr val="585858"/>
                </a:solidFill>
                <a:latin typeface="Trebuchet MS"/>
                <a:cs typeface="Trebuchet MS"/>
              </a:rPr>
              <a:t>comporter</a:t>
            </a:r>
            <a:r>
              <a:rPr sz="1800" spc="-125" dirty="0">
                <a:solidFill>
                  <a:srgbClr val="585858"/>
                </a:solidFill>
                <a:latin typeface="Trebuchet MS"/>
                <a:cs typeface="Trebuchet MS"/>
              </a:rPr>
              <a:t> </a:t>
            </a:r>
            <a:r>
              <a:rPr sz="1800" spc="-80" dirty="0">
                <a:solidFill>
                  <a:srgbClr val="585858"/>
                </a:solidFill>
                <a:latin typeface="Trebuchet MS"/>
                <a:cs typeface="Trebuchet MS"/>
              </a:rPr>
              <a:t>des </a:t>
            </a:r>
            <a:r>
              <a:rPr sz="1800" spc="-75" dirty="0">
                <a:solidFill>
                  <a:srgbClr val="585858"/>
                </a:solidFill>
                <a:latin typeface="Trebuchet MS"/>
                <a:cs typeface="Trebuchet MS"/>
              </a:rPr>
              <a:t> </a:t>
            </a:r>
            <a:r>
              <a:rPr sz="1800" spc="-110" dirty="0">
                <a:solidFill>
                  <a:srgbClr val="585858"/>
                </a:solidFill>
                <a:latin typeface="Trebuchet MS"/>
                <a:cs typeface="Trebuchet MS"/>
              </a:rPr>
              <a:t>ano</a:t>
            </a:r>
            <a:r>
              <a:rPr sz="1800" spc="-160" dirty="0">
                <a:solidFill>
                  <a:srgbClr val="585858"/>
                </a:solidFill>
                <a:latin typeface="Trebuchet MS"/>
                <a:cs typeface="Trebuchet MS"/>
              </a:rPr>
              <a:t>m</a:t>
            </a:r>
            <a:r>
              <a:rPr sz="1800" spc="-95" dirty="0">
                <a:solidFill>
                  <a:srgbClr val="585858"/>
                </a:solidFill>
                <a:latin typeface="Trebuchet MS"/>
                <a:cs typeface="Trebuchet MS"/>
              </a:rPr>
              <a:t>alie</a:t>
            </a:r>
            <a:r>
              <a:rPr sz="1800" spc="-90" dirty="0">
                <a:solidFill>
                  <a:srgbClr val="585858"/>
                </a:solidFill>
                <a:latin typeface="Trebuchet MS"/>
                <a:cs typeface="Trebuchet MS"/>
              </a:rPr>
              <a:t>s</a:t>
            </a:r>
            <a:r>
              <a:rPr sz="1800" spc="-175" dirty="0">
                <a:solidFill>
                  <a:srgbClr val="585858"/>
                </a:solidFill>
                <a:latin typeface="Trebuchet MS"/>
                <a:cs typeface="Trebuchet MS"/>
              </a:rPr>
              <a:t> </a:t>
            </a:r>
            <a:r>
              <a:rPr sz="1800" spc="-195" dirty="0">
                <a:solidFill>
                  <a:srgbClr val="585858"/>
                </a:solidFill>
                <a:latin typeface="Trebuchet MS"/>
                <a:cs typeface="Trebuchet MS"/>
              </a:rPr>
              <a:t>e</a:t>
            </a:r>
            <a:r>
              <a:rPr sz="1800" spc="-140" dirty="0">
                <a:solidFill>
                  <a:srgbClr val="585858"/>
                </a:solidFill>
                <a:latin typeface="Trebuchet MS"/>
                <a:cs typeface="Trebuchet MS"/>
              </a:rPr>
              <a:t>t</a:t>
            </a:r>
            <a:r>
              <a:rPr sz="1800" spc="-160" dirty="0">
                <a:solidFill>
                  <a:srgbClr val="585858"/>
                </a:solidFill>
                <a:latin typeface="Trebuchet MS"/>
                <a:cs typeface="Trebuchet MS"/>
              </a:rPr>
              <a:t> </a:t>
            </a:r>
            <a:r>
              <a:rPr sz="1800" spc="-195" dirty="0">
                <a:solidFill>
                  <a:srgbClr val="585858"/>
                </a:solidFill>
                <a:latin typeface="Trebuchet MS"/>
                <a:cs typeface="Trebuchet MS"/>
              </a:rPr>
              <a:t>d’êt</a:t>
            </a:r>
            <a:r>
              <a:rPr sz="1800" spc="-175" dirty="0">
                <a:solidFill>
                  <a:srgbClr val="585858"/>
                </a:solidFill>
                <a:latin typeface="Trebuchet MS"/>
                <a:cs typeface="Trebuchet MS"/>
              </a:rPr>
              <a:t>r</a:t>
            </a:r>
            <a:r>
              <a:rPr sz="1800" spc="-165" dirty="0">
                <a:solidFill>
                  <a:srgbClr val="585858"/>
                </a:solidFill>
                <a:latin typeface="Trebuchet MS"/>
                <a:cs typeface="Trebuchet MS"/>
              </a:rPr>
              <a:t>e </a:t>
            </a:r>
            <a:r>
              <a:rPr sz="1800" spc="-140" dirty="0">
                <a:solidFill>
                  <a:srgbClr val="585858"/>
                </a:solidFill>
                <a:latin typeface="Trebuchet MS"/>
                <a:cs typeface="Trebuchet MS"/>
              </a:rPr>
              <a:t>tr</a:t>
            </a:r>
            <a:r>
              <a:rPr sz="1800" spc="-200" dirty="0">
                <a:solidFill>
                  <a:srgbClr val="585858"/>
                </a:solidFill>
                <a:latin typeface="Trebuchet MS"/>
                <a:cs typeface="Trebuchet MS"/>
              </a:rPr>
              <a:t>è</a:t>
            </a:r>
            <a:r>
              <a:rPr sz="1800" spc="50" dirty="0">
                <a:solidFill>
                  <a:srgbClr val="585858"/>
                </a:solidFill>
                <a:latin typeface="Trebuchet MS"/>
                <a:cs typeface="Trebuchet MS"/>
              </a:rPr>
              <a:t>s</a:t>
            </a:r>
            <a:r>
              <a:rPr sz="1800" spc="-140" dirty="0">
                <a:solidFill>
                  <a:srgbClr val="585858"/>
                </a:solidFill>
                <a:latin typeface="Trebuchet MS"/>
                <a:cs typeface="Trebuchet MS"/>
              </a:rPr>
              <a:t> </a:t>
            </a:r>
            <a:r>
              <a:rPr sz="1800" spc="-125" dirty="0">
                <a:solidFill>
                  <a:srgbClr val="585858"/>
                </a:solidFill>
                <a:latin typeface="Trebuchet MS"/>
                <a:cs typeface="Trebuchet MS"/>
              </a:rPr>
              <a:t>di</a:t>
            </a:r>
            <a:r>
              <a:rPr sz="1800" spc="-105" dirty="0">
                <a:solidFill>
                  <a:srgbClr val="585858"/>
                </a:solidFill>
                <a:latin typeface="Trebuchet MS"/>
                <a:cs typeface="Trebuchet MS"/>
              </a:rPr>
              <a:t>f</a:t>
            </a:r>
            <a:r>
              <a:rPr sz="1800" spc="-135" dirty="0">
                <a:solidFill>
                  <a:srgbClr val="585858"/>
                </a:solidFill>
                <a:latin typeface="Trebuchet MS"/>
                <a:cs typeface="Trebuchet MS"/>
              </a:rPr>
              <a:t>f</a:t>
            </a:r>
            <a:r>
              <a:rPr sz="1800" spc="-100" dirty="0">
                <a:solidFill>
                  <a:srgbClr val="585858"/>
                </a:solidFill>
                <a:latin typeface="Trebuchet MS"/>
                <a:cs typeface="Trebuchet MS"/>
              </a:rPr>
              <a:t>i</a:t>
            </a:r>
            <a:r>
              <a:rPr sz="1800" spc="-90" dirty="0">
                <a:solidFill>
                  <a:srgbClr val="585858"/>
                </a:solidFill>
                <a:latin typeface="Trebuchet MS"/>
                <a:cs typeface="Trebuchet MS"/>
              </a:rPr>
              <a:t>c</a:t>
            </a:r>
            <a:r>
              <a:rPr sz="1800" spc="-135" dirty="0">
                <a:solidFill>
                  <a:srgbClr val="585858"/>
                </a:solidFill>
                <a:latin typeface="Trebuchet MS"/>
                <a:cs typeface="Trebuchet MS"/>
              </a:rPr>
              <a:t>ile</a:t>
            </a:r>
            <a:r>
              <a:rPr sz="1800" spc="-190" dirty="0">
                <a:solidFill>
                  <a:srgbClr val="585858"/>
                </a:solidFill>
                <a:latin typeface="Trebuchet MS"/>
                <a:cs typeface="Trebuchet MS"/>
              </a:rPr>
              <a:t> </a:t>
            </a:r>
            <a:r>
              <a:rPr sz="1800" spc="-110" dirty="0">
                <a:solidFill>
                  <a:srgbClr val="585858"/>
                </a:solidFill>
                <a:latin typeface="Trebuchet MS"/>
                <a:cs typeface="Trebuchet MS"/>
              </a:rPr>
              <a:t>à</a:t>
            </a:r>
            <a:r>
              <a:rPr sz="1800" spc="-160" dirty="0">
                <a:solidFill>
                  <a:srgbClr val="585858"/>
                </a:solidFill>
                <a:latin typeface="Trebuchet MS"/>
                <a:cs typeface="Trebuchet MS"/>
              </a:rPr>
              <a:t> </a:t>
            </a:r>
            <a:r>
              <a:rPr sz="1800" spc="-125" dirty="0">
                <a:solidFill>
                  <a:srgbClr val="585858"/>
                </a:solidFill>
                <a:latin typeface="Trebuchet MS"/>
                <a:cs typeface="Trebuchet MS"/>
              </a:rPr>
              <a:t>mai</a:t>
            </a:r>
            <a:r>
              <a:rPr sz="1800" spc="-140" dirty="0">
                <a:solidFill>
                  <a:srgbClr val="585858"/>
                </a:solidFill>
                <a:latin typeface="Trebuchet MS"/>
                <a:cs typeface="Trebuchet MS"/>
              </a:rPr>
              <a:t>nteni</a:t>
            </a:r>
            <a:r>
              <a:rPr sz="1800" spc="-120" dirty="0">
                <a:solidFill>
                  <a:srgbClr val="585858"/>
                </a:solidFill>
                <a:latin typeface="Trebuchet MS"/>
                <a:cs typeface="Trebuchet MS"/>
              </a:rPr>
              <a:t>r</a:t>
            </a:r>
            <a:r>
              <a:rPr sz="1800" spc="-225" dirty="0">
                <a:solidFill>
                  <a:srgbClr val="585858"/>
                </a:solidFill>
                <a:latin typeface="Trebuchet MS"/>
                <a:cs typeface="Trebuchet MS"/>
              </a:rPr>
              <a:t>.</a:t>
            </a:r>
            <a:endParaRPr sz="1800" dirty="0">
              <a:latin typeface="Trebuchet MS"/>
              <a:cs typeface="Trebuchet MS"/>
            </a:endParaRPr>
          </a:p>
          <a:p>
            <a:pPr>
              <a:lnSpc>
                <a:spcPct val="100000"/>
              </a:lnSpc>
              <a:spcBef>
                <a:spcPts val="45"/>
              </a:spcBef>
              <a:buClr>
                <a:srgbClr val="585858"/>
              </a:buClr>
              <a:buFont typeface="Arial MT"/>
              <a:buChar char="●"/>
            </a:pPr>
            <a:endParaRPr sz="2100" dirty="0">
              <a:latin typeface="Trebuchet MS"/>
              <a:cs typeface="Trebuchet MS"/>
            </a:endParaRPr>
          </a:p>
          <a:p>
            <a:pPr marL="354965" marR="6350" indent="-342900" algn="just">
              <a:lnSpc>
                <a:spcPct val="114999"/>
              </a:lnSpc>
              <a:buFont typeface="Arial MT"/>
              <a:buChar char="●"/>
              <a:tabLst>
                <a:tab pos="355600" algn="l"/>
              </a:tabLst>
            </a:pPr>
            <a:r>
              <a:rPr sz="1800" spc="-130" dirty="0">
                <a:solidFill>
                  <a:srgbClr val="585858"/>
                </a:solidFill>
                <a:latin typeface="Trebuchet MS"/>
                <a:cs typeface="Trebuchet MS"/>
              </a:rPr>
              <a:t>Tout</a:t>
            </a:r>
            <a:r>
              <a:rPr sz="1800" spc="-125" dirty="0">
                <a:solidFill>
                  <a:srgbClr val="585858"/>
                </a:solidFill>
                <a:latin typeface="Trebuchet MS"/>
                <a:cs typeface="Trebuchet MS"/>
              </a:rPr>
              <a:t> </a:t>
            </a:r>
            <a:r>
              <a:rPr sz="1800" spc="-135" dirty="0">
                <a:solidFill>
                  <a:srgbClr val="585858"/>
                </a:solidFill>
                <a:latin typeface="Trebuchet MS"/>
                <a:cs typeface="Trebuchet MS"/>
              </a:rPr>
              <a:t>comme</a:t>
            </a:r>
            <a:r>
              <a:rPr sz="1800" spc="-130" dirty="0">
                <a:solidFill>
                  <a:srgbClr val="585858"/>
                </a:solidFill>
                <a:latin typeface="Trebuchet MS"/>
                <a:cs typeface="Trebuchet MS"/>
              </a:rPr>
              <a:t> </a:t>
            </a:r>
            <a:r>
              <a:rPr sz="1800" spc="-120" dirty="0">
                <a:solidFill>
                  <a:srgbClr val="585858"/>
                </a:solidFill>
                <a:latin typeface="Trebuchet MS"/>
                <a:cs typeface="Trebuchet MS"/>
              </a:rPr>
              <a:t>la </a:t>
            </a:r>
            <a:r>
              <a:rPr sz="1800" spc="-105" dirty="0">
                <a:solidFill>
                  <a:srgbClr val="585858"/>
                </a:solidFill>
                <a:latin typeface="Trebuchet MS"/>
                <a:cs typeface="Trebuchet MS"/>
              </a:rPr>
              <a:t>construction </a:t>
            </a:r>
            <a:r>
              <a:rPr sz="1800" spc="-175" dirty="0">
                <a:solidFill>
                  <a:srgbClr val="585858"/>
                </a:solidFill>
                <a:latin typeface="Trebuchet MS"/>
                <a:cs typeface="Trebuchet MS"/>
              </a:rPr>
              <a:t>d’une</a:t>
            </a:r>
            <a:r>
              <a:rPr sz="1800" spc="-170" dirty="0">
                <a:solidFill>
                  <a:srgbClr val="585858"/>
                </a:solidFill>
                <a:latin typeface="Trebuchet MS"/>
                <a:cs typeface="Trebuchet MS"/>
              </a:rPr>
              <a:t> </a:t>
            </a:r>
            <a:r>
              <a:rPr sz="1800" spc="-90" dirty="0">
                <a:solidFill>
                  <a:srgbClr val="585858"/>
                </a:solidFill>
                <a:latin typeface="Trebuchet MS"/>
                <a:cs typeface="Trebuchet MS"/>
              </a:rPr>
              <a:t>maison </a:t>
            </a:r>
            <a:r>
              <a:rPr sz="1800" spc="-100" dirty="0">
                <a:solidFill>
                  <a:srgbClr val="585858"/>
                </a:solidFill>
                <a:latin typeface="Trebuchet MS"/>
                <a:cs typeface="Trebuchet MS"/>
              </a:rPr>
              <a:t>nécessite </a:t>
            </a:r>
            <a:r>
              <a:rPr sz="1800" spc="-80" dirty="0">
                <a:solidFill>
                  <a:srgbClr val="585858"/>
                </a:solidFill>
                <a:latin typeface="Trebuchet MS"/>
                <a:cs typeface="Trebuchet MS"/>
              </a:rPr>
              <a:t>des </a:t>
            </a:r>
            <a:r>
              <a:rPr sz="1800" spc="-90" dirty="0">
                <a:solidFill>
                  <a:srgbClr val="585858"/>
                </a:solidFill>
                <a:latin typeface="Trebuchet MS"/>
                <a:cs typeface="Trebuchet MS"/>
              </a:rPr>
              <a:t>plans </a:t>
            </a:r>
            <a:r>
              <a:rPr sz="1800" spc="-110" dirty="0">
                <a:solidFill>
                  <a:srgbClr val="585858"/>
                </a:solidFill>
                <a:latin typeface="Trebuchet MS"/>
                <a:cs typeface="Trebuchet MS"/>
              </a:rPr>
              <a:t>à </a:t>
            </a:r>
            <a:r>
              <a:rPr sz="1800" spc="-120" dirty="0">
                <a:solidFill>
                  <a:srgbClr val="585858"/>
                </a:solidFill>
                <a:latin typeface="Trebuchet MS"/>
                <a:cs typeface="Trebuchet MS"/>
              </a:rPr>
              <a:t>différents </a:t>
            </a:r>
            <a:r>
              <a:rPr sz="1800" spc="-125" dirty="0">
                <a:solidFill>
                  <a:srgbClr val="585858"/>
                </a:solidFill>
                <a:latin typeface="Trebuchet MS"/>
                <a:cs typeface="Trebuchet MS"/>
              </a:rPr>
              <a:t>niveaux </a:t>
            </a:r>
            <a:r>
              <a:rPr sz="1800" spc="-120" dirty="0">
                <a:solidFill>
                  <a:srgbClr val="585858"/>
                </a:solidFill>
                <a:latin typeface="Trebuchet MS"/>
                <a:cs typeface="Trebuchet MS"/>
              </a:rPr>
              <a:t> </a:t>
            </a:r>
            <a:r>
              <a:rPr sz="1800" spc="-90" dirty="0">
                <a:solidFill>
                  <a:srgbClr val="585858"/>
                </a:solidFill>
                <a:latin typeface="Trebuchet MS"/>
                <a:cs typeface="Trebuchet MS"/>
              </a:rPr>
              <a:t>(vision </a:t>
            </a:r>
            <a:r>
              <a:rPr sz="1800" spc="-165" dirty="0">
                <a:solidFill>
                  <a:srgbClr val="585858"/>
                </a:solidFill>
                <a:latin typeface="Trebuchet MS"/>
                <a:cs typeface="Trebuchet MS"/>
              </a:rPr>
              <a:t>extérieure,</a:t>
            </a:r>
            <a:r>
              <a:rPr sz="1800" spc="-160" dirty="0">
                <a:solidFill>
                  <a:srgbClr val="585858"/>
                </a:solidFill>
                <a:latin typeface="Trebuchet MS"/>
                <a:cs typeface="Trebuchet MS"/>
              </a:rPr>
              <a:t> </a:t>
            </a:r>
            <a:r>
              <a:rPr sz="1800" spc="-125" dirty="0">
                <a:solidFill>
                  <a:srgbClr val="585858"/>
                </a:solidFill>
                <a:latin typeface="Trebuchet MS"/>
                <a:cs typeface="Trebuchet MS"/>
              </a:rPr>
              <a:t>plan </a:t>
            </a:r>
            <a:r>
              <a:rPr sz="1800" spc="-90" dirty="0">
                <a:solidFill>
                  <a:srgbClr val="585858"/>
                </a:solidFill>
                <a:latin typeface="Trebuchet MS"/>
                <a:cs typeface="Trebuchet MS"/>
              </a:rPr>
              <a:t>des </a:t>
            </a:r>
            <a:r>
              <a:rPr sz="1800" spc="-120" dirty="0">
                <a:solidFill>
                  <a:srgbClr val="585858"/>
                </a:solidFill>
                <a:latin typeface="Trebuchet MS"/>
                <a:cs typeface="Trebuchet MS"/>
              </a:rPr>
              <a:t>différents </a:t>
            </a:r>
            <a:r>
              <a:rPr sz="1800" spc="-135" dirty="0">
                <a:solidFill>
                  <a:srgbClr val="585858"/>
                </a:solidFill>
                <a:latin typeface="Trebuchet MS"/>
                <a:cs typeface="Trebuchet MS"/>
              </a:rPr>
              <a:t>étages,</a:t>
            </a:r>
            <a:r>
              <a:rPr sz="1800" spc="-130" dirty="0">
                <a:solidFill>
                  <a:srgbClr val="585858"/>
                </a:solidFill>
                <a:latin typeface="Trebuchet MS"/>
                <a:cs typeface="Trebuchet MS"/>
              </a:rPr>
              <a:t> </a:t>
            </a:r>
            <a:r>
              <a:rPr sz="1800" spc="-90" dirty="0">
                <a:solidFill>
                  <a:srgbClr val="585858"/>
                </a:solidFill>
                <a:latin typeface="Trebuchet MS"/>
                <a:cs typeface="Trebuchet MS"/>
              </a:rPr>
              <a:t>plans </a:t>
            </a:r>
            <a:r>
              <a:rPr sz="1800" spc="-140" dirty="0">
                <a:solidFill>
                  <a:srgbClr val="585858"/>
                </a:solidFill>
                <a:latin typeface="Trebuchet MS"/>
                <a:cs typeface="Trebuchet MS"/>
              </a:rPr>
              <a:t>techniques…),</a:t>
            </a:r>
            <a:r>
              <a:rPr sz="1800" spc="-135" dirty="0">
                <a:solidFill>
                  <a:srgbClr val="585858"/>
                </a:solidFill>
                <a:latin typeface="Trebuchet MS"/>
                <a:cs typeface="Trebuchet MS"/>
              </a:rPr>
              <a:t> </a:t>
            </a:r>
            <a:r>
              <a:rPr sz="1800" spc="-120" dirty="0">
                <a:solidFill>
                  <a:srgbClr val="585858"/>
                </a:solidFill>
                <a:latin typeface="Trebuchet MS"/>
                <a:cs typeface="Trebuchet MS"/>
              </a:rPr>
              <a:t>la </a:t>
            </a:r>
            <a:r>
              <a:rPr sz="1800" spc="-110" dirty="0">
                <a:solidFill>
                  <a:srgbClr val="585858"/>
                </a:solidFill>
                <a:latin typeface="Trebuchet MS"/>
                <a:cs typeface="Trebuchet MS"/>
              </a:rPr>
              <a:t>réalisation </a:t>
            </a:r>
            <a:r>
              <a:rPr sz="1800" spc="-175" dirty="0">
                <a:solidFill>
                  <a:srgbClr val="585858"/>
                </a:solidFill>
                <a:latin typeface="Trebuchet MS"/>
                <a:cs typeface="Trebuchet MS"/>
              </a:rPr>
              <a:t>d’un </a:t>
            </a:r>
            <a:r>
              <a:rPr sz="1800" spc="-170" dirty="0">
                <a:solidFill>
                  <a:srgbClr val="585858"/>
                </a:solidFill>
                <a:latin typeface="Trebuchet MS"/>
                <a:cs typeface="Trebuchet MS"/>
              </a:rPr>
              <a:t> </a:t>
            </a:r>
            <a:r>
              <a:rPr sz="1800" spc="-105" dirty="0">
                <a:solidFill>
                  <a:srgbClr val="585858"/>
                </a:solidFill>
                <a:latin typeface="Trebuchet MS"/>
                <a:cs typeface="Trebuchet MS"/>
              </a:rPr>
              <a:t>logiciel</a:t>
            </a:r>
            <a:r>
              <a:rPr sz="1800" spc="-185" dirty="0">
                <a:solidFill>
                  <a:srgbClr val="585858"/>
                </a:solidFill>
                <a:latin typeface="Trebuchet MS"/>
                <a:cs typeface="Trebuchet MS"/>
              </a:rPr>
              <a:t> </a:t>
            </a:r>
            <a:r>
              <a:rPr sz="1800" spc="-100" dirty="0">
                <a:solidFill>
                  <a:srgbClr val="585858"/>
                </a:solidFill>
                <a:latin typeface="Trebuchet MS"/>
                <a:cs typeface="Trebuchet MS"/>
              </a:rPr>
              <a:t>ou</a:t>
            </a:r>
            <a:r>
              <a:rPr sz="1800" spc="-155" dirty="0">
                <a:solidFill>
                  <a:srgbClr val="585858"/>
                </a:solidFill>
                <a:latin typeface="Trebuchet MS"/>
                <a:cs typeface="Trebuchet MS"/>
              </a:rPr>
              <a:t> </a:t>
            </a:r>
            <a:r>
              <a:rPr sz="1800" spc="-175" dirty="0">
                <a:solidFill>
                  <a:srgbClr val="585858"/>
                </a:solidFill>
                <a:latin typeface="Trebuchet MS"/>
                <a:cs typeface="Trebuchet MS"/>
              </a:rPr>
              <a:t>d’un</a:t>
            </a:r>
            <a:r>
              <a:rPr sz="1800" spc="-160" dirty="0">
                <a:solidFill>
                  <a:srgbClr val="585858"/>
                </a:solidFill>
                <a:latin typeface="Trebuchet MS"/>
                <a:cs typeface="Trebuchet MS"/>
              </a:rPr>
              <a:t> </a:t>
            </a:r>
            <a:r>
              <a:rPr sz="1800" spc="-125" dirty="0">
                <a:solidFill>
                  <a:srgbClr val="585858"/>
                </a:solidFill>
                <a:latin typeface="Trebuchet MS"/>
                <a:cs typeface="Trebuchet MS"/>
              </a:rPr>
              <a:t>ensemble</a:t>
            </a:r>
            <a:r>
              <a:rPr sz="1800" spc="-170" dirty="0">
                <a:solidFill>
                  <a:srgbClr val="585858"/>
                </a:solidFill>
                <a:latin typeface="Trebuchet MS"/>
                <a:cs typeface="Trebuchet MS"/>
              </a:rPr>
              <a:t> </a:t>
            </a:r>
            <a:r>
              <a:rPr sz="1800" spc="-150" dirty="0">
                <a:solidFill>
                  <a:srgbClr val="585858"/>
                </a:solidFill>
                <a:latin typeface="Trebuchet MS"/>
                <a:cs typeface="Trebuchet MS"/>
              </a:rPr>
              <a:t>de</a:t>
            </a:r>
            <a:r>
              <a:rPr sz="1800" spc="-165" dirty="0">
                <a:solidFill>
                  <a:srgbClr val="585858"/>
                </a:solidFill>
                <a:latin typeface="Trebuchet MS"/>
                <a:cs typeface="Trebuchet MS"/>
              </a:rPr>
              <a:t> </a:t>
            </a:r>
            <a:r>
              <a:rPr sz="1800" spc="-85" dirty="0">
                <a:solidFill>
                  <a:srgbClr val="585858"/>
                </a:solidFill>
                <a:latin typeface="Trebuchet MS"/>
                <a:cs typeface="Trebuchet MS"/>
              </a:rPr>
              <a:t>logiciels</a:t>
            </a:r>
            <a:r>
              <a:rPr sz="1800" spc="-195" dirty="0">
                <a:solidFill>
                  <a:srgbClr val="585858"/>
                </a:solidFill>
                <a:latin typeface="Trebuchet MS"/>
                <a:cs typeface="Trebuchet MS"/>
              </a:rPr>
              <a:t> </a:t>
            </a:r>
            <a:r>
              <a:rPr sz="1800" spc="-110" dirty="0">
                <a:solidFill>
                  <a:srgbClr val="585858"/>
                </a:solidFill>
                <a:latin typeface="Trebuchet MS"/>
                <a:cs typeface="Trebuchet MS"/>
              </a:rPr>
              <a:t>a</a:t>
            </a:r>
            <a:r>
              <a:rPr sz="1800" spc="-155" dirty="0">
                <a:solidFill>
                  <a:srgbClr val="585858"/>
                </a:solidFill>
                <a:latin typeface="Trebuchet MS"/>
                <a:cs typeface="Trebuchet MS"/>
              </a:rPr>
              <a:t> </a:t>
            </a:r>
            <a:r>
              <a:rPr sz="1800" spc="-95" dirty="0">
                <a:solidFill>
                  <a:srgbClr val="585858"/>
                </a:solidFill>
                <a:latin typeface="Trebuchet MS"/>
                <a:cs typeface="Trebuchet MS"/>
              </a:rPr>
              <a:t>besoin</a:t>
            </a:r>
            <a:r>
              <a:rPr sz="1800" spc="-155" dirty="0">
                <a:solidFill>
                  <a:srgbClr val="585858"/>
                </a:solidFill>
                <a:latin typeface="Trebuchet MS"/>
                <a:cs typeface="Trebuchet MS"/>
              </a:rPr>
              <a:t> </a:t>
            </a:r>
            <a:r>
              <a:rPr sz="1800" spc="-175" dirty="0">
                <a:solidFill>
                  <a:srgbClr val="585858"/>
                </a:solidFill>
                <a:latin typeface="Trebuchet MS"/>
                <a:cs typeface="Trebuchet MS"/>
              </a:rPr>
              <a:t>d’un</a:t>
            </a:r>
            <a:r>
              <a:rPr sz="1800" spc="-165" dirty="0">
                <a:solidFill>
                  <a:srgbClr val="585858"/>
                </a:solidFill>
                <a:latin typeface="Trebuchet MS"/>
                <a:cs typeface="Trebuchet MS"/>
              </a:rPr>
              <a:t> </a:t>
            </a:r>
            <a:r>
              <a:rPr sz="1800" spc="-130" dirty="0">
                <a:solidFill>
                  <a:srgbClr val="585858"/>
                </a:solidFill>
                <a:latin typeface="Trebuchet MS"/>
                <a:cs typeface="Trebuchet MS"/>
              </a:rPr>
              <a:t>certain</a:t>
            </a:r>
            <a:r>
              <a:rPr sz="1800" spc="-145" dirty="0">
                <a:solidFill>
                  <a:srgbClr val="585858"/>
                </a:solidFill>
                <a:latin typeface="Trebuchet MS"/>
                <a:cs typeface="Trebuchet MS"/>
              </a:rPr>
              <a:t> </a:t>
            </a:r>
            <a:r>
              <a:rPr sz="1800" spc="-135" dirty="0">
                <a:solidFill>
                  <a:srgbClr val="585858"/>
                </a:solidFill>
                <a:latin typeface="Trebuchet MS"/>
                <a:cs typeface="Trebuchet MS"/>
              </a:rPr>
              <a:t>nombre</a:t>
            </a:r>
            <a:r>
              <a:rPr sz="1800" spc="-160"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b="1" spc="-155" dirty="0">
                <a:solidFill>
                  <a:srgbClr val="585858"/>
                </a:solidFill>
                <a:latin typeface="Trebuchet MS"/>
                <a:cs typeface="Trebuchet MS"/>
              </a:rPr>
              <a:t>diagrammes</a:t>
            </a:r>
            <a:r>
              <a:rPr sz="1800" spc="-155"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P</a:t>
            </a:r>
            <a:r>
              <a:rPr dirty="0"/>
              <a:t>ourquoi</a:t>
            </a:r>
            <a:r>
              <a:rPr spc="-50" dirty="0"/>
              <a:t> </a:t>
            </a:r>
            <a:r>
              <a:rPr spc="-5" dirty="0">
                <a:solidFill>
                  <a:srgbClr val="ED795B"/>
                </a:solidFill>
              </a:rPr>
              <a:t>modéliser</a:t>
            </a:r>
            <a:r>
              <a:rPr spc="10" dirty="0">
                <a:solidFill>
                  <a:srgbClr val="ED795B"/>
                </a:solidFill>
              </a:rPr>
              <a:t> </a:t>
            </a:r>
            <a:r>
              <a:rPr spc="-5" dirty="0"/>
              <a:t>?	</a:t>
            </a:r>
          </a:p>
        </p:txBody>
      </p:sp>
    </p:spTree>
    <p:extLst>
      <p:ext uri="{BB962C8B-B14F-4D97-AF65-F5344CB8AC3E}">
        <p14:creationId xmlns:p14="http://schemas.microsoft.com/office/powerpoint/2010/main" val="18915479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64615" y="1654967"/>
            <a:ext cx="8252459" cy="2235200"/>
          </a:xfrm>
          <a:prstGeom prst="rect">
            <a:avLst/>
          </a:prstGeom>
        </p:spPr>
        <p:txBody>
          <a:bodyPr vert="horz" wrap="square" lIns="0" tIns="13335" rIns="0" bIns="0" rtlCol="0">
            <a:spAutoFit/>
          </a:bodyPr>
          <a:lstStyle/>
          <a:p>
            <a:pPr marL="354965" marR="5080" indent="-342900" algn="just">
              <a:lnSpc>
                <a:spcPct val="114999"/>
              </a:lnSpc>
              <a:spcBef>
                <a:spcPts val="105"/>
              </a:spcBef>
              <a:buClr>
                <a:srgbClr val="585858"/>
              </a:buClr>
              <a:buFont typeface="Arial MT"/>
              <a:buChar char="●"/>
              <a:tabLst>
                <a:tab pos="355600" algn="l"/>
              </a:tabLst>
            </a:pPr>
            <a:r>
              <a:rPr sz="1800" spc="-130" dirty="0">
                <a:solidFill>
                  <a:srgbClr val="585858"/>
                </a:solidFill>
                <a:latin typeface="Trebuchet MS"/>
                <a:cs typeface="Trebuchet MS"/>
              </a:rPr>
              <a:t>Un </a:t>
            </a:r>
            <a:r>
              <a:rPr sz="1800" spc="-110" dirty="0">
                <a:solidFill>
                  <a:srgbClr val="585858"/>
                </a:solidFill>
                <a:latin typeface="Trebuchet MS"/>
                <a:cs typeface="Trebuchet MS"/>
              </a:rPr>
              <a:t>logiciel </a:t>
            </a:r>
            <a:r>
              <a:rPr sz="1800" spc="-114" dirty="0">
                <a:solidFill>
                  <a:srgbClr val="585858"/>
                </a:solidFill>
                <a:latin typeface="Trebuchet MS"/>
                <a:cs typeface="Trebuchet MS"/>
              </a:rPr>
              <a:t>qui </a:t>
            </a:r>
            <a:r>
              <a:rPr sz="1800" spc="-110" dirty="0">
                <a:solidFill>
                  <a:srgbClr val="585858"/>
                </a:solidFill>
                <a:latin typeface="Trebuchet MS"/>
                <a:cs typeface="Trebuchet MS"/>
              </a:rPr>
              <a:t>a </a:t>
            </a:r>
            <a:r>
              <a:rPr sz="1800" spc="-170" dirty="0">
                <a:solidFill>
                  <a:srgbClr val="585858"/>
                </a:solidFill>
                <a:latin typeface="Trebuchet MS"/>
                <a:cs typeface="Trebuchet MS"/>
              </a:rPr>
              <a:t>été </a:t>
            </a:r>
            <a:r>
              <a:rPr sz="1800" spc="-114" dirty="0">
                <a:solidFill>
                  <a:srgbClr val="585858"/>
                </a:solidFill>
                <a:latin typeface="Trebuchet MS"/>
                <a:cs typeface="Trebuchet MS"/>
              </a:rPr>
              <a:t>réalisé </a:t>
            </a:r>
            <a:r>
              <a:rPr sz="1800" spc="-30" dirty="0">
                <a:solidFill>
                  <a:srgbClr val="585858"/>
                </a:solidFill>
                <a:latin typeface="Trebuchet MS"/>
                <a:cs typeface="Trebuchet MS"/>
              </a:rPr>
              <a:t>sans </a:t>
            </a:r>
            <a:r>
              <a:rPr sz="1800" spc="-100" dirty="0">
                <a:solidFill>
                  <a:srgbClr val="585858"/>
                </a:solidFill>
                <a:latin typeface="Trebuchet MS"/>
                <a:cs typeface="Trebuchet MS"/>
              </a:rPr>
              <a:t>analyse </a:t>
            </a:r>
            <a:r>
              <a:rPr sz="1800" spc="-165" dirty="0">
                <a:solidFill>
                  <a:srgbClr val="585858"/>
                </a:solidFill>
                <a:latin typeface="Trebuchet MS"/>
                <a:cs typeface="Trebuchet MS"/>
              </a:rPr>
              <a:t>et </a:t>
            </a:r>
            <a:r>
              <a:rPr sz="1800" spc="-30" dirty="0">
                <a:solidFill>
                  <a:srgbClr val="585858"/>
                </a:solidFill>
                <a:latin typeface="Trebuchet MS"/>
                <a:cs typeface="Trebuchet MS"/>
              </a:rPr>
              <a:t>sans </a:t>
            </a:r>
            <a:r>
              <a:rPr sz="1800" spc="-114" dirty="0">
                <a:solidFill>
                  <a:srgbClr val="585858"/>
                </a:solidFill>
                <a:latin typeface="Trebuchet MS"/>
                <a:cs typeface="Trebuchet MS"/>
              </a:rPr>
              <a:t>conception </a:t>
            </a:r>
            <a:r>
              <a:rPr sz="1800" spc="-120" dirty="0">
                <a:solidFill>
                  <a:srgbClr val="585858"/>
                </a:solidFill>
                <a:latin typeface="Trebuchet MS"/>
                <a:cs typeface="Trebuchet MS"/>
              </a:rPr>
              <a:t>(étapes </a:t>
            </a:r>
            <a:r>
              <a:rPr sz="1800" spc="-100" dirty="0">
                <a:solidFill>
                  <a:srgbClr val="585858"/>
                </a:solidFill>
                <a:latin typeface="Trebuchet MS"/>
                <a:cs typeface="Trebuchet MS"/>
              </a:rPr>
              <a:t>où </a:t>
            </a:r>
            <a:r>
              <a:rPr sz="1800" spc="-170" dirty="0">
                <a:solidFill>
                  <a:srgbClr val="585858"/>
                </a:solidFill>
                <a:latin typeface="Trebuchet MS"/>
                <a:cs typeface="Trebuchet MS"/>
              </a:rPr>
              <a:t>l’on </a:t>
            </a:r>
            <a:r>
              <a:rPr sz="1800" spc="-120" dirty="0">
                <a:solidFill>
                  <a:srgbClr val="585858"/>
                </a:solidFill>
                <a:latin typeface="Trebuchet MS"/>
                <a:cs typeface="Trebuchet MS"/>
              </a:rPr>
              <a:t>modélise </a:t>
            </a:r>
            <a:r>
              <a:rPr sz="1800" spc="-145" dirty="0">
                <a:solidFill>
                  <a:srgbClr val="585858"/>
                </a:solidFill>
                <a:latin typeface="Trebuchet MS"/>
                <a:cs typeface="Trebuchet MS"/>
              </a:rPr>
              <a:t>le </a:t>
            </a:r>
            <a:r>
              <a:rPr sz="1800" spc="-140" dirty="0">
                <a:solidFill>
                  <a:srgbClr val="585858"/>
                </a:solidFill>
                <a:latin typeface="Trebuchet MS"/>
                <a:cs typeface="Trebuchet MS"/>
              </a:rPr>
              <a:t> </a:t>
            </a:r>
            <a:r>
              <a:rPr sz="1800" spc="-130" dirty="0">
                <a:solidFill>
                  <a:srgbClr val="585858"/>
                </a:solidFill>
                <a:latin typeface="Trebuchet MS"/>
                <a:cs typeface="Trebuchet MS"/>
              </a:rPr>
              <a:t>futur</a:t>
            </a:r>
            <a:r>
              <a:rPr sz="1800" spc="-125" dirty="0">
                <a:solidFill>
                  <a:srgbClr val="585858"/>
                </a:solidFill>
                <a:latin typeface="Trebuchet MS"/>
                <a:cs typeface="Trebuchet MS"/>
              </a:rPr>
              <a:t> </a:t>
            </a:r>
            <a:r>
              <a:rPr sz="1800" spc="-110" dirty="0">
                <a:solidFill>
                  <a:srgbClr val="585858"/>
                </a:solidFill>
                <a:latin typeface="Trebuchet MS"/>
                <a:cs typeface="Trebuchet MS"/>
              </a:rPr>
              <a:t>logiciel)</a:t>
            </a:r>
            <a:r>
              <a:rPr sz="1800" spc="-105" dirty="0">
                <a:solidFill>
                  <a:srgbClr val="585858"/>
                </a:solidFill>
                <a:latin typeface="Trebuchet MS"/>
                <a:cs typeface="Trebuchet MS"/>
              </a:rPr>
              <a:t> risque</a:t>
            </a:r>
            <a:r>
              <a:rPr sz="1800" spc="-100" dirty="0">
                <a:solidFill>
                  <a:srgbClr val="585858"/>
                </a:solidFill>
                <a:latin typeface="Trebuchet MS"/>
                <a:cs typeface="Trebuchet MS"/>
              </a:rPr>
              <a:t> </a:t>
            </a:r>
            <a:r>
              <a:rPr sz="1800" spc="-120" dirty="0">
                <a:solidFill>
                  <a:srgbClr val="585858"/>
                </a:solidFill>
                <a:latin typeface="Trebuchet MS"/>
                <a:cs typeface="Trebuchet MS"/>
              </a:rPr>
              <a:t>lui</a:t>
            </a:r>
            <a:r>
              <a:rPr sz="1800" spc="-114" dirty="0">
                <a:solidFill>
                  <a:srgbClr val="585858"/>
                </a:solidFill>
                <a:latin typeface="Trebuchet MS"/>
                <a:cs typeface="Trebuchet MS"/>
              </a:rPr>
              <a:t> </a:t>
            </a:r>
            <a:r>
              <a:rPr sz="1800" spc="-50" dirty="0">
                <a:solidFill>
                  <a:srgbClr val="585858"/>
                </a:solidFill>
                <a:latin typeface="Trebuchet MS"/>
                <a:cs typeface="Trebuchet MS"/>
              </a:rPr>
              <a:t>aussi </a:t>
            </a:r>
            <a:r>
              <a:rPr sz="1800" spc="-155" dirty="0">
                <a:solidFill>
                  <a:srgbClr val="585858"/>
                </a:solidFill>
                <a:latin typeface="Trebuchet MS"/>
                <a:cs typeface="Trebuchet MS"/>
              </a:rPr>
              <a:t>de</a:t>
            </a:r>
            <a:r>
              <a:rPr sz="1800" spc="-150" dirty="0">
                <a:solidFill>
                  <a:srgbClr val="585858"/>
                </a:solidFill>
                <a:latin typeface="Trebuchet MS"/>
                <a:cs typeface="Trebuchet MS"/>
              </a:rPr>
              <a:t> </a:t>
            </a:r>
            <a:r>
              <a:rPr sz="1800" spc="-140" dirty="0">
                <a:solidFill>
                  <a:srgbClr val="585858"/>
                </a:solidFill>
                <a:latin typeface="Trebuchet MS"/>
                <a:cs typeface="Trebuchet MS"/>
              </a:rPr>
              <a:t>ne</a:t>
            </a:r>
            <a:r>
              <a:rPr sz="1800" spc="-135" dirty="0">
                <a:solidFill>
                  <a:srgbClr val="585858"/>
                </a:solidFill>
                <a:latin typeface="Trebuchet MS"/>
                <a:cs typeface="Trebuchet MS"/>
              </a:rPr>
              <a:t> </a:t>
            </a:r>
            <a:r>
              <a:rPr sz="1800" spc="-65" dirty="0">
                <a:solidFill>
                  <a:srgbClr val="585858"/>
                </a:solidFill>
                <a:latin typeface="Trebuchet MS"/>
                <a:cs typeface="Trebuchet MS"/>
              </a:rPr>
              <a:t>pas </a:t>
            </a:r>
            <a:r>
              <a:rPr sz="1800" spc="-140" dirty="0">
                <a:solidFill>
                  <a:srgbClr val="585858"/>
                </a:solidFill>
                <a:latin typeface="Trebuchet MS"/>
                <a:cs typeface="Trebuchet MS"/>
              </a:rPr>
              <a:t>répondre</a:t>
            </a:r>
            <a:r>
              <a:rPr sz="1800" spc="-135" dirty="0">
                <a:solidFill>
                  <a:srgbClr val="585858"/>
                </a:solidFill>
                <a:latin typeface="Trebuchet MS"/>
                <a:cs typeface="Trebuchet MS"/>
              </a:rPr>
              <a:t> </a:t>
            </a:r>
            <a:r>
              <a:rPr sz="1800" spc="-114" dirty="0">
                <a:solidFill>
                  <a:srgbClr val="585858"/>
                </a:solidFill>
                <a:latin typeface="Trebuchet MS"/>
                <a:cs typeface="Trebuchet MS"/>
              </a:rPr>
              <a:t>aux</a:t>
            </a:r>
            <a:r>
              <a:rPr sz="1800" spc="-110" dirty="0">
                <a:solidFill>
                  <a:srgbClr val="585858"/>
                </a:solidFill>
                <a:latin typeface="Trebuchet MS"/>
                <a:cs typeface="Trebuchet MS"/>
              </a:rPr>
              <a:t> </a:t>
            </a:r>
            <a:r>
              <a:rPr sz="1800" b="1" spc="-145" dirty="0">
                <a:solidFill>
                  <a:srgbClr val="585858"/>
                </a:solidFill>
                <a:latin typeface="Trebuchet MS"/>
                <a:cs typeface="Trebuchet MS"/>
              </a:rPr>
              <a:t>besoins</a:t>
            </a:r>
            <a:r>
              <a:rPr sz="1800" spc="-145" dirty="0">
                <a:solidFill>
                  <a:srgbClr val="585858"/>
                </a:solidFill>
                <a:latin typeface="Trebuchet MS"/>
                <a:cs typeface="Trebuchet MS"/>
              </a:rPr>
              <a:t>,</a:t>
            </a:r>
            <a:r>
              <a:rPr sz="1800" spc="-140" dirty="0">
                <a:solidFill>
                  <a:srgbClr val="585858"/>
                </a:solidFill>
                <a:latin typeface="Trebuchet MS"/>
                <a:cs typeface="Trebuchet MS"/>
              </a:rPr>
              <a:t> </a:t>
            </a:r>
            <a:r>
              <a:rPr sz="1800" spc="-150" dirty="0">
                <a:solidFill>
                  <a:srgbClr val="585858"/>
                </a:solidFill>
                <a:latin typeface="Trebuchet MS"/>
                <a:cs typeface="Trebuchet MS"/>
              </a:rPr>
              <a:t>de</a:t>
            </a:r>
            <a:r>
              <a:rPr sz="1800" spc="-145" dirty="0">
                <a:solidFill>
                  <a:srgbClr val="585858"/>
                </a:solidFill>
                <a:latin typeface="Trebuchet MS"/>
                <a:cs typeface="Trebuchet MS"/>
              </a:rPr>
              <a:t> </a:t>
            </a:r>
            <a:r>
              <a:rPr sz="1800" spc="-130" dirty="0">
                <a:solidFill>
                  <a:srgbClr val="585858"/>
                </a:solidFill>
                <a:latin typeface="Trebuchet MS"/>
                <a:cs typeface="Trebuchet MS"/>
              </a:rPr>
              <a:t>comporter</a:t>
            </a:r>
            <a:r>
              <a:rPr sz="1800" spc="-125" dirty="0">
                <a:solidFill>
                  <a:srgbClr val="585858"/>
                </a:solidFill>
                <a:latin typeface="Trebuchet MS"/>
                <a:cs typeface="Trebuchet MS"/>
              </a:rPr>
              <a:t> </a:t>
            </a:r>
            <a:r>
              <a:rPr sz="1800" spc="-80" dirty="0">
                <a:solidFill>
                  <a:srgbClr val="585858"/>
                </a:solidFill>
                <a:latin typeface="Trebuchet MS"/>
                <a:cs typeface="Trebuchet MS"/>
              </a:rPr>
              <a:t>des </a:t>
            </a:r>
            <a:r>
              <a:rPr sz="1800" spc="-75" dirty="0">
                <a:solidFill>
                  <a:srgbClr val="585858"/>
                </a:solidFill>
                <a:latin typeface="Trebuchet MS"/>
                <a:cs typeface="Trebuchet MS"/>
              </a:rPr>
              <a:t> </a:t>
            </a:r>
            <a:r>
              <a:rPr sz="1800" spc="-110" dirty="0">
                <a:solidFill>
                  <a:srgbClr val="585858"/>
                </a:solidFill>
                <a:latin typeface="Trebuchet MS"/>
                <a:cs typeface="Trebuchet MS"/>
              </a:rPr>
              <a:t>ano</a:t>
            </a:r>
            <a:r>
              <a:rPr sz="1800" spc="-160" dirty="0">
                <a:solidFill>
                  <a:srgbClr val="585858"/>
                </a:solidFill>
                <a:latin typeface="Trebuchet MS"/>
                <a:cs typeface="Trebuchet MS"/>
              </a:rPr>
              <a:t>m</a:t>
            </a:r>
            <a:r>
              <a:rPr sz="1800" spc="-95" dirty="0">
                <a:solidFill>
                  <a:srgbClr val="585858"/>
                </a:solidFill>
                <a:latin typeface="Trebuchet MS"/>
                <a:cs typeface="Trebuchet MS"/>
              </a:rPr>
              <a:t>alie</a:t>
            </a:r>
            <a:r>
              <a:rPr sz="1800" spc="-90" dirty="0">
                <a:solidFill>
                  <a:srgbClr val="585858"/>
                </a:solidFill>
                <a:latin typeface="Trebuchet MS"/>
                <a:cs typeface="Trebuchet MS"/>
              </a:rPr>
              <a:t>s</a:t>
            </a:r>
            <a:r>
              <a:rPr sz="1800" spc="-175" dirty="0">
                <a:solidFill>
                  <a:srgbClr val="585858"/>
                </a:solidFill>
                <a:latin typeface="Trebuchet MS"/>
                <a:cs typeface="Trebuchet MS"/>
              </a:rPr>
              <a:t> </a:t>
            </a:r>
            <a:r>
              <a:rPr sz="1800" spc="-195" dirty="0">
                <a:solidFill>
                  <a:srgbClr val="585858"/>
                </a:solidFill>
                <a:latin typeface="Trebuchet MS"/>
                <a:cs typeface="Trebuchet MS"/>
              </a:rPr>
              <a:t>e</a:t>
            </a:r>
            <a:r>
              <a:rPr sz="1800" spc="-140" dirty="0">
                <a:solidFill>
                  <a:srgbClr val="585858"/>
                </a:solidFill>
                <a:latin typeface="Trebuchet MS"/>
                <a:cs typeface="Trebuchet MS"/>
              </a:rPr>
              <a:t>t</a:t>
            </a:r>
            <a:r>
              <a:rPr sz="1800" spc="-160" dirty="0">
                <a:solidFill>
                  <a:srgbClr val="585858"/>
                </a:solidFill>
                <a:latin typeface="Trebuchet MS"/>
                <a:cs typeface="Trebuchet MS"/>
              </a:rPr>
              <a:t> </a:t>
            </a:r>
            <a:r>
              <a:rPr sz="1800" spc="-195" dirty="0">
                <a:solidFill>
                  <a:srgbClr val="585858"/>
                </a:solidFill>
                <a:latin typeface="Trebuchet MS"/>
                <a:cs typeface="Trebuchet MS"/>
              </a:rPr>
              <a:t>d’êt</a:t>
            </a:r>
            <a:r>
              <a:rPr sz="1800" spc="-175" dirty="0">
                <a:solidFill>
                  <a:srgbClr val="585858"/>
                </a:solidFill>
                <a:latin typeface="Trebuchet MS"/>
                <a:cs typeface="Trebuchet MS"/>
              </a:rPr>
              <a:t>r</a:t>
            </a:r>
            <a:r>
              <a:rPr sz="1800" spc="-165" dirty="0">
                <a:solidFill>
                  <a:srgbClr val="585858"/>
                </a:solidFill>
                <a:latin typeface="Trebuchet MS"/>
                <a:cs typeface="Trebuchet MS"/>
              </a:rPr>
              <a:t>e </a:t>
            </a:r>
            <a:r>
              <a:rPr sz="1800" spc="-140" dirty="0">
                <a:solidFill>
                  <a:srgbClr val="585858"/>
                </a:solidFill>
                <a:latin typeface="Trebuchet MS"/>
                <a:cs typeface="Trebuchet MS"/>
              </a:rPr>
              <a:t>tr</a:t>
            </a:r>
            <a:r>
              <a:rPr sz="1800" spc="-200" dirty="0">
                <a:solidFill>
                  <a:srgbClr val="585858"/>
                </a:solidFill>
                <a:latin typeface="Trebuchet MS"/>
                <a:cs typeface="Trebuchet MS"/>
              </a:rPr>
              <a:t>è</a:t>
            </a:r>
            <a:r>
              <a:rPr sz="1800" spc="50" dirty="0">
                <a:solidFill>
                  <a:srgbClr val="585858"/>
                </a:solidFill>
                <a:latin typeface="Trebuchet MS"/>
                <a:cs typeface="Trebuchet MS"/>
              </a:rPr>
              <a:t>s</a:t>
            </a:r>
            <a:r>
              <a:rPr sz="1800" spc="-140" dirty="0">
                <a:solidFill>
                  <a:srgbClr val="585858"/>
                </a:solidFill>
                <a:latin typeface="Trebuchet MS"/>
                <a:cs typeface="Trebuchet MS"/>
              </a:rPr>
              <a:t> </a:t>
            </a:r>
            <a:r>
              <a:rPr sz="1800" spc="-125" dirty="0">
                <a:solidFill>
                  <a:srgbClr val="585858"/>
                </a:solidFill>
                <a:latin typeface="Trebuchet MS"/>
                <a:cs typeface="Trebuchet MS"/>
              </a:rPr>
              <a:t>di</a:t>
            </a:r>
            <a:r>
              <a:rPr sz="1800" spc="-105" dirty="0">
                <a:solidFill>
                  <a:srgbClr val="585858"/>
                </a:solidFill>
                <a:latin typeface="Trebuchet MS"/>
                <a:cs typeface="Trebuchet MS"/>
              </a:rPr>
              <a:t>f</a:t>
            </a:r>
            <a:r>
              <a:rPr sz="1800" spc="-135" dirty="0">
                <a:solidFill>
                  <a:srgbClr val="585858"/>
                </a:solidFill>
                <a:latin typeface="Trebuchet MS"/>
                <a:cs typeface="Trebuchet MS"/>
              </a:rPr>
              <a:t>f</a:t>
            </a:r>
            <a:r>
              <a:rPr sz="1800" spc="-100" dirty="0">
                <a:solidFill>
                  <a:srgbClr val="585858"/>
                </a:solidFill>
                <a:latin typeface="Trebuchet MS"/>
                <a:cs typeface="Trebuchet MS"/>
              </a:rPr>
              <a:t>i</a:t>
            </a:r>
            <a:r>
              <a:rPr sz="1800" spc="-90" dirty="0">
                <a:solidFill>
                  <a:srgbClr val="585858"/>
                </a:solidFill>
                <a:latin typeface="Trebuchet MS"/>
                <a:cs typeface="Trebuchet MS"/>
              </a:rPr>
              <a:t>c</a:t>
            </a:r>
            <a:r>
              <a:rPr sz="1800" spc="-135" dirty="0">
                <a:solidFill>
                  <a:srgbClr val="585858"/>
                </a:solidFill>
                <a:latin typeface="Trebuchet MS"/>
                <a:cs typeface="Trebuchet MS"/>
              </a:rPr>
              <a:t>ile</a:t>
            </a:r>
            <a:r>
              <a:rPr sz="1800" spc="-190" dirty="0">
                <a:solidFill>
                  <a:srgbClr val="585858"/>
                </a:solidFill>
                <a:latin typeface="Trebuchet MS"/>
                <a:cs typeface="Trebuchet MS"/>
              </a:rPr>
              <a:t> </a:t>
            </a:r>
            <a:r>
              <a:rPr sz="1800" spc="-110" dirty="0">
                <a:solidFill>
                  <a:srgbClr val="585858"/>
                </a:solidFill>
                <a:latin typeface="Trebuchet MS"/>
                <a:cs typeface="Trebuchet MS"/>
              </a:rPr>
              <a:t>à</a:t>
            </a:r>
            <a:r>
              <a:rPr sz="1800" spc="-160" dirty="0">
                <a:solidFill>
                  <a:srgbClr val="585858"/>
                </a:solidFill>
                <a:latin typeface="Trebuchet MS"/>
                <a:cs typeface="Trebuchet MS"/>
              </a:rPr>
              <a:t> </a:t>
            </a:r>
            <a:r>
              <a:rPr sz="1800" spc="-125" dirty="0">
                <a:solidFill>
                  <a:srgbClr val="585858"/>
                </a:solidFill>
                <a:latin typeface="Trebuchet MS"/>
                <a:cs typeface="Trebuchet MS"/>
              </a:rPr>
              <a:t>mai</a:t>
            </a:r>
            <a:r>
              <a:rPr sz="1800" spc="-140" dirty="0">
                <a:solidFill>
                  <a:srgbClr val="585858"/>
                </a:solidFill>
                <a:latin typeface="Trebuchet MS"/>
                <a:cs typeface="Trebuchet MS"/>
              </a:rPr>
              <a:t>nteni</a:t>
            </a:r>
            <a:r>
              <a:rPr sz="1800" spc="-120" dirty="0">
                <a:solidFill>
                  <a:srgbClr val="585858"/>
                </a:solidFill>
                <a:latin typeface="Trebuchet MS"/>
                <a:cs typeface="Trebuchet MS"/>
              </a:rPr>
              <a:t>r</a:t>
            </a:r>
            <a:r>
              <a:rPr sz="1800" spc="-225" dirty="0">
                <a:solidFill>
                  <a:srgbClr val="585858"/>
                </a:solidFill>
                <a:latin typeface="Trebuchet MS"/>
                <a:cs typeface="Trebuchet MS"/>
              </a:rPr>
              <a:t>.</a:t>
            </a:r>
            <a:endParaRPr sz="1800" dirty="0">
              <a:latin typeface="Trebuchet MS"/>
              <a:cs typeface="Trebuchet MS"/>
            </a:endParaRPr>
          </a:p>
          <a:p>
            <a:pPr>
              <a:lnSpc>
                <a:spcPct val="100000"/>
              </a:lnSpc>
              <a:spcBef>
                <a:spcPts val="45"/>
              </a:spcBef>
              <a:buClr>
                <a:srgbClr val="585858"/>
              </a:buClr>
              <a:buFont typeface="Arial MT"/>
              <a:buChar char="●"/>
            </a:pPr>
            <a:endParaRPr sz="2100" dirty="0">
              <a:latin typeface="Trebuchet MS"/>
              <a:cs typeface="Trebuchet MS"/>
            </a:endParaRPr>
          </a:p>
          <a:p>
            <a:pPr marL="354965" marR="6350" indent="-342900" algn="just">
              <a:lnSpc>
                <a:spcPct val="114999"/>
              </a:lnSpc>
              <a:buFont typeface="Arial MT"/>
              <a:buChar char="●"/>
              <a:tabLst>
                <a:tab pos="355600" algn="l"/>
              </a:tabLst>
            </a:pPr>
            <a:r>
              <a:rPr sz="1800" spc="-130" dirty="0">
                <a:solidFill>
                  <a:srgbClr val="585858"/>
                </a:solidFill>
                <a:latin typeface="Trebuchet MS"/>
                <a:cs typeface="Trebuchet MS"/>
              </a:rPr>
              <a:t>Tout</a:t>
            </a:r>
            <a:r>
              <a:rPr sz="1800" spc="-125" dirty="0">
                <a:solidFill>
                  <a:srgbClr val="585858"/>
                </a:solidFill>
                <a:latin typeface="Trebuchet MS"/>
                <a:cs typeface="Trebuchet MS"/>
              </a:rPr>
              <a:t> </a:t>
            </a:r>
            <a:r>
              <a:rPr sz="1800" spc="-135" dirty="0">
                <a:solidFill>
                  <a:srgbClr val="585858"/>
                </a:solidFill>
                <a:latin typeface="Trebuchet MS"/>
                <a:cs typeface="Trebuchet MS"/>
              </a:rPr>
              <a:t>comme</a:t>
            </a:r>
            <a:r>
              <a:rPr sz="1800" spc="-130" dirty="0">
                <a:solidFill>
                  <a:srgbClr val="585858"/>
                </a:solidFill>
                <a:latin typeface="Trebuchet MS"/>
                <a:cs typeface="Trebuchet MS"/>
              </a:rPr>
              <a:t> </a:t>
            </a:r>
            <a:r>
              <a:rPr sz="1800" spc="-120" dirty="0">
                <a:solidFill>
                  <a:srgbClr val="585858"/>
                </a:solidFill>
                <a:latin typeface="Trebuchet MS"/>
                <a:cs typeface="Trebuchet MS"/>
              </a:rPr>
              <a:t>la </a:t>
            </a:r>
            <a:r>
              <a:rPr sz="1800" spc="-105" dirty="0">
                <a:solidFill>
                  <a:srgbClr val="585858"/>
                </a:solidFill>
                <a:latin typeface="Trebuchet MS"/>
                <a:cs typeface="Trebuchet MS"/>
              </a:rPr>
              <a:t>construction </a:t>
            </a:r>
            <a:r>
              <a:rPr sz="1800" spc="-175" dirty="0">
                <a:solidFill>
                  <a:srgbClr val="585858"/>
                </a:solidFill>
                <a:latin typeface="Trebuchet MS"/>
                <a:cs typeface="Trebuchet MS"/>
              </a:rPr>
              <a:t>d’une</a:t>
            </a:r>
            <a:r>
              <a:rPr sz="1800" spc="-170" dirty="0">
                <a:solidFill>
                  <a:srgbClr val="585858"/>
                </a:solidFill>
                <a:latin typeface="Trebuchet MS"/>
                <a:cs typeface="Trebuchet MS"/>
              </a:rPr>
              <a:t> </a:t>
            </a:r>
            <a:r>
              <a:rPr sz="1800" spc="-90" dirty="0">
                <a:solidFill>
                  <a:srgbClr val="585858"/>
                </a:solidFill>
                <a:latin typeface="Trebuchet MS"/>
                <a:cs typeface="Trebuchet MS"/>
              </a:rPr>
              <a:t>maison </a:t>
            </a:r>
            <a:r>
              <a:rPr sz="1800" spc="-100" dirty="0">
                <a:solidFill>
                  <a:srgbClr val="585858"/>
                </a:solidFill>
                <a:latin typeface="Trebuchet MS"/>
                <a:cs typeface="Trebuchet MS"/>
              </a:rPr>
              <a:t>nécessite </a:t>
            </a:r>
            <a:r>
              <a:rPr sz="1800" spc="-80" dirty="0">
                <a:solidFill>
                  <a:srgbClr val="585858"/>
                </a:solidFill>
                <a:latin typeface="Trebuchet MS"/>
                <a:cs typeface="Trebuchet MS"/>
              </a:rPr>
              <a:t>des </a:t>
            </a:r>
            <a:r>
              <a:rPr sz="1800" spc="-90" dirty="0">
                <a:solidFill>
                  <a:srgbClr val="585858"/>
                </a:solidFill>
                <a:latin typeface="Trebuchet MS"/>
                <a:cs typeface="Trebuchet MS"/>
              </a:rPr>
              <a:t>plans </a:t>
            </a:r>
            <a:r>
              <a:rPr sz="1800" spc="-110" dirty="0">
                <a:solidFill>
                  <a:srgbClr val="585858"/>
                </a:solidFill>
                <a:latin typeface="Trebuchet MS"/>
                <a:cs typeface="Trebuchet MS"/>
              </a:rPr>
              <a:t>à </a:t>
            </a:r>
            <a:r>
              <a:rPr sz="1800" spc="-120" dirty="0">
                <a:solidFill>
                  <a:srgbClr val="585858"/>
                </a:solidFill>
                <a:latin typeface="Trebuchet MS"/>
                <a:cs typeface="Trebuchet MS"/>
              </a:rPr>
              <a:t>différents </a:t>
            </a:r>
            <a:r>
              <a:rPr sz="1800" spc="-125" dirty="0">
                <a:solidFill>
                  <a:srgbClr val="585858"/>
                </a:solidFill>
                <a:latin typeface="Trebuchet MS"/>
                <a:cs typeface="Trebuchet MS"/>
              </a:rPr>
              <a:t>niveaux </a:t>
            </a:r>
            <a:r>
              <a:rPr sz="1800" spc="-120" dirty="0">
                <a:solidFill>
                  <a:srgbClr val="585858"/>
                </a:solidFill>
                <a:latin typeface="Trebuchet MS"/>
                <a:cs typeface="Trebuchet MS"/>
              </a:rPr>
              <a:t> </a:t>
            </a:r>
            <a:r>
              <a:rPr sz="1800" spc="-90" dirty="0">
                <a:solidFill>
                  <a:srgbClr val="585858"/>
                </a:solidFill>
                <a:latin typeface="Trebuchet MS"/>
                <a:cs typeface="Trebuchet MS"/>
              </a:rPr>
              <a:t>(vision </a:t>
            </a:r>
            <a:r>
              <a:rPr sz="1800" spc="-165" dirty="0">
                <a:solidFill>
                  <a:srgbClr val="585858"/>
                </a:solidFill>
                <a:latin typeface="Trebuchet MS"/>
                <a:cs typeface="Trebuchet MS"/>
              </a:rPr>
              <a:t>extérieure,</a:t>
            </a:r>
            <a:r>
              <a:rPr sz="1800" spc="-160" dirty="0">
                <a:solidFill>
                  <a:srgbClr val="585858"/>
                </a:solidFill>
                <a:latin typeface="Trebuchet MS"/>
                <a:cs typeface="Trebuchet MS"/>
              </a:rPr>
              <a:t> </a:t>
            </a:r>
            <a:r>
              <a:rPr sz="1800" spc="-125" dirty="0">
                <a:solidFill>
                  <a:srgbClr val="585858"/>
                </a:solidFill>
                <a:latin typeface="Trebuchet MS"/>
                <a:cs typeface="Trebuchet MS"/>
              </a:rPr>
              <a:t>plan </a:t>
            </a:r>
            <a:r>
              <a:rPr sz="1800" spc="-90" dirty="0">
                <a:solidFill>
                  <a:srgbClr val="585858"/>
                </a:solidFill>
                <a:latin typeface="Trebuchet MS"/>
                <a:cs typeface="Trebuchet MS"/>
              </a:rPr>
              <a:t>des </a:t>
            </a:r>
            <a:r>
              <a:rPr sz="1800" spc="-120" dirty="0">
                <a:solidFill>
                  <a:srgbClr val="585858"/>
                </a:solidFill>
                <a:latin typeface="Trebuchet MS"/>
                <a:cs typeface="Trebuchet MS"/>
              </a:rPr>
              <a:t>différents </a:t>
            </a:r>
            <a:r>
              <a:rPr sz="1800" spc="-135" dirty="0">
                <a:solidFill>
                  <a:srgbClr val="585858"/>
                </a:solidFill>
                <a:latin typeface="Trebuchet MS"/>
                <a:cs typeface="Trebuchet MS"/>
              </a:rPr>
              <a:t>étages,</a:t>
            </a:r>
            <a:r>
              <a:rPr sz="1800" spc="-130" dirty="0">
                <a:solidFill>
                  <a:srgbClr val="585858"/>
                </a:solidFill>
                <a:latin typeface="Trebuchet MS"/>
                <a:cs typeface="Trebuchet MS"/>
              </a:rPr>
              <a:t> </a:t>
            </a:r>
            <a:r>
              <a:rPr sz="1800" spc="-90" dirty="0">
                <a:solidFill>
                  <a:srgbClr val="585858"/>
                </a:solidFill>
                <a:latin typeface="Trebuchet MS"/>
                <a:cs typeface="Trebuchet MS"/>
              </a:rPr>
              <a:t>plans </a:t>
            </a:r>
            <a:r>
              <a:rPr sz="1800" spc="-140" dirty="0">
                <a:solidFill>
                  <a:srgbClr val="585858"/>
                </a:solidFill>
                <a:latin typeface="Trebuchet MS"/>
                <a:cs typeface="Trebuchet MS"/>
              </a:rPr>
              <a:t>techniques…),</a:t>
            </a:r>
            <a:r>
              <a:rPr sz="1800" spc="-135" dirty="0">
                <a:solidFill>
                  <a:srgbClr val="585858"/>
                </a:solidFill>
                <a:latin typeface="Trebuchet MS"/>
                <a:cs typeface="Trebuchet MS"/>
              </a:rPr>
              <a:t> </a:t>
            </a:r>
            <a:r>
              <a:rPr sz="1800" spc="-120" dirty="0">
                <a:solidFill>
                  <a:srgbClr val="585858"/>
                </a:solidFill>
                <a:latin typeface="Trebuchet MS"/>
                <a:cs typeface="Trebuchet MS"/>
              </a:rPr>
              <a:t>la </a:t>
            </a:r>
            <a:r>
              <a:rPr sz="1800" spc="-110" dirty="0">
                <a:solidFill>
                  <a:srgbClr val="585858"/>
                </a:solidFill>
                <a:latin typeface="Trebuchet MS"/>
                <a:cs typeface="Trebuchet MS"/>
              </a:rPr>
              <a:t>réalisation </a:t>
            </a:r>
            <a:r>
              <a:rPr sz="1800" spc="-175" dirty="0">
                <a:solidFill>
                  <a:srgbClr val="585858"/>
                </a:solidFill>
                <a:latin typeface="Trebuchet MS"/>
                <a:cs typeface="Trebuchet MS"/>
              </a:rPr>
              <a:t>d’un </a:t>
            </a:r>
            <a:r>
              <a:rPr sz="1800" spc="-170" dirty="0">
                <a:solidFill>
                  <a:srgbClr val="585858"/>
                </a:solidFill>
                <a:latin typeface="Trebuchet MS"/>
                <a:cs typeface="Trebuchet MS"/>
              </a:rPr>
              <a:t> </a:t>
            </a:r>
            <a:r>
              <a:rPr sz="1800" spc="-105" dirty="0">
                <a:solidFill>
                  <a:srgbClr val="585858"/>
                </a:solidFill>
                <a:latin typeface="Trebuchet MS"/>
                <a:cs typeface="Trebuchet MS"/>
              </a:rPr>
              <a:t>logiciel</a:t>
            </a:r>
            <a:r>
              <a:rPr sz="1800" spc="-185" dirty="0">
                <a:solidFill>
                  <a:srgbClr val="585858"/>
                </a:solidFill>
                <a:latin typeface="Trebuchet MS"/>
                <a:cs typeface="Trebuchet MS"/>
              </a:rPr>
              <a:t> </a:t>
            </a:r>
            <a:r>
              <a:rPr sz="1800" spc="-100" dirty="0">
                <a:solidFill>
                  <a:srgbClr val="585858"/>
                </a:solidFill>
                <a:latin typeface="Trebuchet MS"/>
                <a:cs typeface="Trebuchet MS"/>
              </a:rPr>
              <a:t>ou</a:t>
            </a:r>
            <a:r>
              <a:rPr sz="1800" spc="-155" dirty="0">
                <a:solidFill>
                  <a:srgbClr val="585858"/>
                </a:solidFill>
                <a:latin typeface="Trebuchet MS"/>
                <a:cs typeface="Trebuchet MS"/>
              </a:rPr>
              <a:t> </a:t>
            </a:r>
            <a:r>
              <a:rPr sz="1800" spc="-175" dirty="0">
                <a:solidFill>
                  <a:srgbClr val="585858"/>
                </a:solidFill>
                <a:latin typeface="Trebuchet MS"/>
                <a:cs typeface="Trebuchet MS"/>
              </a:rPr>
              <a:t>d’un</a:t>
            </a:r>
            <a:r>
              <a:rPr sz="1800" spc="-160" dirty="0">
                <a:solidFill>
                  <a:srgbClr val="585858"/>
                </a:solidFill>
                <a:latin typeface="Trebuchet MS"/>
                <a:cs typeface="Trebuchet MS"/>
              </a:rPr>
              <a:t> </a:t>
            </a:r>
            <a:r>
              <a:rPr sz="1800" spc="-125" dirty="0">
                <a:solidFill>
                  <a:srgbClr val="585858"/>
                </a:solidFill>
                <a:latin typeface="Trebuchet MS"/>
                <a:cs typeface="Trebuchet MS"/>
              </a:rPr>
              <a:t>ensemble</a:t>
            </a:r>
            <a:r>
              <a:rPr sz="1800" spc="-170" dirty="0">
                <a:solidFill>
                  <a:srgbClr val="585858"/>
                </a:solidFill>
                <a:latin typeface="Trebuchet MS"/>
                <a:cs typeface="Trebuchet MS"/>
              </a:rPr>
              <a:t> </a:t>
            </a:r>
            <a:r>
              <a:rPr sz="1800" spc="-150" dirty="0">
                <a:solidFill>
                  <a:srgbClr val="585858"/>
                </a:solidFill>
                <a:latin typeface="Trebuchet MS"/>
                <a:cs typeface="Trebuchet MS"/>
              </a:rPr>
              <a:t>de</a:t>
            </a:r>
            <a:r>
              <a:rPr sz="1800" spc="-165" dirty="0">
                <a:solidFill>
                  <a:srgbClr val="585858"/>
                </a:solidFill>
                <a:latin typeface="Trebuchet MS"/>
                <a:cs typeface="Trebuchet MS"/>
              </a:rPr>
              <a:t> </a:t>
            </a:r>
            <a:r>
              <a:rPr sz="1800" spc="-85" dirty="0">
                <a:solidFill>
                  <a:srgbClr val="585858"/>
                </a:solidFill>
                <a:latin typeface="Trebuchet MS"/>
                <a:cs typeface="Trebuchet MS"/>
              </a:rPr>
              <a:t>logiciels</a:t>
            </a:r>
            <a:r>
              <a:rPr sz="1800" spc="-195" dirty="0">
                <a:solidFill>
                  <a:srgbClr val="585858"/>
                </a:solidFill>
                <a:latin typeface="Trebuchet MS"/>
                <a:cs typeface="Trebuchet MS"/>
              </a:rPr>
              <a:t> </a:t>
            </a:r>
            <a:r>
              <a:rPr sz="1800" spc="-110" dirty="0">
                <a:solidFill>
                  <a:srgbClr val="585858"/>
                </a:solidFill>
                <a:latin typeface="Trebuchet MS"/>
                <a:cs typeface="Trebuchet MS"/>
              </a:rPr>
              <a:t>a</a:t>
            </a:r>
            <a:r>
              <a:rPr sz="1800" spc="-155" dirty="0">
                <a:solidFill>
                  <a:srgbClr val="585858"/>
                </a:solidFill>
                <a:latin typeface="Trebuchet MS"/>
                <a:cs typeface="Trebuchet MS"/>
              </a:rPr>
              <a:t> </a:t>
            </a:r>
            <a:r>
              <a:rPr sz="1800" spc="-95" dirty="0">
                <a:solidFill>
                  <a:srgbClr val="585858"/>
                </a:solidFill>
                <a:latin typeface="Trebuchet MS"/>
                <a:cs typeface="Trebuchet MS"/>
              </a:rPr>
              <a:t>besoin</a:t>
            </a:r>
            <a:r>
              <a:rPr sz="1800" spc="-155" dirty="0">
                <a:solidFill>
                  <a:srgbClr val="585858"/>
                </a:solidFill>
                <a:latin typeface="Trebuchet MS"/>
                <a:cs typeface="Trebuchet MS"/>
              </a:rPr>
              <a:t> </a:t>
            </a:r>
            <a:r>
              <a:rPr sz="1800" spc="-175" dirty="0">
                <a:solidFill>
                  <a:srgbClr val="585858"/>
                </a:solidFill>
                <a:latin typeface="Trebuchet MS"/>
                <a:cs typeface="Trebuchet MS"/>
              </a:rPr>
              <a:t>d’un</a:t>
            </a:r>
            <a:r>
              <a:rPr sz="1800" spc="-165" dirty="0">
                <a:solidFill>
                  <a:srgbClr val="585858"/>
                </a:solidFill>
                <a:latin typeface="Trebuchet MS"/>
                <a:cs typeface="Trebuchet MS"/>
              </a:rPr>
              <a:t> </a:t>
            </a:r>
            <a:r>
              <a:rPr sz="1800" spc="-130" dirty="0">
                <a:solidFill>
                  <a:srgbClr val="585858"/>
                </a:solidFill>
                <a:latin typeface="Trebuchet MS"/>
                <a:cs typeface="Trebuchet MS"/>
              </a:rPr>
              <a:t>certain</a:t>
            </a:r>
            <a:r>
              <a:rPr sz="1800" spc="-145" dirty="0">
                <a:solidFill>
                  <a:srgbClr val="585858"/>
                </a:solidFill>
                <a:latin typeface="Trebuchet MS"/>
                <a:cs typeface="Trebuchet MS"/>
              </a:rPr>
              <a:t> </a:t>
            </a:r>
            <a:r>
              <a:rPr sz="1800" spc="-135" dirty="0">
                <a:solidFill>
                  <a:srgbClr val="585858"/>
                </a:solidFill>
                <a:latin typeface="Trebuchet MS"/>
                <a:cs typeface="Trebuchet MS"/>
              </a:rPr>
              <a:t>nombre</a:t>
            </a:r>
            <a:r>
              <a:rPr sz="1800" spc="-160"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sz="1800" b="1" spc="-155" dirty="0">
                <a:solidFill>
                  <a:srgbClr val="585858"/>
                </a:solidFill>
                <a:latin typeface="Trebuchet MS"/>
                <a:cs typeface="Trebuchet MS"/>
              </a:rPr>
              <a:t>diagrammes</a:t>
            </a:r>
            <a:r>
              <a:rPr sz="1800" spc="-155"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P</a:t>
            </a:r>
            <a:r>
              <a:rPr dirty="0"/>
              <a:t>ourquoi</a:t>
            </a:r>
            <a:r>
              <a:rPr spc="-50" dirty="0"/>
              <a:t> </a:t>
            </a:r>
            <a:r>
              <a:rPr spc="-5" dirty="0">
                <a:solidFill>
                  <a:srgbClr val="ED795B"/>
                </a:solidFill>
              </a:rPr>
              <a:t>modéliser</a:t>
            </a:r>
            <a:r>
              <a:rPr spc="10" dirty="0">
                <a:solidFill>
                  <a:srgbClr val="ED795B"/>
                </a:solidFill>
              </a:rPr>
              <a:t> </a:t>
            </a:r>
            <a:r>
              <a:rPr spc="-5" dirty="0"/>
              <a:t>?	</a:t>
            </a:r>
          </a:p>
        </p:txBody>
      </p:sp>
    </p:spTree>
    <p:extLst>
      <p:ext uri="{BB962C8B-B14F-4D97-AF65-F5344CB8AC3E}">
        <p14:creationId xmlns:p14="http://schemas.microsoft.com/office/powerpoint/2010/main" val="1085963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6" name="Rectangle 2"/>
          <p:cNvSpPr>
            <a:spLocks noGrp="1" noChangeArrowheads="1"/>
          </p:cNvSpPr>
          <p:nvPr>
            <p:ph type="title"/>
          </p:nvPr>
        </p:nvSpPr>
        <p:spPr>
          <a:ln w="9525"/>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a:lstStyle/>
          <a:p>
            <a:pPr>
              <a:lnSpc>
                <a:spcPct val="80000"/>
              </a:lnSpc>
            </a:pPr>
            <a:r>
              <a:rPr lang="fr-FR" altLang="fr-FR" dirty="0"/>
              <a:t>Difficultés de la modélisation</a:t>
            </a:r>
          </a:p>
        </p:txBody>
      </p:sp>
      <p:sp>
        <p:nvSpPr>
          <p:cNvPr id="19458" name="Rectangle 3"/>
          <p:cNvSpPr>
            <a:spLocks noGrp="1" noChangeArrowheads="1"/>
          </p:cNvSpPr>
          <p:nvPr>
            <p:ph idx="1"/>
          </p:nvPr>
        </p:nvSpPr>
        <p:spPr>
          <a:xfrm>
            <a:off x="966483" y="1303021"/>
            <a:ext cx="6813947" cy="42291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normAutofit/>
          </a:bodyPr>
          <a:lstStyle/>
          <a:p>
            <a:pPr lvl="1">
              <a:lnSpc>
                <a:spcPct val="80000"/>
              </a:lnSpc>
            </a:pPr>
            <a:r>
              <a:rPr lang="fr-FR" altLang="fr-FR" b="1" dirty="0"/>
              <a:t>Problèmes des spécifications</a:t>
            </a:r>
          </a:p>
          <a:p>
            <a:pPr lvl="2">
              <a:lnSpc>
                <a:spcPct val="80000"/>
              </a:lnSpc>
            </a:pPr>
            <a:r>
              <a:rPr lang="fr-FR" altLang="fr-FR" sz="1350" dirty="0"/>
              <a:t>parfois imprécises, incomplètes, ou incohérentes</a:t>
            </a:r>
          </a:p>
          <a:p>
            <a:pPr lvl="1">
              <a:lnSpc>
                <a:spcPct val="80000"/>
              </a:lnSpc>
            </a:pPr>
            <a:r>
              <a:rPr lang="fr-FR" altLang="fr-FR" b="1" dirty="0"/>
              <a:t>Taille et complexité des systèmes importantes et croissantes</a:t>
            </a:r>
          </a:p>
          <a:p>
            <a:pPr lvl="2">
              <a:lnSpc>
                <a:spcPct val="80000"/>
              </a:lnSpc>
            </a:pPr>
            <a:r>
              <a:rPr lang="fr-FR" altLang="fr-FR" sz="1350" dirty="0"/>
              <a:t>les besoins et les fonctionnalités augmentent</a:t>
            </a:r>
          </a:p>
          <a:p>
            <a:pPr lvl="2">
              <a:lnSpc>
                <a:spcPct val="80000"/>
              </a:lnSpc>
            </a:pPr>
            <a:r>
              <a:rPr lang="fr-FR" altLang="fr-FR" sz="1350" dirty="0"/>
              <a:t>la technologie évolue rapidement</a:t>
            </a:r>
          </a:p>
          <a:p>
            <a:pPr lvl="2">
              <a:lnSpc>
                <a:spcPct val="80000"/>
              </a:lnSpc>
            </a:pPr>
            <a:r>
              <a:rPr lang="fr-FR" altLang="fr-FR" sz="1350" dirty="0"/>
              <a:t>les architectures se diversifient</a:t>
            </a:r>
          </a:p>
          <a:p>
            <a:pPr lvl="2">
              <a:lnSpc>
                <a:spcPct val="80000"/>
              </a:lnSpc>
            </a:pPr>
            <a:r>
              <a:rPr lang="fr-FR" altLang="fr-FR" sz="1350" dirty="0"/>
              <a:t>assurer l</a:t>
            </a:r>
            <a:r>
              <a:rPr lang="ja-JP" altLang="fr-FR" sz="1350" dirty="0"/>
              <a:t>’</a:t>
            </a:r>
            <a:r>
              <a:rPr lang="fr-FR" altLang="ja-JP" sz="1350" dirty="0"/>
              <a:t>interface avec le </a:t>
            </a:r>
            <a:r>
              <a:rPr lang="fr-FR" altLang="ja-JP" sz="1350" i="1" dirty="0"/>
              <a:t>métier </a:t>
            </a:r>
            <a:r>
              <a:rPr lang="fr-FR" altLang="ja-JP" sz="1350" dirty="0"/>
              <a:t>(domaine d</a:t>
            </a:r>
            <a:r>
              <a:rPr lang="ja-JP" altLang="fr-FR" sz="1350" dirty="0"/>
              <a:t>’</a:t>
            </a:r>
            <a:r>
              <a:rPr lang="fr-FR" altLang="ja-JP" sz="1350" dirty="0"/>
              <a:t>application)</a:t>
            </a:r>
            <a:endParaRPr lang="fr-FR" altLang="fr-FR" sz="1350" dirty="0"/>
          </a:p>
          <a:p>
            <a:pPr lvl="1">
              <a:lnSpc>
                <a:spcPct val="80000"/>
              </a:lnSpc>
            </a:pPr>
            <a:r>
              <a:rPr lang="fr-FR" altLang="fr-FR" b="1" dirty="0"/>
              <a:t>Évolution des applications</a:t>
            </a:r>
          </a:p>
          <a:p>
            <a:pPr lvl="2">
              <a:lnSpc>
                <a:spcPct val="80000"/>
              </a:lnSpc>
            </a:pPr>
            <a:r>
              <a:rPr lang="fr-FR" altLang="fr-FR" sz="1350" dirty="0"/>
              <a:t>évolution des besoins des utilisateurs</a:t>
            </a:r>
          </a:p>
          <a:p>
            <a:pPr lvl="2">
              <a:lnSpc>
                <a:spcPct val="80000"/>
              </a:lnSpc>
            </a:pPr>
            <a:r>
              <a:rPr lang="fr-FR" altLang="fr-FR" sz="1350" dirty="0"/>
              <a:t>réorientation de l'application</a:t>
            </a:r>
          </a:p>
          <a:p>
            <a:pPr lvl="2">
              <a:lnSpc>
                <a:spcPct val="80000"/>
              </a:lnSpc>
            </a:pPr>
            <a:r>
              <a:rPr lang="fr-FR" altLang="fr-FR" sz="1350" dirty="0"/>
              <a:t>évolution de l'environnement technique (matériel et logiciel)</a:t>
            </a:r>
          </a:p>
          <a:p>
            <a:pPr lvl="1">
              <a:lnSpc>
                <a:spcPct val="80000"/>
              </a:lnSpc>
            </a:pPr>
            <a:r>
              <a:rPr lang="fr-FR" altLang="fr-FR" b="1" dirty="0"/>
              <a:t>Problèmes liés à la gestion des équipes</a:t>
            </a:r>
          </a:p>
          <a:p>
            <a:pPr lvl="2">
              <a:lnSpc>
                <a:spcPct val="80000"/>
              </a:lnSpc>
            </a:pPr>
            <a:r>
              <a:rPr lang="fr-FR" altLang="fr-FR" sz="1350" dirty="0"/>
              <a:t>taille croissante des équipes</a:t>
            </a:r>
          </a:p>
          <a:p>
            <a:pPr lvl="2">
              <a:lnSpc>
                <a:spcPct val="80000"/>
              </a:lnSpc>
            </a:pPr>
            <a:r>
              <a:rPr lang="fr-FR" altLang="fr-FR" sz="1350" dirty="0"/>
              <a:t>spécialisation technique</a:t>
            </a:r>
          </a:p>
          <a:p>
            <a:pPr lvl="2">
              <a:lnSpc>
                <a:spcPct val="80000"/>
              </a:lnSpc>
            </a:pPr>
            <a:r>
              <a:rPr lang="fr-FR" altLang="fr-FR" sz="1350" dirty="0"/>
              <a:t>spécialisation </a:t>
            </a:r>
            <a:r>
              <a:rPr lang="fr-FR" altLang="fr-FR" sz="1350" i="1" dirty="0"/>
              <a:t>métier</a:t>
            </a:r>
          </a:p>
          <a:p>
            <a:pPr lvl="1">
              <a:lnSpc>
                <a:spcPct val="80000"/>
              </a:lnSpc>
            </a:pPr>
            <a:endParaRPr lang="fr-FR" altLang="fr-FR" dirty="0"/>
          </a:p>
        </p:txBody>
      </p:sp>
    </p:spTree>
    <p:extLst>
      <p:ext uri="{BB962C8B-B14F-4D97-AF65-F5344CB8AC3E}">
        <p14:creationId xmlns:p14="http://schemas.microsoft.com/office/powerpoint/2010/main" val="4102286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31291" y="4741164"/>
            <a:ext cx="8280400" cy="0"/>
          </a:xfrm>
          <a:custGeom>
            <a:avLst/>
            <a:gdLst/>
            <a:ahLst/>
            <a:cxnLst/>
            <a:rect l="l" t="t" r="r" b="b"/>
            <a:pathLst>
              <a:path w="8280400">
                <a:moveTo>
                  <a:pt x="0" y="0"/>
                </a:moveTo>
                <a:lnTo>
                  <a:pt x="8280273" y="0"/>
                </a:lnTo>
              </a:path>
            </a:pathLst>
          </a:custGeom>
          <a:ln w="9144">
            <a:solidFill>
              <a:srgbClr val="C5C5C5"/>
            </a:solidFill>
            <a:prstDash val="dot"/>
          </a:ln>
        </p:spPr>
        <p:txBody>
          <a:bodyPr wrap="square" lIns="0" tIns="0" rIns="0" bIns="0" rtlCol="0"/>
          <a:lstStyle/>
          <a:p>
            <a:endParaRPr/>
          </a:p>
        </p:txBody>
      </p:sp>
      <p:sp>
        <p:nvSpPr>
          <p:cNvPr id="9" name="object 9"/>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20" dirty="0"/>
              <a:t> </a:t>
            </a:r>
            <a:r>
              <a:rPr dirty="0"/>
              <a:t>de</a:t>
            </a:r>
            <a:r>
              <a:rPr spc="5" dirty="0"/>
              <a:t> </a:t>
            </a:r>
            <a:r>
              <a:rPr spc="-5" dirty="0">
                <a:solidFill>
                  <a:srgbClr val="ED795B"/>
                </a:solidFill>
              </a:rPr>
              <a:t>conception	</a:t>
            </a:r>
          </a:p>
        </p:txBody>
      </p:sp>
      <p:sp>
        <p:nvSpPr>
          <p:cNvPr id="10" name="object 10"/>
          <p:cNvSpPr/>
          <p:nvPr/>
        </p:nvSpPr>
        <p:spPr>
          <a:xfrm>
            <a:off x="393191" y="2343911"/>
            <a:ext cx="2588260" cy="1498600"/>
          </a:xfrm>
          <a:custGeom>
            <a:avLst/>
            <a:gdLst/>
            <a:ahLst/>
            <a:cxnLst/>
            <a:rect l="l" t="t" r="r" b="b"/>
            <a:pathLst>
              <a:path w="2588260" h="1498600">
                <a:moveTo>
                  <a:pt x="2587752" y="0"/>
                </a:moveTo>
                <a:lnTo>
                  <a:pt x="0" y="0"/>
                </a:lnTo>
                <a:lnTo>
                  <a:pt x="0" y="1498092"/>
                </a:lnTo>
                <a:lnTo>
                  <a:pt x="2587752" y="1498092"/>
                </a:lnTo>
                <a:lnTo>
                  <a:pt x="2587752" y="0"/>
                </a:lnTo>
                <a:close/>
              </a:path>
            </a:pathLst>
          </a:custGeom>
          <a:solidFill>
            <a:srgbClr val="EDEDED"/>
          </a:solidFill>
        </p:spPr>
        <p:txBody>
          <a:bodyPr wrap="square" lIns="0" tIns="0" rIns="0" bIns="0" rtlCol="0"/>
          <a:lstStyle/>
          <a:p>
            <a:endParaRPr/>
          </a:p>
        </p:txBody>
      </p:sp>
      <p:sp>
        <p:nvSpPr>
          <p:cNvPr id="11" name="object 11"/>
          <p:cNvSpPr txBox="1"/>
          <p:nvPr/>
        </p:nvSpPr>
        <p:spPr>
          <a:xfrm>
            <a:off x="471627" y="2658872"/>
            <a:ext cx="1043940" cy="848994"/>
          </a:xfrm>
          <a:prstGeom prst="rect">
            <a:avLst/>
          </a:prstGeom>
        </p:spPr>
        <p:txBody>
          <a:bodyPr vert="horz" wrap="square" lIns="0" tIns="12700" rIns="0" bIns="0" rtlCol="0">
            <a:spAutoFit/>
          </a:bodyPr>
          <a:lstStyle/>
          <a:p>
            <a:pPr marL="299085" indent="-287020">
              <a:lnSpc>
                <a:spcPct val="100000"/>
              </a:lnSpc>
              <a:spcBef>
                <a:spcPts val="100"/>
              </a:spcBef>
              <a:buClr>
                <a:srgbClr val="000000"/>
              </a:buClr>
              <a:buFont typeface="Arial MT"/>
              <a:buChar char="•"/>
              <a:tabLst>
                <a:tab pos="299085" algn="l"/>
                <a:tab pos="299720" algn="l"/>
              </a:tabLst>
            </a:pPr>
            <a:r>
              <a:rPr sz="1800" spc="-110" dirty="0">
                <a:solidFill>
                  <a:srgbClr val="585858"/>
                </a:solidFill>
                <a:latin typeface="Trebuchet MS"/>
                <a:cs typeface="Trebuchet MS"/>
              </a:rPr>
              <a:t>SADT,</a:t>
            </a:r>
            <a:endParaRPr sz="1800" dirty="0">
              <a:latin typeface="Trebuchet MS"/>
              <a:cs typeface="Trebuchet MS"/>
            </a:endParaRPr>
          </a:p>
          <a:p>
            <a:pPr marL="299085" indent="-287020">
              <a:lnSpc>
                <a:spcPct val="100000"/>
              </a:lnSpc>
              <a:buClr>
                <a:srgbClr val="000000"/>
              </a:buClr>
              <a:buFont typeface="Arial MT"/>
              <a:buChar char="•"/>
              <a:tabLst>
                <a:tab pos="299085" algn="l"/>
                <a:tab pos="299720" algn="l"/>
              </a:tabLst>
            </a:pPr>
            <a:r>
              <a:rPr sz="1800" spc="-165" dirty="0">
                <a:solidFill>
                  <a:srgbClr val="585858"/>
                </a:solidFill>
                <a:latin typeface="Trebuchet MS"/>
                <a:cs typeface="Trebuchet MS"/>
              </a:rPr>
              <a:t>Warnier,</a:t>
            </a:r>
            <a:endParaRPr sz="1800" dirty="0">
              <a:latin typeface="Trebuchet MS"/>
              <a:cs typeface="Trebuchet MS"/>
            </a:endParaRPr>
          </a:p>
          <a:p>
            <a:pPr marL="299085" indent="-287020">
              <a:lnSpc>
                <a:spcPct val="100000"/>
              </a:lnSpc>
              <a:buClr>
                <a:srgbClr val="000000"/>
              </a:buClr>
              <a:buFont typeface="Arial MT"/>
              <a:buChar char="•"/>
              <a:tabLst>
                <a:tab pos="299085" algn="l"/>
                <a:tab pos="299720" algn="l"/>
              </a:tabLst>
            </a:pPr>
            <a:r>
              <a:rPr sz="1800" spc="-229" dirty="0">
                <a:solidFill>
                  <a:srgbClr val="585858"/>
                </a:solidFill>
                <a:latin typeface="Trebuchet MS"/>
                <a:cs typeface="Trebuchet MS"/>
              </a:rPr>
              <a:t>...</a:t>
            </a:r>
            <a:endParaRPr sz="1800" dirty="0">
              <a:latin typeface="Trebuchet MS"/>
              <a:cs typeface="Trebuchet MS"/>
            </a:endParaRPr>
          </a:p>
        </p:txBody>
      </p:sp>
      <p:sp>
        <p:nvSpPr>
          <p:cNvPr id="12" name="object 12"/>
          <p:cNvSpPr/>
          <p:nvPr/>
        </p:nvSpPr>
        <p:spPr>
          <a:xfrm>
            <a:off x="3261359" y="2343911"/>
            <a:ext cx="2588260" cy="1498600"/>
          </a:xfrm>
          <a:custGeom>
            <a:avLst/>
            <a:gdLst/>
            <a:ahLst/>
            <a:cxnLst/>
            <a:rect l="l" t="t" r="r" b="b"/>
            <a:pathLst>
              <a:path w="2588260" h="1498600">
                <a:moveTo>
                  <a:pt x="2587752" y="0"/>
                </a:moveTo>
                <a:lnTo>
                  <a:pt x="0" y="0"/>
                </a:lnTo>
                <a:lnTo>
                  <a:pt x="0" y="1498092"/>
                </a:lnTo>
                <a:lnTo>
                  <a:pt x="2587752" y="1498092"/>
                </a:lnTo>
                <a:lnTo>
                  <a:pt x="2587752" y="0"/>
                </a:lnTo>
                <a:close/>
              </a:path>
            </a:pathLst>
          </a:custGeom>
          <a:solidFill>
            <a:srgbClr val="EDEDED"/>
          </a:solidFill>
        </p:spPr>
        <p:txBody>
          <a:bodyPr wrap="square" lIns="0" tIns="0" rIns="0" bIns="0" rtlCol="0"/>
          <a:lstStyle/>
          <a:p>
            <a:endParaRPr/>
          </a:p>
        </p:txBody>
      </p:sp>
      <p:sp>
        <p:nvSpPr>
          <p:cNvPr id="13" name="object 13"/>
          <p:cNvSpPr txBox="1"/>
          <p:nvPr/>
        </p:nvSpPr>
        <p:spPr>
          <a:xfrm>
            <a:off x="3339846" y="2658872"/>
            <a:ext cx="1060450" cy="848994"/>
          </a:xfrm>
          <a:prstGeom prst="rect">
            <a:avLst/>
          </a:prstGeom>
        </p:spPr>
        <p:txBody>
          <a:bodyPr vert="horz" wrap="square" lIns="0" tIns="12700" rIns="0" bIns="0" rtlCol="0">
            <a:spAutoFit/>
          </a:bodyPr>
          <a:lstStyle/>
          <a:p>
            <a:pPr marL="299085" indent="-287020">
              <a:lnSpc>
                <a:spcPct val="100000"/>
              </a:lnSpc>
              <a:spcBef>
                <a:spcPts val="100"/>
              </a:spcBef>
              <a:buClr>
                <a:srgbClr val="000000"/>
              </a:buClr>
              <a:buFont typeface="Arial MT"/>
              <a:buChar char="•"/>
              <a:tabLst>
                <a:tab pos="299085" algn="l"/>
                <a:tab pos="299720" algn="l"/>
              </a:tabLst>
            </a:pPr>
            <a:r>
              <a:rPr sz="1800" spc="-30" dirty="0">
                <a:solidFill>
                  <a:srgbClr val="585858"/>
                </a:solidFill>
                <a:latin typeface="Trebuchet MS"/>
                <a:cs typeface="Trebuchet MS"/>
              </a:rPr>
              <a:t>M</a:t>
            </a:r>
            <a:r>
              <a:rPr sz="1800" spc="-15" dirty="0">
                <a:solidFill>
                  <a:srgbClr val="585858"/>
                </a:solidFill>
                <a:latin typeface="Trebuchet MS"/>
                <a:cs typeface="Trebuchet MS"/>
              </a:rPr>
              <a:t>E</a:t>
            </a:r>
            <a:r>
              <a:rPr sz="1800" spc="-60" dirty="0">
                <a:solidFill>
                  <a:srgbClr val="585858"/>
                </a:solidFill>
                <a:latin typeface="Trebuchet MS"/>
                <a:cs typeface="Trebuchet MS"/>
              </a:rPr>
              <a:t>R</a:t>
            </a:r>
            <a:r>
              <a:rPr sz="1800" spc="-25" dirty="0">
                <a:solidFill>
                  <a:srgbClr val="585858"/>
                </a:solidFill>
                <a:latin typeface="Trebuchet MS"/>
                <a:cs typeface="Trebuchet MS"/>
              </a:rPr>
              <a:t>I</a:t>
            </a:r>
            <a:r>
              <a:rPr sz="1800" spc="5" dirty="0">
                <a:solidFill>
                  <a:srgbClr val="585858"/>
                </a:solidFill>
                <a:latin typeface="Trebuchet MS"/>
                <a:cs typeface="Trebuchet MS"/>
              </a:rPr>
              <a:t>S</a:t>
            </a:r>
            <a:r>
              <a:rPr sz="1800" spc="15" dirty="0">
                <a:solidFill>
                  <a:srgbClr val="585858"/>
                </a:solidFill>
                <a:latin typeface="Trebuchet MS"/>
                <a:cs typeface="Trebuchet MS"/>
              </a:rPr>
              <a:t>E</a:t>
            </a:r>
            <a:r>
              <a:rPr sz="1800" spc="-315" dirty="0">
                <a:solidFill>
                  <a:srgbClr val="585858"/>
                </a:solidFill>
                <a:latin typeface="Trebuchet MS"/>
                <a:cs typeface="Trebuchet MS"/>
              </a:rPr>
              <a:t>,</a:t>
            </a:r>
            <a:endParaRPr sz="1800">
              <a:latin typeface="Trebuchet MS"/>
              <a:cs typeface="Trebuchet MS"/>
            </a:endParaRPr>
          </a:p>
          <a:p>
            <a:pPr marL="299085" indent="-287020">
              <a:lnSpc>
                <a:spcPct val="100000"/>
              </a:lnSpc>
              <a:buClr>
                <a:srgbClr val="000000"/>
              </a:buClr>
              <a:buFont typeface="Arial MT"/>
              <a:buChar char="•"/>
              <a:tabLst>
                <a:tab pos="299085" algn="l"/>
                <a:tab pos="299720" algn="l"/>
              </a:tabLst>
            </a:pPr>
            <a:r>
              <a:rPr sz="1800" spc="-105" dirty="0">
                <a:solidFill>
                  <a:srgbClr val="585858"/>
                </a:solidFill>
                <a:latin typeface="Trebuchet MS"/>
                <a:cs typeface="Trebuchet MS"/>
              </a:rPr>
              <a:t>AXIAL,</a:t>
            </a:r>
            <a:endParaRPr sz="1800">
              <a:latin typeface="Trebuchet MS"/>
              <a:cs typeface="Trebuchet MS"/>
            </a:endParaRPr>
          </a:p>
          <a:p>
            <a:pPr marL="299085" indent="-287020">
              <a:lnSpc>
                <a:spcPct val="100000"/>
              </a:lnSpc>
              <a:buClr>
                <a:srgbClr val="000000"/>
              </a:buClr>
              <a:buFont typeface="Arial MT"/>
              <a:buChar char="•"/>
              <a:tabLst>
                <a:tab pos="299085" algn="l"/>
                <a:tab pos="299720" algn="l"/>
              </a:tabLst>
            </a:pPr>
            <a:r>
              <a:rPr sz="1800" spc="-229" dirty="0">
                <a:solidFill>
                  <a:srgbClr val="585858"/>
                </a:solidFill>
                <a:latin typeface="Trebuchet MS"/>
                <a:cs typeface="Trebuchet MS"/>
              </a:rPr>
              <a:t>...</a:t>
            </a:r>
            <a:endParaRPr sz="1800">
              <a:latin typeface="Trebuchet MS"/>
              <a:cs typeface="Trebuchet MS"/>
            </a:endParaRPr>
          </a:p>
        </p:txBody>
      </p:sp>
      <p:sp>
        <p:nvSpPr>
          <p:cNvPr id="14" name="object 14"/>
          <p:cNvSpPr/>
          <p:nvPr/>
        </p:nvSpPr>
        <p:spPr>
          <a:xfrm>
            <a:off x="6128003" y="2343911"/>
            <a:ext cx="2588260" cy="1498600"/>
          </a:xfrm>
          <a:custGeom>
            <a:avLst/>
            <a:gdLst/>
            <a:ahLst/>
            <a:cxnLst/>
            <a:rect l="l" t="t" r="r" b="b"/>
            <a:pathLst>
              <a:path w="2588259" h="1498600">
                <a:moveTo>
                  <a:pt x="2587752" y="0"/>
                </a:moveTo>
                <a:lnTo>
                  <a:pt x="0" y="0"/>
                </a:lnTo>
                <a:lnTo>
                  <a:pt x="0" y="1498092"/>
                </a:lnTo>
                <a:lnTo>
                  <a:pt x="2587752" y="1498092"/>
                </a:lnTo>
                <a:lnTo>
                  <a:pt x="2587752" y="0"/>
                </a:lnTo>
                <a:close/>
              </a:path>
            </a:pathLst>
          </a:custGeom>
          <a:solidFill>
            <a:srgbClr val="EDEDED"/>
          </a:solidFill>
        </p:spPr>
        <p:txBody>
          <a:bodyPr wrap="square" lIns="0" tIns="0" rIns="0" bIns="0" rtlCol="0"/>
          <a:lstStyle/>
          <a:p>
            <a:endParaRPr/>
          </a:p>
        </p:txBody>
      </p:sp>
      <p:sp>
        <p:nvSpPr>
          <p:cNvPr id="15" name="object 15"/>
          <p:cNvSpPr txBox="1"/>
          <p:nvPr/>
        </p:nvSpPr>
        <p:spPr>
          <a:xfrm>
            <a:off x="6208267" y="2932887"/>
            <a:ext cx="713740" cy="300355"/>
          </a:xfrm>
          <a:prstGeom prst="rect">
            <a:avLst/>
          </a:prstGeom>
        </p:spPr>
        <p:txBody>
          <a:bodyPr vert="horz" wrap="square" lIns="0" tIns="12700" rIns="0" bIns="0" rtlCol="0">
            <a:spAutoFit/>
          </a:bodyPr>
          <a:lstStyle/>
          <a:p>
            <a:pPr marL="299085" indent="-287020">
              <a:lnSpc>
                <a:spcPct val="100000"/>
              </a:lnSpc>
              <a:spcBef>
                <a:spcPts val="100"/>
              </a:spcBef>
              <a:buClr>
                <a:srgbClr val="000000"/>
              </a:buClr>
              <a:buFont typeface="Arial MT"/>
              <a:buChar char="•"/>
              <a:tabLst>
                <a:tab pos="299085" algn="l"/>
                <a:tab pos="299720" algn="l"/>
              </a:tabLst>
            </a:pPr>
            <a:r>
              <a:rPr sz="1800" spc="-70" dirty="0">
                <a:solidFill>
                  <a:srgbClr val="585858"/>
                </a:solidFill>
                <a:latin typeface="Trebuchet MS"/>
                <a:cs typeface="Trebuchet MS"/>
              </a:rPr>
              <a:t>UML</a:t>
            </a:r>
            <a:endParaRPr sz="1800">
              <a:latin typeface="Trebuchet MS"/>
              <a:cs typeface="Trebuchet MS"/>
            </a:endParaRPr>
          </a:p>
        </p:txBody>
      </p:sp>
      <p:grpSp>
        <p:nvGrpSpPr>
          <p:cNvPr id="16" name="object 16"/>
          <p:cNvGrpSpPr/>
          <p:nvPr/>
        </p:nvGrpSpPr>
        <p:grpSpPr>
          <a:xfrm>
            <a:off x="1146047" y="3390900"/>
            <a:ext cx="1080770" cy="1080770"/>
            <a:chOff x="1146047" y="3390900"/>
            <a:chExt cx="1080770" cy="1080770"/>
          </a:xfrm>
        </p:grpSpPr>
        <p:sp>
          <p:nvSpPr>
            <p:cNvPr id="17" name="object 17"/>
            <p:cNvSpPr/>
            <p:nvPr/>
          </p:nvSpPr>
          <p:spPr>
            <a:xfrm>
              <a:off x="1146047" y="3390900"/>
              <a:ext cx="1080770" cy="1080770"/>
            </a:xfrm>
            <a:custGeom>
              <a:avLst/>
              <a:gdLst/>
              <a:ahLst/>
              <a:cxnLst/>
              <a:rect l="l" t="t" r="r" b="b"/>
              <a:pathLst>
                <a:path w="1080770" h="1080770">
                  <a:moveTo>
                    <a:pt x="540258" y="0"/>
                  </a:moveTo>
                  <a:lnTo>
                    <a:pt x="491091" y="2208"/>
                  </a:lnTo>
                  <a:lnTo>
                    <a:pt x="443159" y="8706"/>
                  </a:lnTo>
                  <a:lnTo>
                    <a:pt x="396654" y="19302"/>
                  </a:lnTo>
                  <a:lnTo>
                    <a:pt x="351765" y="33806"/>
                  </a:lnTo>
                  <a:lnTo>
                    <a:pt x="308685" y="52026"/>
                  </a:lnTo>
                  <a:lnTo>
                    <a:pt x="267603" y="73772"/>
                  </a:lnTo>
                  <a:lnTo>
                    <a:pt x="228710" y="98854"/>
                  </a:lnTo>
                  <a:lnTo>
                    <a:pt x="192198" y="127079"/>
                  </a:lnTo>
                  <a:lnTo>
                    <a:pt x="158257" y="158257"/>
                  </a:lnTo>
                  <a:lnTo>
                    <a:pt x="127079" y="192198"/>
                  </a:lnTo>
                  <a:lnTo>
                    <a:pt x="98854" y="228710"/>
                  </a:lnTo>
                  <a:lnTo>
                    <a:pt x="73772" y="267603"/>
                  </a:lnTo>
                  <a:lnTo>
                    <a:pt x="52026" y="308685"/>
                  </a:lnTo>
                  <a:lnTo>
                    <a:pt x="33806" y="351765"/>
                  </a:lnTo>
                  <a:lnTo>
                    <a:pt x="19302" y="396654"/>
                  </a:lnTo>
                  <a:lnTo>
                    <a:pt x="8706" y="443159"/>
                  </a:lnTo>
                  <a:lnTo>
                    <a:pt x="2208" y="491091"/>
                  </a:lnTo>
                  <a:lnTo>
                    <a:pt x="0" y="540258"/>
                  </a:lnTo>
                  <a:lnTo>
                    <a:pt x="2208" y="589432"/>
                  </a:lnTo>
                  <a:lnTo>
                    <a:pt x="8706" y="637369"/>
                  </a:lnTo>
                  <a:lnTo>
                    <a:pt x="19302" y="683879"/>
                  </a:lnTo>
                  <a:lnTo>
                    <a:pt x="33806" y="728770"/>
                  </a:lnTo>
                  <a:lnTo>
                    <a:pt x="52026" y="771852"/>
                  </a:lnTo>
                  <a:lnTo>
                    <a:pt x="73772" y="812935"/>
                  </a:lnTo>
                  <a:lnTo>
                    <a:pt x="98854" y="851827"/>
                  </a:lnTo>
                  <a:lnTo>
                    <a:pt x="127079" y="888338"/>
                  </a:lnTo>
                  <a:lnTo>
                    <a:pt x="158257" y="922277"/>
                  </a:lnTo>
                  <a:lnTo>
                    <a:pt x="192198" y="953453"/>
                  </a:lnTo>
                  <a:lnTo>
                    <a:pt x="228710" y="981675"/>
                  </a:lnTo>
                  <a:lnTo>
                    <a:pt x="267603" y="1006754"/>
                  </a:lnTo>
                  <a:lnTo>
                    <a:pt x="308685" y="1028497"/>
                  </a:lnTo>
                  <a:lnTo>
                    <a:pt x="351765" y="1046715"/>
                  </a:lnTo>
                  <a:lnTo>
                    <a:pt x="396654" y="1061217"/>
                  </a:lnTo>
                  <a:lnTo>
                    <a:pt x="443159" y="1071811"/>
                  </a:lnTo>
                  <a:lnTo>
                    <a:pt x="491091" y="1078308"/>
                  </a:lnTo>
                  <a:lnTo>
                    <a:pt x="540258" y="1080516"/>
                  </a:lnTo>
                  <a:lnTo>
                    <a:pt x="589424" y="1078308"/>
                  </a:lnTo>
                  <a:lnTo>
                    <a:pt x="637356" y="1071811"/>
                  </a:lnTo>
                  <a:lnTo>
                    <a:pt x="683861" y="1061217"/>
                  </a:lnTo>
                  <a:lnTo>
                    <a:pt x="728750" y="1046715"/>
                  </a:lnTo>
                  <a:lnTo>
                    <a:pt x="771830" y="1028497"/>
                  </a:lnTo>
                  <a:lnTo>
                    <a:pt x="812912" y="1006754"/>
                  </a:lnTo>
                  <a:lnTo>
                    <a:pt x="851805" y="981675"/>
                  </a:lnTo>
                  <a:lnTo>
                    <a:pt x="888317" y="953453"/>
                  </a:lnTo>
                  <a:lnTo>
                    <a:pt x="922258" y="922277"/>
                  </a:lnTo>
                  <a:lnTo>
                    <a:pt x="953436" y="888338"/>
                  </a:lnTo>
                  <a:lnTo>
                    <a:pt x="981661" y="851827"/>
                  </a:lnTo>
                  <a:lnTo>
                    <a:pt x="1006743" y="812935"/>
                  </a:lnTo>
                  <a:lnTo>
                    <a:pt x="1028489" y="771852"/>
                  </a:lnTo>
                  <a:lnTo>
                    <a:pt x="1046709" y="728770"/>
                  </a:lnTo>
                  <a:lnTo>
                    <a:pt x="1061213" y="683879"/>
                  </a:lnTo>
                  <a:lnTo>
                    <a:pt x="1071809" y="637369"/>
                  </a:lnTo>
                  <a:lnTo>
                    <a:pt x="1078307" y="589432"/>
                  </a:lnTo>
                  <a:lnTo>
                    <a:pt x="1080516" y="540258"/>
                  </a:lnTo>
                  <a:lnTo>
                    <a:pt x="1078307" y="491091"/>
                  </a:lnTo>
                  <a:lnTo>
                    <a:pt x="1071809" y="443159"/>
                  </a:lnTo>
                  <a:lnTo>
                    <a:pt x="1061213" y="396654"/>
                  </a:lnTo>
                  <a:lnTo>
                    <a:pt x="1046709" y="351765"/>
                  </a:lnTo>
                  <a:lnTo>
                    <a:pt x="1028489" y="308685"/>
                  </a:lnTo>
                  <a:lnTo>
                    <a:pt x="1006743" y="267603"/>
                  </a:lnTo>
                  <a:lnTo>
                    <a:pt x="981661" y="228710"/>
                  </a:lnTo>
                  <a:lnTo>
                    <a:pt x="953436" y="192198"/>
                  </a:lnTo>
                  <a:lnTo>
                    <a:pt x="922258" y="158257"/>
                  </a:lnTo>
                  <a:lnTo>
                    <a:pt x="888317" y="127079"/>
                  </a:lnTo>
                  <a:lnTo>
                    <a:pt x="851805" y="98854"/>
                  </a:lnTo>
                  <a:lnTo>
                    <a:pt x="812912" y="73772"/>
                  </a:lnTo>
                  <a:lnTo>
                    <a:pt x="771830" y="52026"/>
                  </a:lnTo>
                  <a:lnTo>
                    <a:pt x="728750" y="33806"/>
                  </a:lnTo>
                  <a:lnTo>
                    <a:pt x="683861" y="19302"/>
                  </a:lnTo>
                  <a:lnTo>
                    <a:pt x="637356" y="8706"/>
                  </a:lnTo>
                  <a:lnTo>
                    <a:pt x="589424" y="2208"/>
                  </a:lnTo>
                  <a:lnTo>
                    <a:pt x="540258" y="0"/>
                  </a:lnTo>
                  <a:close/>
                </a:path>
              </a:pathLst>
            </a:custGeom>
            <a:solidFill>
              <a:srgbClr val="ED795B"/>
            </a:solidFill>
          </p:spPr>
          <p:txBody>
            <a:bodyPr wrap="square" lIns="0" tIns="0" rIns="0" bIns="0" rtlCol="0"/>
            <a:lstStyle/>
            <a:p>
              <a:endParaRPr/>
            </a:p>
          </p:txBody>
        </p:sp>
        <p:pic>
          <p:nvPicPr>
            <p:cNvPr id="18" name="object 18"/>
            <p:cNvPicPr/>
            <p:nvPr/>
          </p:nvPicPr>
          <p:blipFill>
            <a:blip r:embed="rId2" cstate="print"/>
            <a:stretch>
              <a:fillRect/>
            </a:stretch>
          </p:blipFill>
          <p:spPr>
            <a:xfrm>
              <a:off x="1182623" y="3427476"/>
              <a:ext cx="1008888" cy="1008888"/>
            </a:xfrm>
            <a:prstGeom prst="rect">
              <a:avLst/>
            </a:prstGeom>
          </p:spPr>
        </p:pic>
      </p:grpSp>
      <p:grpSp>
        <p:nvGrpSpPr>
          <p:cNvPr id="19" name="object 19"/>
          <p:cNvGrpSpPr/>
          <p:nvPr/>
        </p:nvGrpSpPr>
        <p:grpSpPr>
          <a:xfrm>
            <a:off x="4009644" y="3396996"/>
            <a:ext cx="1114425" cy="1080770"/>
            <a:chOff x="4009644" y="3396996"/>
            <a:chExt cx="1114425" cy="1080770"/>
          </a:xfrm>
        </p:grpSpPr>
        <p:sp>
          <p:nvSpPr>
            <p:cNvPr id="20" name="object 20"/>
            <p:cNvSpPr/>
            <p:nvPr/>
          </p:nvSpPr>
          <p:spPr>
            <a:xfrm>
              <a:off x="4009644" y="3396996"/>
              <a:ext cx="1080770" cy="1080770"/>
            </a:xfrm>
            <a:custGeom>
              <a:avLst/>
              <a:gdLst/>
              <a:ahLst/>
              <a:cxnLst/>
              <a:rect l="l" t="t" r="r" b="b"/>
              <a:pathLst>
                <a:path w="1080770" h="1080770">
                  <a:moveTo>
                    <a:pt x="540257" y="0"/>
                  </a:moveTo>
                  <a:lnTo>
                    <a:pt x="491091" y="2208"/>
                  </a:lnTo>
                  <a:lnTo>
                    <a:pt x="443159" y="8706"/>
                  </a:lnTo>
                  <a:lnTo>
                    <a:pt x="396654" y="19302"/>
                  </a:lnTo>
                  <a:lnTo>
                    <a:pt x="351765" y="33806"/>
                  </a:lnTo>
                  <a:lnTo>
                    <a:pt x="308685" y="52026"/>
                  </a:lnTo>
                  <a:lnTo>
                    <a:pt x="267603" y="73772"/>
                  </a:lnTo>
                  <a:lnTo>
                    <a:pt x="228710" y="98854"/>
                  </a:lnTo>
                  <a:lnTo>
                    <a:pt x="192198" y="127079"/>
                  </a:lnTo>
                  <a:lnTo>
                    <a:pt x="158257" y="158257"/>
                  </a:lnTo>
                  <a:lnTo>
                    <a:pt x="127079" y="192198"/>
                  </a:lnTo>
                  <a:lnTo>
                    <a:pt x="98854" y="228710"/>
                  </a:lnTo>
                  <a:lnTo>
                    <a:pt x="73772" y="267603"/>
                  </a:lnTo>
                  <a:lnTo>
                    <a:pt x="52026" y="308685"/>
                  </a:lnTo>
                  <a:lnTo>
                    <a:pt x="33806" y="351765"/>
                  </a:lnTo>
                  <a:lnTo>
                    <a:pt x="19302" y="396654"/>
                  </a:lnTo>
                  <a:lnTo>
                    <a:pt x="8706" y="443159"/>
                  </a:lnTo>
                  <a:lnTo>
                    <a:pt x="2208" y="491091"/>
                  </a:lnTo>
                  <a:lnTo>
                    <a:pt x="0" y="540257"/>
                  </a:lnTo>
                  <a:lnTo>
                    <a:pt x="2208" y="589432"/>
                  </a:lnTo>
                  <a:lnTo>
                    <a:pt x="8706" y="637369"/>
                  </a:lnTo>
                  <a:lnTo>
                    <a:pt x="19302" y="683879"/>
                  </a:lnTo>
                  <a:lnTo>
                    <a:pt x="33806" y="728770"/>
                  </a:lnTo>
                  <a:lnTo>
                    <a:pt x="52026" y="771852"/>
                  </a:lnTo>
                  <a:lnTo>
                    <a:pt x="73772" y="812935"/>
                  </a:lnTo>
                  <a:lnTo>
                    <a:pt x="98854" y="851827"/>
                  </a:lnTo>
                  <a:lnTo>
                    <a:pt x="127079" y="888338"/>
                  </a:lnTo>
                  <a:lnTo>
                    <a:pt x="158257" y="922277"/>
                  </a:lnTo>
                  <a:lnTo>
                    <a:pt x="192198" y="953453"/>
                  </a:lnTo>
                  <a:lnTo>
                    <a:pt x="228710" y="981675"/>
                  </a:lnTo>
                  <a:lnTo>
                    <a:pt x="267603" y="1006754"/>
                  </a:lnTo>
                  <a:lnTo>
                    <a:pt x="308685" y="1028497"/>
                  </a:lnTo>
                  <a:lnTo>
                    <a:pt x="351765" y="1046715"/>
                  </a:lnTo>
                  <a:lnTo>
                    <a:pt x="396654" y="1061217"/>
                  </a:lnTo>
                  <a:lnTo>
                    <a:pt x="443159" y="1071811"/>
                  </a:lnTo>
                  <a:lnTo>
                    <a:pt x="491091" y="1078308"/>
                  </a:lnTo>
                  <a:lnTo>
                    <a:pt x="540257" y="1080515"/>
                  </a:lnTo>
                  <a:lnTo>
                    <a:pt x="589424" y="1078308"/>
                  </a:lnTo>
                  <a:lnTo>
                    <a:pt x="637356" y="1071811"/>
                  </a:lnTo>
                  <a:lnTo>
                    <a:pt x="683861" y="1061217"/>
                  </a:lnTo>
                  <a:lnTo>
                    <a:pt x="728750" y="1046715"/>
                  </a:lnTo>
                  <a:lnTo>
                    <a:pt x="771830" y="1028497"/>
                  </a:lnTo>
                  <a:lnTo>
                    <a:pt x="812912" y="1006754"/>
                  </a:lnTo>
                  <a:lnTo>
                    <a:pt x="851805" y="981675"/>
                  </a:lnTo>
                  <a:lnTo>
                    <a:pt x="888317" y="953453"/>
                  </a:lnTo>
                  <a:lnTo>
                    <a:pt x="922258" y="922277"/>
                  </a:lnTo>
                  <a:lnTo>
                    <a:pt x="953436" y="888338"/>
                  </a:lnTo>
                  <a:lnTo>
                    <a:pt x="981661" y="851827"/>
                  </a:lnTo>
                  <a:lnTo>
                    <a:pt x="1006743" y="812935"/>
                  </a:lnTo>
                  <a:lnTo>
                    <a:pt x="1028489" y="771852"/>
                  </a:lnTo>
                  <a:lnTo>
                    <a:pt x="1046709" y="728770"/>
                  </a:lnTo>
                  <a:lnTo>
                    <a:pt x="1061213" y="683879"/>
                  </a:lnTo>
                  <a:lnTo>
                    <a:pt x="1071809" y="637369"/>
                  </a:lnTo>
                  <a:lnTo>
                    <a:pt x="1078307" y="589432"/>
                  </a:lnTo>
                  <a:lnTo>
                    <a:pt x="1080515" y="540257"/>
                  </a:lnTo>
                  <a:lnTo>
                    <a:pt x="1078307" y="491091"/>
                  </a:lnTo>
                  <a:lnTo>
                    <a:pt x="1071809" y="443159"/>
                  </a:lnTo>
                  <a:lnTo>
                    <a:pt x="1061213" y="396654"/>
                  </a:lnTo>
                  <a:lnTo>
                    <a:pt x="1046709" y="351765"/>
                  </a:lnTo>
                  <a:lnTo>
                    <a:pt x="1028489" y="308685"/>
                  </a:lnTo>
                  <a:lnTo>
                    <a:pt x="1006743" y="267603"/>
                  </a:lnTo>
                  <a:lnTo>
                    <a:pt x="981661" y="228710"/>
                  </a:lnTo>
                  <a:lnTo>
                    <a:pt x="953436" y="192198"/>
                  </a:lnTo>
                  <a:lnTo>
                    <a:pt x="922258" y="158257"/>
                  </a:lnTo>
                  <a:lnTo>
                    <a:pt x="888317" y="127079"/>
                  </a:lnTo>
                  <a:lnTo>
                    <a:pt x="851805" y="98854"/>
                  </a:lnTo>
                  <a:lnTo>
                    <a:pt x="812912" y="73772"/>
                  </a:lnTo>
                  <a:lnTo>
                    <a:pt x="771830" y="52026"/>
                  </a:lnTo>
                  <a:lnTo>
                    <a:pt x="728750" y="33806"/>
                  </a:lnTo>
                  <a:lnTo>
                    <a:pt x="683861" y="19302"/>
                  </a:lnTo>
                  <a:lnTo>
                    <a:pt x="637356" y="8706"/>
                  </a:lnTo>
                  <a:lnTo>
                    <a:pt x="589424" y="2208"/>
                  </a:lnTo>
                  <a:lnTo>
                    <a:pt x="540257" y="0"/>
                  </a:lnTo>
                  <a:close/>
                </a:path>
              </a:pathLst>
            </a:custGeom>
            <a:solidFill>
              <a:srgbClr val="ED795B"/>
            </a:solidFill>
          </p:spPr>
          <p:txBody>
            <a:bodyPr wrap="square" lIns="0" tIns="0" rIns="0" bIns="0" rtlCol="0"/>
            <a:lstStyle/>
            <a:p>
              <a:endParaRPr/>
            </a:p>
          </p:txBody>
        </p:sp>
        <p:pic>
          <p:nvPicPr>
            <p:cNvPr id="21" name="object 21"/>
            <p:cNvPicPr/>
            <p:nvPr/>
          </p:nvPicPr>
          <p:blipFill>
            <a:blip r:embed="rId3" cstate="print"/>
            <a:stretch>
              <a:fillRect/>
            </a:stretch>
          </p:blipFill>
          <p:spPr>
            <a:xfrm>
              <a:off x="4116324" y="3429000"/>
              <a:ext cx="1007363" cy="1007363"/>
            </a:xfrm>
            <a:prstGeom prst="rect">
              <a:avLst/>
            </a:prstGeom>
          </p:spPr>
        </p:pic>
      </p:grpSp>
      <p:grpSp>
        <p:nvGrpSpPr>
          <p:cNvPr id="22" name="object 22"/>
          <p:cNvGrpSpPr/>
          <p:nvPr/>
        </p:nvGrpSpPr>
        <p:grpSpPr>
          <a:xfrm>
            <a:off x="6883907" y="3337559"/>
            <a:ext cx="1080770" cy="1134110"/>
            <a:chOff x="6883907" y="3337559"/>
            <a:chExt cx="1080770" cy="1134110"/>
          </a:xfrm>
        </p:grpSpPr>
        <p:sp>
          <p:nvSpPr>
            <p:cNvPr id="23" name="object 23"/>
            <p:cNvSpPr/>
            <p:nvPr/>
          </p:nvSpPr>
          <p:spPr>
            <a:xfrm>
              <a:off x="6883907" y="3390899"/>
              <a:ext cx="1080770" cy="1080770"/>
            </a:xfrm>
            <a:custGeom>
              <a:avLst/>
              <a:gdLst/>
              <a:ahLst/>
              <a:cxnLst/>
              <a:rect l="l" t="t" r="r" b="b"/>
              <a:pathLst>
                <a:path w="1080770" h="1080770">
                  <a:moveTo>
                    <a:pt x="540258" y="0"/>
                  </a:moveTo>
                  <a:lnTo>
                    <a:pt x="491091" y="2208"/>
                  </a:lnTo>
                  <a:lnTo>
                    <a:pt x="443159" y="8706"/>
                  </a:lnTo>
                  <a:lnTo>
                    <a:pt x="396654" y="19302"/>
                  </a:lnTo>
                  <a:lnTo>
                    <a:pt x="351765" y="33806"/>
                  </a:lnTo>
                  <a:lnTo>
                    <a:pt x="308685" y="52026"/>
                  </a:lnTo>
                  <a:lnTo>
                    <a:pt x="267603" y="73772"/>
                  </a:lnTo>
                  <a:lnTo>
                    <a:pt x="228710" y="98854"/>
                  </a:lnTo>
                  <a:lnTo>
                    <a:pt x="192198" y="127079"/>
                  </a:lnTo>
                  <a:lnTo>
                    <a:pt x="158257" y="158257"/>
                  </a:lnTo>
                  <a:lnTo>
                    <a:pt x="127079" y="192198"/>
                  </a:lnTo>
                  <a:lnTo>
                    <a:pt x="98854" y="228710"/>
                  </a:lnTo>
                  <a:lnTo>
                    <a:pt x="73772" y="267603"/>
                  </a:lnTo>
                  <a:lnTo>
                    <a:pt x="52026" y="308685"/>
                  </a:lnTo>
                  <a:lnTo>
                    <a:pt x="33806" y="351765"/>
                  </a:lnTo>
                  <a:lnTo>
                    <a:pt x="19302" y="396654"/>
                  </a:lnTo>
                  <a:lnTo>
                    <a:pt x="8706" y="443159"/>
                  </a:lnTo>
                  <a:lnTo>
                    <a:pt x="2208" y="491091"/>
                  </a:lnTo>
                  <a:lnTo>
                    <a:pt x="0" y="540258"/>
                  </a:lnTo>
                  <a:lnTo>
                    <a:pt x="2208" y="589432"/>
                  </a:lnTo>
                  <a:lnTo>
                    <a:pt x="8706" y="637369"/>
                  </a:lnTo>
                  <a:lnTo>
                    <a:pt x="19302" y="683879"/>
                  </a:lnTo>
                  <a:lnTo>
                    <a:pt x="33806" y="728770"/>
                  </a:lnTo>
                  <a:lnTo>
                    <a:pt x="52026" y="771852"/>
                  </a:lnTo>
                  <a:lnTo>
                    <a:pt x="73772" y="812935"/>
                  </a:lnTo>
                  <a:lnTo>
                    <a:pt x="98854" y="851827"/>
                  </a:lnTo>
                  <a:lnTo>
                    <a:pt x="127079" y="888338"/>
                  </a:lnTo>
                  <a:lnTo>
                    <a:pt x="158257" y="922277"/>
                  </a:lnTo>
                  <a:lnTo>
                    <a:pt x="192198" y="953453"/>
                  </a:lnTo>
                  <a:lnTo>
                    <a:pt x="228710" y="981675"/>
                  </a:lnTo>
                  <a:lnTo>
                    <a:pt x="267603" y="1006754"/>
                  </a:lnTo>
                  <a:lnTo>
                    <a:pt x="308685" y="1028497"/>
                  </a:lnTo>
                  <a:lnTo>
                    <a:pt x="351765" y="1046715"/>
                  </a:lnTo>
                  <a:lnTo>
                    <a:pt x="396654" y="1061217"/>
                  </a:lnTo>
                  <a:lnTo>
                    <a:pt x="443159" y="1071811"/>
                  </a:lnTo>
                  <a:lnTo>
                    <a:pt x="491091" y="1078308"/>
                  </a:lnTo>
                  <a:lnTo>
                    <a:pt x="540258" y="1080516"/>
                  </a:lnTo>
                  <a:lnTo>
                    <a:pt x="589424" y="1078308"/>
                  </a:lnTo>
                  <a:lnTo>
                    <a:pt x="637356" y="1071811"/>
                  </a:lnTo>
                  <a:lnTo>
                    <a:pt x="683861" y="1061217"/>
                  </a:lnTo>
                  <a:lnTo>
                    <a:pt x="728750" y="1046715"/>
                  </a:lnTo>
                  <a:lnTo>
                    <a:pt x="771830" y="1028497"/>
                  </a:lnTo>
                  <a:lnTo>
                    <a:pt x="812912" y="1006754"/>
                  </a:lnTo>
                  <a:lnTo>
                    <a:pt x="851805" y="981675"/>
                  </a:lnTo>
                  <a:lnTo>
                    <a:pt x="888317" y="953453"/>
                  </a:lnTo>
                  <a:lnTo>
                    <a:pt x="922258" y="922277"/>
                  </a:lnTo>
                  <a:lnTo>
                    <a:pt x="953436" y="888338"/>
                  </a:lnTo>
                  <a:lnTo>
                    <a:pt x="981661" y="851827"/>
                  </a:lnTo>
                  <a:lnTo>
                    <a:pt x="1006743" y="812935"/>
                  </a:lnTo>
                  <a:lnTo>
                    <a:pt x="1028489" y="771852"/>
                  </a:lnTo>
                  <a:lnTo>
                    <a:pt x="1046709" y="728770"/>
                  </a:lnTo>
                  <a:lnTo>
                    <a:pt x="1061213" y="683879"/>
                  </a:lnTo>
                  <a:lnTo>
                    <a:pt x="1071809" y="637369"/>
                  </a:lnTo>
                  <a:lnTo>
                    <a:pt x="1078307" y="589432"/>
                  </a:lnTo>
                  <a:lnTo>
                    <a:pt x="1080516" y="540258"/>
                  </a:lnTo>
                  <a:lnTo>
                    <a:pt x="1078307" y="491091"/>
                  </a:lnTo>
                  <a:lnTo>
                    <a:pt x="1071809" y="443159"/>
                  </a:lnTo>
                  <a:lnTo>
                    <a:pt x="1061213" y="396654"/>
                  </a:lnTo>
                  <a:lnTo>
                    <a:pt x="1046709" y="351765"/>
                  </a:lnTo>
                  <a:lnTo>
                    <a:pt x="1028489" y="308685"/>
                  </a:lnTo>
                  <a:lnTo>
                    <a:pt x="1006743" y="267603"/>
                  </a:lnTo>
                  <a:lnTo>
                    <a:pt x="981661" y="228710"/>
                  </a:lnTo>
                  <a:lnTo>
                    <a:pt x="953436" y="192198"/>
                  </a:lnTo>
                  <a:lnTo>
                    <a:pt x="922258" y="158257"/>
                  </a:lnTo>
                  <a:lnTo>
                    <a:pt x="888317" y="127079"/>
                  </a:lnTo>
                  <a:lnTo>
                    <a:pt x="851805" y="98854"/>
                  </a:lnTo>
                  <a:lnTo>
                    <a:pt x="812912" y="73772"/>
                  </a:lnTo>
                  <a:lnTo>
                    <a:pt x="771830" y="52026"/>
                  </a:lnTo>
                  <a:lnTo>
                    <a:pt x="728750" y="33806"/>
                  </a:lnTo>
                  <a:lnTo>
                    <a:pt x="683861" y="19302"/>
                  </a:lnTo>
                  <a:lnTo>
                    <a:pt x="637356" y="8706"/>
                  </a:lnTo>
                  <a:lnTo>
                    <a:pt x="589424" y="2208"/>
                  </a:lnTo>
                  <a:lnTo>
                    <a:pt x="540258" y="0"/>
                  </a:lnTo>
                  <a:close/>
                </a:path>
              </a:pathLst>
            </a:custGeom>
            <a:solidFill>
              <a:srgbClr val="ED795B"/>
            </a:solidFill>
          </p:spPr>
          <p:txBody>
            <a:bodyPr wrap="square" lIns="0" tIns="0" rIns="0" bIns="0" rtlCol="0"/>
            <a:lstStyle/>
            <a:p>
              <a:endParaRPr/>
            </a:p>
          </p:txBody>
        </p:sp>
        <p:pic>
          <p:nvPicPr>
            <p:cNvPr id="24" name="object 24"/>
            <p:cNvPicPr/>
            <p:nvPr/>
          </p:nvPicPr>
          <p:blipFill>
            <a:blip r:embed="rId4" cstate="print"/>
            <a:stretch>
              <a:fillRect/>
            </a:stretch>
          </p:blipFill>
          <p:spPr>
            <a:xfrm>
              <a:off x="6906767" y="3337559"/>
              <a:ext cx="1007364" cy="1008888"/>
            </a:xfrm>
            <a:prstGeom prst="rect">
              <a:avLst/>
            </a:prstGeom>
          </p:spPr>
        </p:pic>
      </p:grpSp>
      <p:sp>
        <p:nvSpPr>
          <p:cNvPr id="25" name="object 25"/>
          <p:cNvSpPr txBox="1"/>
          <p:nvPr/>
        </p:nvSpPr>
        <p:spPr>
          <a:xfrm>
            <a:off x="852627" y="1751202"/>
            <a:ext cx="1668145" cy="574040"/>
          </a:xfrm>
          <a:prstGeom prst="rect">
            <a:avLst/>
          </a:prstGeom>
        </p:spPr>
        <p:txBody>
          <a:bodyPr vert="horz" wrap="square" lIns="0" tIns="12700" rIns="0" bIns="0" rtlCol="0">
            <a:spAutoFit/>
          </a:bodyPr>
          <a:lstStyle/>
          <a:p>
            <a:pPr marL="12700" marR="5080" indent="311150">
              <a:lnSpc>
                <a:spcPct val="100000"/>
              </a:lnSpc>
              <a:spcBef>
                <a:spcPts val="100"/>
              </a:spcBef>
            </a:pPr>
            <a:r>
              <a:rPr sz="1800" b="1" spc="-135" dirty="0">
                <a:solidFill>
                  <a:srgbClr val="585858"/>
                </a:solidFill>
                <a:latin typeface="Trebuchet MS"/>
                <a:cs typeface="Trebuchet MS"/>
              </a:rPr>
              <a:t>MÉTHODES </a:t>
            </a:r>
            <a:r>
              <a:rPr sz="1800" b="1" spc="-130" dirty="0">
                <a:solidFill>
                  <a:srgbClr val="585858"/>
                </a:solidFill>
                <a:latin typeface="Trebuchet MS"/>
                <a:cs typeface="Trebuchet MS"/>
              </a:rPr>
              <a:t> </a:t>
            </a:r>
            <a:r>
              <a:rPr sz="1800" b="1" spc="-145" dirty="0">
                <a:solidFill>
                  <a:srgbClr val="585858"/>
                </a:solidFill>
                <a:latin typeface="Trebuchet MS"/>
                <a:cs typeface="Trebuchet MS"/>
              </a:rPr>
              <a:t>FONCTIONNELLES</a:t>
            </a:r>
            <a:endParaRPr sz="1800" dirty="0">
              <a:latin typeface="Trebuchet MS"/>
              <a:cs typeface="Trebuchet MS"/>
            </a:endParaRPr>
          </a:p>
        </p:txBody>
      </p:sp>
      <p:sp>
        <p:nvSpPr>
          <p:cNvPr id="26" name="object 26"/>
          <p:cNvSpPr txBox="1"/>
          <p:nvPr/>
        </p:nvSpPr>
        <p:spPr>
          <a:xfrm>
            <a:off x="3882390" y="1751202"/>
            <a:ext cx="1354455" cy="574040"/>
          </a:xfrm>
          <a:prstGeom prst="rect">
            <a:avLst/>
          </a:prstGeom>
        </p:spPr>
        <p:txBody>
          <a:bodyPr vert="horz" wrap="square" lIns="0" tIns="12700" rIns="0" bIns="0" rtlCol="0">
            <a:spAutoFit/>
          </a:bodyPr>
          <a:lstStyle/>
          <a:p>
            <a:pPr marL="12700" marR="5080" indent="152400">
              <a:lnSpc>
                <a:spcPct val="100000"/>
              </a:lnSpc>
              <a:spcBef>
                <a:spcPts val="100"/>
              </a:spcBef>
            </a:pPr>
            <a:r>
              <a:rPr sz="1800" b="1" spc="-135" dirty="0">
                <a:solidFill>
                  <a:srgbClr val="585858"/>
                </a:solidFill>
                <a:latin typeface="Trebuchet MS"/>
                <a:cs typeface="Trebuchet MS"/>
              </a:rPr>
              <a:t>MÉTHODES </a:t>
            </a:r>
            <a:r>
              <a:rPr sz="1800" b="1" spc="-130" dirty="0">
                <a:solidFill>
                  <a:srgbClr val="585858"/>
                </a:solidFill>
                <a:latin typeface="Trebuchet MS"/>
                <a:cs typeface="Trebuchet MS"/>
              </a:rPr>
              <a:t> </a:t>
            </a:r>
            <a:r>
              <a:rPr sz="1800" b="1" spc="-75" dirty="0">
                <a:solidFill>
                  <a:srgbClr val="585858"/>
                </a:solidFill>
                <a:latin typeface="Trebuchet MS"/>
                <a:cs typeface="Trebuchet MS"/>
              </a:rPr>
              <a:t>SYSTÉ</a:t>
            </a:r>
            <a:r>
              <a:rPr sz="1800" b="1" spc="-125" dirty="0">
                <a:solidFill>
                  <a:srgbClr val="585858"/>
                </a:solidFill>
                <a:latin typeface="Trebuchet MS"/>
                <a:cs typeface="Trebuchet MS"/>
              </a:rPr>
              <a:t>MIQU</a:t>
            </a:r>
            <a:r>
              <a:rPr sz="1800" b="1" spc="-110" dirty="0">
                <a:solidFill>
                  <a:srgbClr val="585858"/>
                </a:solidFill>
                <a:latin typeface="Trebuchet MS"/>
                <a:cs typeface="Trebuchet MS"/>
              </a:rPr>
              <a:t>E</a:t>
            </a:r>
            <a:r>
              <a:rPr sz="1800" b="1" spc="50" dirty="0">
                <a:solidFill>
                  <a:srgbClr val="585858"/>
                </a:solidFill>
                <a:latin typeface="Trebuchet MS"/>
                <a:cs typeface="Trebuchet MS"/>
              </a:rPr>
              <a:t>S</a:t>
            </a:r>
            <a:endParaRPr sz="1800">
              <a:latin typeface="Trebuchet MS"/>
              <a:cs typeface="Trebuchet MS"/>
            </a:endParaRPr>
          </a:p>
        </p:txBody>
      </p:sp>
      <p:sp>
        <p:nvSpPr>
          <p:cNvPr id="27" name="object 27"/>
          <p:cNvSpPr txBox="1"/>
          <p:nvPr/>
        </p:nvSpPr>
        <p:spPr>
          <a:xfrm>
            <a:off x="6353302" y="1751202"/>
            <a:ext cx="2127250" cy="575945"/>
          </a:xfrm>
          <a:prstGeom prst="rect">
            <a:avLst/>
          </a:prstGeom>
        </p:spPr>
        <p:txBody>
          <a:bodyPr vert="horz" wrap="square" lIns="0" tIns="10795" rIns="0" bIns="0" rtlCol="0">
            <a:spAutoFit/>
          </a:bodyPr>
          <a:lstStyle/>
          <a:p>
            <a:pPr marL="706120" marR="5080" indent="-693420">
              <a:lnSpc>
                <a:spcPct val="100600"/>
              </a:lnSpc>
              <a:spcBef>
                <a:spcPts val="85"/>
              </a:spcBef>
            </a:pPr>
            <a:r>
              <a:rPr sz="1800" b="1" spc="-165" dirty="0">
                <a:solidFill>
                  <a:srgbClr val="585858"/>
                </a:solidFill>
                <a:latin typeface="Trebuchet MS"/>
                <a:cs typeface="Trebuchet MS"/>
              </a:rPr>
              <a:t>MÉTHOD</a:t>
            </a:r>
            <a:r>
              <a:rPr sz="1800" b="1" spc="-50" dirty="0">
                <a:solidFill>
                  <a:srgbClr val="585858"/>
                </a:solidFill>
                <a:latin typeface="Trebuchet MS"/>
                <a:cs typeface="Trebuchet MS"/>
              </a:rPr>
              <a:t>E</a:t>
            </a:r>
            <a:r>
              <a:rPr sz="1800" b="1" spc="-40" dirty="0">
                <a:solidFill>
                  <a:srgbClr val="585858"/>
                </a:solidFill>
                <a:latin typeface="Trebuchet MS"/>
                <a:cs typeface="Trebuchet MS"/>
              </a:rPr>
              <a:t>S</a:t>
            </a:r>
            <a:r>
              <a:rPr sz="1800" b="1" spc="-140" dirty="0">
                <a:solidFill>
                  <a:srgbClr val="585858"/>
                </a:solidFill>
                <a:latin typeface="Trebuchet MS"/>
                <a:cs typeface="Trebuchet MS"/>
              </a:rPr>
              <a:t> </a:t>
            </a:r>
            <a:r>
              <a:rPr sz="1800" b="1" spc="-150" dirty="0">
                <a:solidFill>
                  <a:srgbClr val="585858"/>
                </a:solidFill>
                <a:latin typeface="Trebuchet MS"/>
                <a:cs typeface="Trebuchet MS"/>
              </a:rPr>
              <a:t>OR</a:t>
            </a:r>
            <a:r>
              <a:rPr sz="1800" b="1" spc="-75" dirty="0">
                <a:solidFill>
                  <a:srgbClr val="585858"/>
                </a:solidFill>
                <a:latin typeface="Trebuchet MS"/>
                <a:cs typeface="Trebuchet MS"/>
              </a:rPr>
              <a:t>I</a:t>
            </a:r>
            <a:r>
              <a:rPr sz="1800" b="1" spc="-165" dirty="0">
                <a:solidFill>
                  <a:srgbClr val="585858"/>
                </a:solidFill>
                <a:latin typeface="Trebuchet MS"/>
                <a:cs typeface="Trebuchet MS"/>
              </a:rPr>
              <a:t>EN</a:t>
            </a:r>
            <a:r>
              <a:rPr sz="1800" b="1" spc="-155" dirty="0">
                <a:solidFill>
                  <a:srgbClr val="585858"/>
                </a:solidFill>
                <a:latin typeface="Trebuchet MS"/>
                <a:cs typeface="Trebuchet MS"/>
              </a:rPr>
              <a:t>T</a:t>
            </a:r>
            <a:r>
              <a:rPr sz="1800" b="1" spc="-70" dirty="0">
                <a:solidFill>
                  <a:srgbClr val="585858"/>
                </a:solidFill>
                <a:latin typeface="Trebuchet MS"/>
                <a:cs typeface="Trebuchet MS"/>
              </a:rPr>
              <a:t>ÉES  </a:t>
            </a:r>
            <a:r>
              <a:rPr sz="1800" b="1" spc="-120" dirty="0">
                <a:solidFill>
                  <a:srgbClr val="585858"/>
                </a:solidFill>
                <a:latin typeface="Trebuchet MS"/>
                <a:cs typeface="Trebuchet MS"/>
              </a:rPr>
              <a:t>OBJETS</a:t>
            </a:r>
            <a:endParaRPr sz="1800">
              <a:latin typeface="Trebuchet MS"/>
              <a:cs typeface="Trebuchet MS"/>
            </a:endParaRPr>
          </a:p>
        </p:txBody>
      </p:sp>
      <p:sp>
        <p:nvSpPr>
          <p:cNvPr id="28" name="object 28"/>
          <p:cNvSpPr txBox="1"/>
          <p:nvPr/>
        </p:nvSpPr>
        <p:spPr>
          <a:xfrm>
            <a:off x="390550" y="1306537"/>
            <a:ext cx="6493357" cy="289823"/>
          </a:xfrm>
          <a:prstGeom prst="rect">
            <a:avLst/>
          </a:prstGeom>
        </p:spPr>
        <p:txBody>
          <a:bodyPr vert="horz" wrap="square" lIns="0" tIns="12700" rIns="0" bIns="0" rtlCol="0">
            <a:spAutoFit/>
          </a:bodyPr>
          <a:lstStyle/>
          <a:p>
            <a:pPr marL="12700">
              <a:lnSpc>
                <a:spcPct val="100000"/>
              </a:lnSpc>
              <a:spcBef>
                <a:spcPts val="100"/>
              </a:spcBef>
            </a:pPr>
            <a:r>
              <a:rPr sz="1800" spc="-155" dirty="0">
                <a:solidFill>
                  <a:srgbClr val="585858"/>
                </a:solidFill>
                <a:latin typeface="Trebuchet MS"/>
                <a:cs typeface="Trebuchet MS"/>
              </a:rPr>
              <a:t>On</a:t>
            </a:r>
            <a:r>
              <a:rPr sz="1800" spc="-150" dirty="0">
                <a:solidFill>
                  <a:srgbClr val="585858"/>
                </a:solidFill>
                <a:latin typeface="Trebuchet MS"/>
                <a:cs typeface="Trebuchet MS"/>
              </a:rPr>
              <a:t> </a:t>
            </a:r>
            <a:r>
              <a:rPr sz="1800" spc="-135" dirty="0">
                <a:solidFill>
                  <a:srgbClr val="585858"/>
                </a:solidFill>
                <a:latin typeface="Trebuchet MS"/>
                <a:cs typeface="Trebuchet MS"/>
              </a:rPr>
              <a:t>parle</a:t>
            </a:r>
            <a:r>
              <a:rPr sz="1800" spc="-165" dirty="0">
                <a:solidFill>
                  <a:srgbClr val="585858"/>
                </a:solidFill>
                <a:latin typeface="Trebuchet MS"/>
                <a:cs typeface="Trebuchet MS"/>
              </a:rPr>
              <a:t> </a:t>
            </a:r>
            <a:r>
              <a:rPr sz="1800" spc="-130" dirty="0">
                <a:solidFill>
                  <a:srgbClr val="585858"/>
                </a:solidFill>
                <a:latin typeface="Trebuchet MS"/>
                <a:cs typeface="Trebuchet MS"/>
              </a:rPr>
              <a:t>principalement</a:t>
            </a:r>
            <a:r>
              <a:rPr sz="1800" spc="-185" dirty="0">
                <a:solidFill>
                  <a:srgbClr val="585858"/>
                </a:solidFill>
                <a:latin typeface="Trebuchet MS"/>
                <a:cs typeface="Trebuchet MS"/>
              </a:rPr>
              <a:t> </a:t>
            </a:r>
            <a:r>
              <a:rPr sz="1800" spc="-150" dirty="0">
                <a:solidFill>
                  <a:srgbClr val="585858"/>
                </a:solidFill>
                <a:latin typeface="Trebuchet MS"/>
                <a:cs typeface="Trebuchet MS"/>
              </a:rPr>
              <a:t>de</a:t>
            </a:r>
            <a:r>
              <a:rPr sz="1800" spc="-160" dirty="0">
                <a:solidFill>
                  <a:srgbClr val="585858"/>
                </a:solidFill>
                <a:latin typeface="Trebuchet MS"/>
                <a:cs typeface="Trebuchet MS"/>
              </a:rPr>
              <a:t> </a:t>
            </a:r>
            <a:r>
              <a:rPr lang="fr-FR" spc="-90" dirty="0">
                <a:solidFill>
                  <a:srgbClr val="585858"/>
                </a:solidFill>
                <a:latin typeface="Trebuchet MS"/>
                <a:cs typeface="Trebuchet MS"/>
              </a:rPr>
              <a:t>trois</a:t>
            </a:r>
            <a:r>
              <a:rPr sz="1800" spc="-160" dirty="0">
                <a:solidFill>
                  <a:srgbClr val="585858"/>
                </a:solidFill>
                <a:latin typeface="Trebuchet MS"/>
                <a:cs typeface="Trebuchet MS"/>
              </a:rPr>
              <a:t> </a:t>
            </a:r>
            <a:r>
              <a:rPr sz="1800" spc="-105" dirty="0">
                <a:solidFill>
                  <a:srgbClr val="585858"/>
                </a:solidFill>
                <a:latin typeface="Trebuchet MS"/>
                <a:cs typeface="Trebuchet MS"/>
              </a:rPr>
              <a:t>types</a:t>
            </a:r>
            <a:r>
              <a:rPr sz="1800" spc="-150" dirty="0">
                <a:solidFill>
                  <a:srgbClr val="585858"/>
                </a:solidFill>
                <a:latin typeface="Trebuchet MS"/>
                <a:cs typeface="Trebuchet MS"/>
              </a:rPr>
              <a:t> de</a:t>
            </a:r>
            <a:r>
              <a:rPr sz="1800" spc="-160" dirty="0">
                <a:solidFill>
                  <a:srgbClr val="585858"/>
                </a:solidFill>
                <a:latin typeface="Trebuchet MS"/>
                <a:cs typeface="Trebuchet MS"/>
              </a:rPr>
              <a:t> </a:t>
            </a:r>
            <a:r>
              <a:rPr sz="1800" spc="-114" dirty="0">
                <a:solidFill>
                  <a:srgbClr val="585858"/>
                </a:solidFill>
                <a:latin typeface="Trebuchet MS"/>
                <a:cs typeface="Trebuchet MS"/>
              </a:rPr>
              <a:t>méthodes</a:t>
            </a:r>
            <a:r>
              <a:rPr sz="1800" spc="-170" dirty="0">
                <a:solidFill>
                  <a:srgbClr val="585858"/>
                </a:solidFill>
                <a:latin typeface="Trebuchet MS"/>
                <a:cs typeface="Trebuchet MS"/>
              </a:rPr>
              <a:t> </a:t>
            </a:r>
            <a:r>
              <a:rPr sz="1800" spc="-150" dirty="0">
                <a:solidFill>
                  <a:srgbClr val="585858"/>
                </a:solidFill>
                <a:latin typeface="Trebuchet MS"/>
                <a:cs typeface="Trebuchet MS"/>
              </a:rPr>
              <a:t>de</a:t>
            </a:r>
            <a:r>
              <a:rPr sz="1800" spc="-155" dirty="0">
                <a:solidFill>
                  <a:srgbClr val="585858"/>
                </a:solidFill>
                <a:latin typeface="Trebuchet MS"/>
                <a:cs typeface="Trebuchet MS"/>
              </a:rPr>
              <a:t> </a:t>
            </a:r>
            <a:r>
              <a:rPr sz="1800" spc="-120" dirty="0">
                <a:solidFill>
                  <a:srgbClr val="585858"/>
                </a:solidFill>
                <a:latin typeface="Trebuchet MS"/>
                <a:cs typeface="Trebuchet MS"/>
              </a:rPr>
              <a:t>conception</a:t>
            </a:r>
            <a:r>
              <a:rPr sz="1800" spc="-155" dirty="0">
                <a:solidFill>
                  <a:srgbClr val="585858"/>
                </a:solidFill>
                <a:latin typeface="Trebuchet MS"/>
                <a:cs typeface="Trebuchet MS"/>
              </a:rPr>
              <a:t> </a:t>
            </a:r>
            <a:r>
              <a:rPr sz="1800" spc="-245" dirty="0">
                <a:solidFill>
                  <a:srgbClr val="585858"/>
                </a:solidFill>
                <a:latin typeface="Trebuchet MS"/>
                <a:cs typeface="Trebuchet MS"/>
              </a:rPr>
              <a:t>:</a:t>
            </a:r>
            <a:endParaRPr sz="1800" dirty="0">
              <a:latin typeface="Trebuchet MS"/>
              <a:cs typeface="Trebuchet MS"/>
            </a:endParaRPr>
          </a:p>
        </p:txBody>
      </p:sp>
    </p:spTree>
    <p:extLst>
      <p:ext uri="{BB962C8B-B14F-4D97-AF65-F5344CB8AC3E}">
        <p14:creationId xmlns:p14="http://schemas.microsoft.com/office/powerpoint/2010/main" val="11934489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0550" y="1436496"/>
            <a:ext cx="8251825" cy="2235200"/>
          </a:xfrm>
          <a:prstGeom prst="rect">
            <a:avLst/>
          </a:prstGeom>
        </p:spPr>
        <p:txBody>
          <a:bodyPr vert="horz" wrap="square" lIns="0" tIns="13335" rIns="0" bIns="0" rtlCol="0">
            <a:spAutoFit/>
          </a:bodyPr>
          <a:lstStyle/>
          <a:p>
            <a:pPr marL="354965" marR="5080" indent="-342900" algn="just">
              <a:lnSpc>
                <a:spcPct val="114999"/>
              </a:lnSpc>
              <a:spcBef>
                <a:spcPts val="105"/>
              </a:spcBef>
              <a:buClr>
                <a:srgbClr val="585858"/>
              </a:buClr>
              <a:buFont typeface="Arial MT"/>
              <a:buChar char="●"/>
              <a:tabLst>
                <a:tab pos="355600" algn="l"/>
              </a:tabLst>
            </a:pPr>
            <a:r>
              <a:rPr sz="1800" spc="-65" dirty="0">
                <a:solidFill>
                  <a:srgbClr val="585858"/>
                </a:solidFill>
                <a:latin typeface="Trebuchet MS"/>
                <a:cs typeface="Trebuchet MS"/>
              </a:rPr>
              <a:t>Les </a:t>
            </a:r>
            <a:r>
              <a:rPr sz="1800" spc="-120" dirty="0">
                <a:solidFill>
                  <a:srgbClr val="585858"/>
                </a:solidFill>
                <a:latin typeface="Trebuchet MS"/>
                <a:cs typeface="Trebuchet MS"/>
              </a:rPr>
              <a:t>méthodes </a:t>
            </a:r>
            <a:r>
              <a:rPr sz="1800" spc="-110" dirty="0" err="1">
                <a:solidFill>
                  <a:srgbClr val="585858"/>
                </a:solidFill>
                <a:latin typeface="Trebuchet MS"/>
                <a:cs typeface="Trebuchet MS"/>
              </a:rPr>
              <a:t>fonctionnelles</a:t>
            </a:r>
            <a:r>
              <a:rPr sz="1800" spc="-110" dirty="0">
                <a:solidFill>
                  <a:srgbClr val="585858"/>
                </a:solidFill>
                <a:latin typeface="Trebuchet MS"/>
                <a:cs typeface="Trebuchet MS"/>
              </a:rPr>
              <a:t> </a:t>
            </a:r>
            <a:r>
              <a:rPr sz="1800" spc="-135" dirty="0" err="1">
                <a:solidFill>
                  <a:srgbClr val="585858"/>
                </a:solidFill>
                <a:latin typeface="Trebuchet MS"/>
                <a:cs typeface="Trebuchet MS"/>
              </a:rPr>
              <a:t>trouvent</a:t>
            </a:r>
            <a:r>
              <a:rPr sz="1800" spc="-135" dirty="0">
                <a:solidFill>
                  <a:srgbClr val="585858"/>
                </a:solidFill>
                <a:latin typeface="Trebuchet MS"/>
                <a:cs typeface="Trebuchet MS"/>
              </a:rPr>
              <a:t> </a:t>
            </a:r>
            <a:r>
              <a:rPr sz="1800" spc="-130" dirty="0">
                <a:solidFill>
                  <a:srgbClr val="585858"/>
                </a:solidFill>
                <a:latin typeface="Trebuchet MS"/>
                <a:cs typeface="Trebuchet MS"/>
              </a:rPr>
              <a:t> </a:t>
            </a:r>
            <a:r>
              <a:rPr sz="1800" spc="-140" dirty="0">
                <a:solidFill>
                  <a:srgbClr val="585858"/>
                </a:solidFill>
                <a:latin typeface="Trebuchet MS"/>
                <a:cs typeface="Trebuchet MS"/>
              </a:rPr>
              <a:t>leur </a:t>
            </a:r>
            <a:r>
              <a:rPr sz="1800" spc="-110" dirty="0">
                <a:solidFill>
                  <a:srgbClr val="585858"/>
                </a:solidFill>
                <a:latin typeface="Trebuchet MS"/>
                <a:cs typeface="Trebuchet MS"/>
              </a:rPr>
              <a:t>origine </a:t>
            </a:r>
            <a:r>
              <a:rPr sz="1800" spc="-75" dirty="0">
                <a:solidFill>
                  <a:srgbClr val="585858"/>
                </a:solidFill>
                <a:latin typeface="Trebuchet MS"/>
                <a:cs typeface="Trebuchet MS"/>
              </a:rPr>
              <a:t>dans </a:t>
            </a:r>
            <a:r>
              <a:rPr sz="1800" spc="-80" dirty="0">
                <a:solidFill>
                  <a:srgbClr val="585858"/>
                </a:solidFill>
                <a:latin typeface="Trebuchet MS"/>
                <a:cs typeface="Trebuchet MS"/>
              </a:rPr>
              <a:t>les langages </a:t>
            </a:r>
            <a:r>
              <a:rPr sz="1800" spc="-135" dirty="0">
                <a:solidFill>
                  <a:srgbClr val="585858"/>
                </a:solidFill>
                <a:latin typeface="Trebuchet MS"/>
                <a:cs typeface="Trebuchet MS"/>
              </a:rPr>
              <a:t>procéduraux. </a:t>
            </a:r>
            <a:r>
              <a:rPr sz="1800" spc="-90" dirty="0">
                <a:solidFill>
                  <a:srgbClr val="585858"/>
                </a:solidFill>
                <a:latin typeface="Trebuchet MS"/>
                <a:cs typeface="Trebuchet MS"/>
              </a:rPr>
              <a:t>Elles </a:t>
            </a:r>
            <a:r>
              <a:rPr sz="1800" spc="-160" dirty="0">
                <a:solidFill>
                  <a:srgbClr val="585858"/>
                </a:solidFill>
                <a:latin typeface="Trebuchet MS"/>
                <a:cs typeface="Trebuchet MS"/>
              </a:rPr>
              <a:t>mettent </a:t>
            </a:r>
            <a:r>
              <a:rPr sz="1800" spc="-140" dirty="0">
                <a:solidFill>
                  <a:srgbClr val="585858"/>
                </a:solidFill>
                <a:latin typeface="Trebuchet MS"/>
                <a:cs typeface="Trebuchet MS"/>
              </a:rPr>
              <a:t>en </a:t>
            </a:r>
            <a:r>
              <a:rPr sz="1800" spc="-135" dirty="0">
                <a:solidFill>
                  <a:srgbClr val="585858"/>
                </a:solidFill>
                <a:latin typeface="Trebuchet MS"/>
                <a:cs typeface="Trebuchet MS"/>
              </a:rPr>
              <a:t>évidence </a:t>
            </a:r>
            <a:r>
              <a:rPr sz="1800" spc="-80" dirty="0">
                <a:solidFill>
                  <a:srgbClr val="585858"/>
                </a:solidFill>
                <a:latin typeface="Trebuchet MS"/>
                <a:cs typeface="Trebuchet MS"/>
              </a:rPr>
              <a:t>les </a:t>
            </a:r>
            <a:r>
              <a:rPr sz="1800" spc="-95" dirty="0">
                <a:solidFill>
                  <a:srgbClr val="585858"/>
                </a:solidFill>
                <a:latin typeface="Trebuchet MS"/>
                <a:cs typeface="Trebuchet MS"/>
              </a:rPr>
              <a:t>fonctions </a:t>
            </a:r>
            <a:r>
              <a:rPr sz="1800" spc="-110" dirty="0">
                <a:solidFill>
                  <a:srgbClr val="585858"/>
                </a:solidFill>
                <a:latin typeface="Trebuchet MS"/>
                <a:cs typeface="Trebuchet MS"/>
              </a:rPr>
              <a:t>à </a:t>
            </a:r>
            <a:r>
              <a:rPr sz="1800" spc="-105" dirty="0">
                <a:solidFill>
                  <a:srgbClr val="585858"/>
                </a:solidFill>
                <a:latin typeface="Trebuchet MS"/>
                <a:cs typeface="Trebuchet MS"/>
              </a:rPr>
              <a:t> </a:t>
            </a:r>
            <a:r>
              <a:rPr sz="1800" spc="-85" dirty="0">
                <a:solidFill>
                  <a:srgbClr val="585858"/>
                </a:solidFill>
                <a:latin typeface="Trebuchet MS"/>
                <a:cs typeface="Trebuchet MS"/>
              </a:rPr>
              <a:t>assurer</a:t>
            </a:r>
            <a:r>
              <a:rPr sz="1800" spc="-130" dirty="0">
                <a:solidFill>
                  <a:srgbClr val="585858"/>
                </a:solidFill>
                <a:latin typeface="Trebuchet MS"/>
                <a:cs typeface="Trebuchet MS"/>
              </a:rPr>
              <a:t> </a:t>
            </a:r>
            <a:r>
              <a:rPr sz="1800" spc="-165" dirty="0">
                <a:solidFill>
                  <a:srgbClr val="585858"/>
                </a:solidFill>
                <a:latin typeface="Trebuchet MS"/>
                <a:cs typeface="Trebuchet MS"/>
              </a:rPr>
              <a:t>et</a:t>
            </a:r>
            <a:r>
              <a:rPr sz="1800" spc="-160" dirty="0">
                <a:solidFill>
                  <a:srgbClr val="585858"/>
                </a:solidFill>
                <a:latin typeface="Trebuchet MS"/>
                <a:cs typeface="Trebuchet MS"/>
              </a:rPr>
              <a:t> </a:t>
            </a:r>
            <a:r>
              <a:rPr sz="1800" spc="-110" dirty="0">
                <a:solidFill>
                  <a:srgbClr val="585858"/>
                </a:solidFill>
                <a:latin typeface="Trebuchet MS"/>
                <a:cs typeface="Trebuchet MS"/>
              </a:rPr>
              <a:t>proposent</a:t>
            </a:r>
            <a:r>
              <a:rPr sz="1800" spc="-165" dirty="0">
                <a:solidFill>
                  <a:srgbClr val="585858"/>
                </a:solidFill>
                <a:latin typeface="Trebuchet MS"/>
                <a:cs typeface="Trebuchet MS"/>
              </a:rPr>
              <a:t> </a:t>
            </a:r>
            <a:r>
              <a:rPr sz="1800" spc="-130" dirty="0">
                <a:solidFill>
                  <a:srgbClr val="585858"/>
                </a:solidFill>
                <a:latin typeface="Trebuchet MS"/>
                <a:cs typeface="Trebuchet MS"/>
              </a:rPr>
              <a:t>une</a:t>
            </a:r>
            <a:r>
              <a:rPr sz="1800" spc="-160" dirty="0">
                <a:solidFill>
                  <a:srgbClr val="585858"/>
                </a:solidFill>
                <a:latin typeface="Trebuchet MS"/>
                <a:cs typeface="Trebuchet MS"/>
              </a:rPr>
              <a:t> </a:t>
            </a:r>
            <a:r>
              <a:rPr sz="1800" spc="-125" dirty="0">
                <a:solidFill>
                  <a:srgbClr val="585858"/>
                </a:solidFill>
                <a:latin typeface="Trebuchet MS"/>
                <a:cs typeface="Trebuchet MS"/>
              </a:rPr>
              <a:t>approche</a:t>
            </a:r>
            <a:r>
              <a:rPr sz="1800" spc="-140" dirty="0">
                <a:solidFill>
                  <a:srgbClr val="585858"/>
                </a:solidFill>
                <a:latin typeface="Trebuchet MS"/>
                <a:cs typeface="Trebuchet MS"/>
              </a:rPr>
              <a:t> </a:t>
            </a:r>
            <a:r>
              <a:rPr sz="1800" spc="-125" dirty="0">
                <a:solidFill>
                  <a:srgbClr val="585858"/>
                </a:solidFill>
                <a:latin typeface="Trebuchet MS"/>
                <a:cs typeface="Trebuchet MS"/>
              </a:rPr>
              <a:t>hiérarchique</a:t>
            </a:r>
            <a:r>
              <a:rPr sz="1800" spc="-150" dirty="0">
                <a:solidFill>
                  <a:srgbClr val="585858"/>
                </a:solidFill>
                <a:latin typeface="Trebuchet MS"/>
                <a:cs typeface="Trebuchet MS"/>
              </a:rPr>
              <a:t> </a:t>
            </a:r>
            <a:r>
              <a:rPr sz="1800" spc="-120" dirty="0">
                <a:solidFill>
                  <a:srgbClr val="585858"/>
                </a:solidFill>
                <a:latin typeface="Trebuchet MS"/>
                <a:cs typeface="Trebuchet MS"/>
              </a:rPr>
              <a:t>descendante</a:t>
            </a:r>
            <a:r>
              <a:rPr sz="1800" spc="-155" dirty="0">
                <a:solidFill>
                  <a:srgbClr val="585858"/>
                </a:solidFill>
                <a:latin typeface="Trebuchet MS"/>
                <a:cs typeface="Trebuchet MS"/>
              </a:rPr>
              <a:t> </a:t>
            </a:r>
            <a:r>
              <a:rPr sz="1800" spc="-170" dirty="0">
                <a:solidFill>
                  <a:srgbClr val="585858"/>
                </a:solidFill>
                <a:latin typeface="Trebuchet MS"/>
                <a:cs typeface="Trebuchet MS"/>
              </a:rPr>
              <a:t>et</a:t>
            </a:r>
            <a:r>
              <a:rPr sz="1800" spc="-160" dirty="0">
                <a:solidFill>
                  <a:srgbClr val="585858"/>
                </a:solidFill>
                <a:latin typeface="Trebuchet MS"/>
                <a:cs typeface="Trebuchet MS"/>
              </a:rPr>
              <a:t> </a:t>
            </a:r>
            <a:r>
              <a:rPr sz="1800" spc="-140" dirty="0">
                <a:solidFill>
                  <a:srgbClr val="585858"/>
                </a:solidFill>
                <a:latin typeface="Trebuchet MS"/>
                <a:cs typeface="Trebuchet MS"/>
              </a:rPr>
              <a:t>modulaire.</a:t>
            </a:r>
            <a:endParaRPr sz="1800" dirty="0">
              <a:latin typeface="Trebuchet MS"/>
              <a:cs typeface="Trebuchet MS"/>
            </a:endParaRPr>
          </a:p>
          <a:p>
            <a:pPr marL="354965" indent="-342900" algn="just">
              <a:lnSpc>
                <a:spcPct val="100000"/>
              </a:lnSpc>
              <a:spcBef>
                <a:spcPts val="320"/>
              </a:spcBef>
              <a:buFont typeface="Arial MT"/>
              <a:buChar char="●"/>
              <a:tabLst>
                <a:tab pos="355600" algn="l"/>
              </a:tabLst>
            </a:pPr>
            <a:r>
              <a:rPr sz="1800" spc="-65" dirty="0">
                <a:solidFill>
                  <a:srgbClr val="585858"/>
                </a:solidFill>
                <a:latin typeface="Trebuchet MS"/>
                <a:cs typeface="Trebuchet MS"/>
              </a:rPr>
              <a:t>Les</a:t>
            </a:r>
            <a:r>
              <a:rPr sz="1800" spc="555" dirty="0">
                <a:solidFill>
                  <a:srgbClr val="585858"/>
                </a:solidFill>
                <a:latin typeface="Trebuchet MS"/>
                <a:cs typeface="Trebuchet MS"/>
              </a:rPr>
              <a:t>  </a:t>
            </a:r>
            <a:r>
              <a:rPr sz="1800" spc="-120" dirty="0">
                <a:solidFill>
                  <a:srgbClr val="585858"/>
                </a:solidFill>
                <a:latin typeface="Trebuchet MS"/>
                <a:cs typeface="Trebuchet MS"/>
              </a:rPr>
              <a:t>méthodes</a:t>
            </a:r>
            <a:r>
              <a:rPr sz="1800" spc="555" dirty="0">
                <a:solidFill>
                  <a:srgbClr val="585858"/>
                </a:solidFill>
                <a:latin typeface="Trebuchet MS"/>
                <a:cs typeface="Trebuchet MS"/>
              </a:rPr>
              <a:t>  </a:t>
            </a:r>
            <a:r>
              <a:rPr sz="1800" spc="-114" dirty="0">
                <a:solidFill>
                  <a:srgbClr val="585858"/>
                </a:solidFill>
                <a:latin typeface="Trebuchet MS"/>
                <a:cs typeface="Trebuchet MS"/>
              </a:rPr>
              <a:t>fonctionnelles</a:t>
            </a:r>
            <a:r>
              <a:rPr sz="1800" spc="550" dirty="0">
                <a:solidFill>
                  <a:srgbClr val="585858"/>
                </a:solidFill>
                <a:latin typeface="Trebuchet MS"/>
                <a:cs typeface="Trebuchet MS"/>
              </a:rPr>
              <a:t> </a:t>
            </a:r>
            <a:r>
              <a:rPr sz="1800" spc="555" dirty="0">
                <a:solidFill>
                  <a:srgbClr val="585858"/>
                </a:solidFill>
                <a:latin typeface="Trebuchet MS"/>
                <a:cs typeface="Trebuchet MS"/>
              </a:rPr>
              <a:t> </a:t>
            </a:r>
            <a:r>
              <a:rPr sz="1800" spc="-100" dirty="0">
                <a:solidFill>
                  <a:srgbClr val="585858"/>
                </a:solidFill>
                <a:latin typeface="Trebuchet MS"/>
                <a:cs typeface="Trebuchet MS"/>
              </a:rPr>
              <a:t>ou</a:t>
            </a:r>
            <a:r>
              <a:rPr sz="1800" spc="555" dirty="0">
                <a:solidFill>
                  <a:srgbClr val="585858"/>
                </a:solidFill>
                <a:latin typeface="Trebuchet MS"/>
                <a:cs typeface="Trebuchet MS"/>
              </a:rPr>
              <a:t>  </a:t>
            </a:r>
            <a:r>
              <a:rPr sz="1800" spc="-105" dirty="0">
                <a:solidFill>
                  <a:srgbClr val="585858"/>
                </a:solidFill>
                <a:latin typeface="Trebuchet MS"/>
                <a:cs typeface="Trebuchet MS"/>
              </a:rPr>
              <a:t>cartésiennes</a:t>
            </a:r>
            <a:r>
              <a:rPr sz="1800" spc="555" dirty="0">
                <a:solidFill>
                  <a:srgbClr val="585858"/>
                </a:solidFill>
                <a:latin typeface="Trebuchet MS"/>
                <a:cs typeface="Trebuchet MS"/>
              </a:rPr>
              <a:t>  </a:t>
            </a:r>
            <a:r>
              <a:rPr sz="1800" spc="-90" dirty="0">
                <a:solidFill>
                  <a:srgbClr val="585858"/>
                </a:solidFill>
                <a:latin typeface="Trebuchet MS"/>
                <a:cs typeface="Trebuchet MS"/>
              </a:rPr>
              <a:t>consistent</a:t>
            </a:r>
            <a:r>
              <a:rPr sz="1800" spc="555" dirty="0">
                <a:solidFill>
                  <a:srgbClr val="585858"/>
                </a:solidFill>
                <a:latin typeface="Trebuchet MS"/>
                <a:cs typeface="Trebuchet MS"/>
              </a:rPr>
              <a:t> </a:t>
            </a:r>
            <a:r>
              <a:rPr sz="1800" spc="560" dirty="0">
                <a:solidFill>
                  <a:srgbClr val="585858"/>
                </a:solidFill>
                <a:latin typeface="Trebuchet MS"/>
                <a:cs typeface="Trebuchet MS"/>
              </a:rPr>
              <a:t> </a:t>
            </a:r>
            <a:r>
              <a:rPr sz="1800" spc="-110" dirty="0">
                <a:solidFill>
                  <a:srgbClr val="585858"/>
                </a:solidFill>
                <a:latin typeface="Trebuchet MS"/>
                <a:cs typeface="Trebuchet MS"/>
              </a:rPr>
              <a:t>à</a:t>
            </a:r>
            <a:r>
              <a:rPr sz="1800" spc="550" dirty="0">
                <a:solidFill>
                  <a:srgbClr val="585858"/>
                </a:solidFill>
                <a:latin typeface="Trebuchet MS"/>
                <a:cs typeface="Trebuchet MS"/>
              </a:rPr>
              <a:t>  </a:t>
            </a:r>
            <a:r>
              <a:rPr sz="1800" spc="-114" dirty="0">
                <a:solidFill>
                  <a:srgbClr val="585858"/>
                </a:solidFill>
                <a:latin typeface="Trebuchet MS"/>
                <a:cs typeface="Trebuchet MS"/>
              </a:rPr>
              <a:t>décomposer</a:t>
            </a:r>
            <a:endParaRPr sz="1800" dirty="0">
              <a:latin typeface="Trebuchet MS"/>
              <a:cs typeface="Trebuchet MS"/>
            </a:endParaRPr>
          </a:p>
          <a:p>
            <a:pPr marL="354965" marR="5715" algn="just">
              <a:lnSpc>
                <a:spcPct val="114999"/>
              </a:lnSpc>
              <a:spcBef>
                <a:spcPts val="5"/>
              </a:spcBef>
            </a:pPr>
            <a:r>
              <a:rPr sz="1800" spc="-135" dirty="0">
                <a:solidFill>
                  <a:srgbClr val="585858"/>
                </a:solidFill>
                <a:latin typeface="Trebuchet MS"/>
                <a:cs typeface="Trebuchet MS"/>
              </a:rPr>
              <a:t>hiérarchiquement </a:t>
            </a:r>
            <a:r>
              <a:rPr sz="1800" spc="-130" dirty="0">
                <a:solidFill>
                  <a:srgbClr val="585858"/>
                </a:solidFill>
                <a:latin typeface="Trebuchet MS"/>
                <a:cs typeface="Trebuchet MS"/>
              </a:rPr>
              <a:t>une </a:t>
            </a:r>
            <a:r>
              <a:rPr sz="1800" spc="-120" dirty="0">
                <a:solidFill>
                  <a:srgbClr val="585858"/>
                </a:solidFill>
                <a:latin typeface="Trebuchet MS"/>
                <a:cs typeface="Trebuchet MS"/>
              </a:rPr>
              <a:t>application </a:t>
            </a:r>
            <a:r>
              <a:rPr sz="1800" spc="-140" dirty="0">
                <a:solidFill>
                  <a:srgbClr val="585858"/>
                </a:solidFill>
                <a:latin typeface="Trebuchet MS"/>
                <a:cs typeface="Trebuchet MS"/>
              </a:rPr>
              <a:t>en </a:t>
            </a:r>
            <a:r>
              <a:rPr sz="1800" spc="-120" dirty="0">
                <a:solidFill>
                  <a:srgbClr val="585858"/>
                </a:solidFill>
                <a:latin typeface="Trebuchet MS"/>
                <a:cs typeface="Trebuchet MS"/>
              </a:rPr>
              <a:t>un </a:t>
            </a:r>
            <a:r>
              <a:rPr sz="1800" spc="-125" dirty="0">
                <a:solidFill>
                  <a:srgbClr val="585858"/>
                </a:solidFill>
                <a:latin typeface="Trebuchet MS"/>
                <a:cs typeface="Trebuchet MS"/>
              </a:rPr>
              <a:t>ensemble </a:t>
            </a:r>
            <a:r>
              <a:rPr sz="1800" spc="-150" dirty="0">
                <a:solidFill>
                  <a:srgbClr val="585858"/>
                </a:solidFill>
                <a:latin typeface="Trebuchet MS"/>
                <a:cs typeface="Trebuchet MS"/>
              </a:rPr>
              <a:t>de </a:t>
            </a:r>
            <a:r>
              <a:rPr sz="1800" spc="-30" dirty="0">
                <a:solidFill>
                  <a:srgbClr val="585858"/>
                </a:solidFill>
                <a:latin typeface="Trebuchet MS"/>
                <a:cs typeface="Trebuchet MS"/>
              </a:rPr>
              <a:t>sous </a:t>
            </a:r>
            <a:r>
              <a:rPr sz="1800" spc="-114" dirty="0">
                <a:solidFill>
                  <a:srgbClr val="585858"/>
                </a:solidFill>
                <a:latin typeface="Trebuchet MS"/>
                <a:cs typeface="Trebuchet MS"/>
              </a:rPr>
              <a:t>applications. </a:t>
            </a:r>
            <a:r>
              <a:rPr sz="1800" spc="-70" dirty="0">
                <a:solidFill>
                  <a:srgbClr val="585858"/>
                </a:solidFill>
                <a:latin typeface="Trebuchet MS"/>
                <a:cs typeface="Trebuchet MS"/>
              </a:rPr>
              <a:t>Les </a:t>
            </a:r>
            <a:r>
              <a:rPr sz="1800" spc="-95" dirty="0">
                <a:solidFill>
                  <a:srgbClr val="585858"/>
                </a:solidFill>
                <a:latin typeface="Trebuchet MS"/>
                <a:cs typeface="Trebuchet MS"/>
              </a:rPr>
              <a:t>fonctions </a:t>
            </a:r>
            <a:r>
              <a:rPr sz="1800" spc="-150" dirty="0">
                <a:solidFill>
                  <a:srgbClr val="585858"/>
                </a:solidFill>
                <a:latin typeface="Trebuchet MS"/>
                <a:cs typeface="Trebuchet MS"/>
              </a:rPr>
              <a:t>de </a:t>
            </a:r>
            <a:r>
              <a:rPr sz="1800" spc="-530" dirty="0">
                <a:solidFill>
                  <a:srgbClr val="585858"/>
                </a:solidFill>
                <a:latin typeface="Trebuchet MS"/>
                <a:cs typeface="Trebuchet MS"/>
              </a:rPr>
              <a:t> </a:t>
            </a:r>
            <a:r>
              <a:rPr sz="1800" spc="-110" dirty="0">
                <a:solidFill>
                  <a:srgbClr val="585858"/>
                </a:solidFill>
                <a:latin typeface="Trebuchet MS"/>
                <a:cs typeface="Trebuchet MS"/>
              </a:rPr>
              <a:t>chacune </a:t>
            </a:r>
            <a:r>
              <a:rPr sz="1800" spc="-150" dirty="0">
                <a:solidFill>
                  <a:srgbClr val="585858"/>
                </a:solidFill>
                <a:latin typeface="Trebuchet MS"/>
                <a:cs typeface="Trebuchet MS"/>
              </a:rPr>
              <a:t>de </a:t>
            </a:r>
            <a:r>
              <a:rPr sz="1800" spc="-70" dirty="0">
                <a:solidFill>
                  <a:srgbClr val="585858"/>
                </a:solidFill>
                <a:latin typeface="Trebuchet MS"/>
                <a:cs typeface="Trebuchet MS"/>
              </a:rPr>
              <a:t>ces </a:t>
            </a:r>
            <a:r>
              <a:rPr sz="1800" spc="-125" dirty="0">
                <a:solidFill>
                  <a:srgbClr val="585858"/>
                </a:solidFill>
                <a:latin typeface="Trebuchet MS"/>
                <a:cs typeface="Trebuchet MS"/>
              </a:rPr>
              <a:t>dernières </a:t>
            </a:r>
            <a:r>
              <a:rPr sz="1800" spc="-85" dirty="0">
                <a:solidFill>
                  <a:srgbClr val="585858"/>
                </a:solidFill>
                <a:latin typeface="Trebuchet MS"/>
                <a:cs typeface="Trebuchet MS"/>
              </a:rPr>
              <a:t>sont </a:t>
            </a:r>
            <a:r>
              <a:rPr sz="1800" spc="-110" dirty="0">
                <a:solidFill>
                  <a:srgbClr val="585858"/>
                </a:solidFill>
                <a:latin typeface="Trebuchet MS"/>
                <a:cs typeface="Trebuchet MS"/>
              </a:rPr>
              <a:t>affinées </a:t>
            </a:r>
            <a:r>
              <a:rPr sz="1800" spc="-95" dirty="0">
                <a:solidFill>
                  <a:srgbClr val="585858"/>
                </a:solidFill>
                <a:latin typeface="Trebuchet MS"/>
                <a:cs typeface="Trebuchet MS"/>
              </a:rPr>
              <a:t>successivement </a:t>
            </a:r>
            <a:r>
              <a:rPr sz="1800" spc="-145" dirty="0">
                <a:solidFill>
                  <a:srgbClr val="585858"/>
                </a:solidFill>
                <a:latin typeface="Trebuchet MS"/>
                <a:cs typeface="Trebuchet MS"/>
              </a:rPr>
              <a:t>en </a:t>
            </a:r>
            <a:r>
              <a:rPr sz="1800" spc="-30" dirty="0">
                <a:solidFill>
                  <a:srgbClr val="585858"/>
                </a:solidFill>
                <a:latin typeface="Trebuchet MS"/>
                <a:cs typeface="Trebuchet MS"/>
              </a:rPr>
              <a:t>sous </a:t>
            </a:r>
            <a:r>
              <a:rPr sz="1800" spc="-95" dirty="0">
                <a:solidFill>
                  <a:srgbClr val="585858"/>
                </a:solidFill>
                <a:latin typeface="Trebuchet MS"/>
                <a:cs typeface="Trebuchet MS"/>
              </a:rPr>
              <a:t>fonctions </a:t>
            </a:r>
            <a:r>
              <a:rPr sz="1800" spc="-90" dirty="0">
                <a:solidFill>
                  <a:srgbClr val="585858"/>
                </a:solidFill>
                <a:latin typeface="Trebuchet MS"/>
                <a:cs typeface="Trebuchet MS"/>
              </a:rPr>
              <a:t>simples </a:t>
            </a:r>
            <a:r>
              <a:rPr sz="1800" spc="-110" dirty="0">
                <a:solidFill>
                  <a:srgbClr val="585858"/>
                </a:solidFill>
                <a:latin typeface="Trebuchet MS"/>
                <a:cs typeface="Trebuchet MS"/>
              </a:rPr>
              <a:t>à </a:t>
            </a:r>
            <a:r>
              <a:rPr sz="1800" spc="-105" dirty="0">
                <a:solidFill>
                  <a:srgbClr val="585858"/>
                </a:solidFill>
                <a:latin typeface="Trebuchet MS"/>
                <a:cs typeface="Trebuchet MS"/>
              </a:rPr>
              <a:t> </a:t>
            </a:r>
            <a:r>
              <a:rPr sz="1800" spc="-95" dirty="0">
                <a:solidFill>
                  <a:srgbClr val="585858"/>
                </a:solidFill>
                <a:latin typeface="Trebuchet MS"/>
                <a:cs typeface="Trebuchet MS"/>
              </a:rPr>
              <a:t>c</a:t>
            </a:r>
            <a:r>
              <a:rPr sz="1800" spc="-135" dirty="0">
                <a:solidFill>
                  <a:srgbClr val="585858"/>
                </a:solidFill>
                <a:latin typeface="Trebuchet MS"/>
                <a:cs typeface="Trebuchet MS"/>
              </a:rPr>
              <a:t>oder</a:t>
            </a:r>
            <a:r>
              <a:rPr sz="1800" spc="-155" dirty="0">
                <a:solidFill>
                  <a:srgbClr val="585858"/>
                </a:solidFill>
                <a:latin typeface="Trebuchet MS"/>
                <a:cs typeface="Trebuchet MS"/>
              </a:rPr>
              <a:t> </a:t>
            </a:r>
            <a:r>
              <a:rPr sz="1800" spc="-75" dirty="0">
                <a:solidFill>
                  <a:srgbClr val="585858"/>
                </a:solidFill>
                <a:latin typeface="Trebuchet MS"/>
                <a:cs typeface="Trebuchet MS"/>
              </a:rPr>
              <a:t>dans</a:t>
            </a:r>
            <a:r>
              <a:rPr sz="1800" spc="-150" dirty="0">
                <a:solidFill>
                  <a:srgbClr val="585858"/>
                </a:solidFill>
                <a:latin typeface="Trebuchet MS"/>
                <a:cs typeface="Trebuchet MS"/>
              </a:rPr>
              <a:t> </a:t>
            </a:r>
            <a:r>
              <a:rPr sz="1800" spc="-110" dirty="0">
                <a:solidFill>
                  <a:srgbClr val="585858"/>
                </a:solidFill>
                <a:latin typeface="Trebuchet MS"/>
                <a:cs typeface="Trebuchet MS"/>
              </a:rPr>
              <a:t>un</a:t>
            </a:r>
            <a:r>
              <a:rPr sz="1800" spc="-160" dirty="0">
                <a:solidFill>
                  <a:srgbClr val="585858"/>
                </a:solidFill>
                <a:latin typeface="Trebuchet MS"/>
                <a:cs typeface="Trebuchet MS"/>
              </a:rPr>
              <a:t> </a:t>
            </a:r>
            <a:r>
              <a:rPr sz="1800" spc="-95" dirty="0">
                <a:solidFill>
                  <a:srgbClr val="585858"/>
                </a:solidFill>
                <a:latin typeface="Trebuchet MS"/>
                <a:cs typeface="Trebuchet MS"/>
              </a:rPr>
              <a:t>langage</a:t>
            </a:r>
            <a:r>
              <a:rPr sz="1800" spc="-175" dirty="0">
                <a:solidFill>
                  <a:srgbClr val="585858"/>
                </a:solidFill>
                <a:latin typeface="Trebuchet MS"/>
                <a:cs typeface="Trebuchet MS"/>
              </a:rPr>
              <a:t> </a:t>
            </a:r>
            <a:r>
              <a:rPr sz="1800" spc="-150" dirty="0">
                <a:solidFill>
                  <a:srgbClr val="585858"/>
                </a:solidFill>
                <a:latin typeface="Trebuchet MS"/>
                <a:cs typeface="Trebuchet MS"/>
              </a:rPr>
              <a:t>de</a:t>
            </a:r>
            <a:r>
              <a:rPr sz="1800" spc="-165" dirty="0">
                <a:solidFill>
                  <a:srgbClr val="585858"/>
                </a:solidFill>
                <a:latin typeface="Trebuchet MS"/>
                <a:cs typeface="Trebuchet MS"/>
              </a:rPr>
              <a:t> </a:t>
            </a:r>
            <a:r>
              <a:rPr sz="1800" spc="-114" dirty="0">
                <a:solidFill>
                  <a:srgbClr val="585858"/>
                </a:solidFill>
                <a:latin typeface="Trebuchet MS"/>
                <a:cs typeface="Trebuchet MS"/>
              </a:rPr>
              <a:t>prog</a:t>
            </a:r>
            <a:r>
              <a:rPr sz="1800" spc="-100" dirty="0">
                <a:solidFill>
                  <a:srgbClr val="585858"/>
                </a:solidFill>
                <a:latin typeface="Trebuchet MS"/>
                <a:cs typeface="Trebuchet MS"/>
              </a:rPr>
              <a:t>r</a:t>
            </a:r>
            <a:r>
              <a:rPr sz="1800" spc="-130" dirty="0">
                <a:solidFill>
                  <a:srgbClr val="585858"/>
                </a:solidFill>
                <a:latin typeface="Trebuchet MS"/>
                <a:cs typeface="Trebuchet MS"/>
              </a:rPr>
              <a:t>ammatio</a:t>
            </a:r>
            <a:r>
              <a:rPr sz="1800" spc="-120" dirty="0">
                <a:solidFill>
                  <a:srgbClr val="585858"/>
                </a:solidFill>
                <a:latin typeface="Trebuchet MS"/>
                <a:cs typeface="Trebuchet MS"/>
              </a:rPr>
              <a:t>n</a:t>
            </a:r>
            <a:r>
              <a:rPr sz="1800" spc="-165" dirty="0">
                <a:solidFill>
                  <a:srgbClr val="585858"/>
                </a:solidFill>
                <a:latin typeface="Trebuchet MS"/>
                <a:cs typeface="Trebuchet MS"/>
              </a:rPr>
              <a:t> </a:t>
            </a:r>
            <a:r>
              <a:rPr sz="1800" spc="-120" dirty="0">
                <a:solidFill>
                  <a:srgbClr val="585858"/>
                </a:solidFill>
                <a:latin typeface="Trebuchet MS"/>
                <a:cs typeface="Trebuchet MS"/>
              </a:rPr>
              <a:t>donn</a:t>
            </a:r>
            <a:r>
              <a:rPr sz="1800" spc="-125" dirty="0">
                <a:solidFill>
                  <a:srgbClr val="585858"/>
                </a:solidFill>
                <a:latin typeface="Trebuchet MS"/>
                <a:cs typeface="Trebuchet MS"/>
              </a:rPr>
              <a:t>é</a:t>
            </a:r>
            <a:r>
              <a:rPr sz="1800" spc="-225" dirty="0">
                <a:solidFill>
                  <a:srgbClr val="585858"/>
                </a:solidFill>
                <a:latin typeface="Trebuchet MS"/>
                <a:cs typeface="Trebuchet MS"/>
              </a:rPr>
              <a: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20" dirty="0"/>
              <a:t> </a:t>
            </a:r>
            <a:r>
              <a:rPr dirty="0">
                <a:solidFill>
                  <a:srgbClr val="ED795B"/>
                </a:solidFill>
              </a:rPr>
              <a:t>fonctionnelles	</a:t>
            </a:r>
          </a:p>
        </p:txBody>
      </p:sp>
      <p:pic>
        <p:nvPicPr>
          <p:cNvPr id="4" name="object 4"/>
          <p:cNvPicPr/>
          <p:nvPr/>
        </p:nvPicPr>
        <p:blipFill>
          <a:blip r:embed="rId3" cstate="print"/>
          <a:stretch>
            <a:fillRect/>
          </a:stretch>
        </p:blipFill>
        <p:spPr>
          <a:xfrm>
            <a:off x="7208519" y="3370579"/>
            <a:ext cx="1325879" cy="1299971"/>
          </a:xfrm>
          <a:prstGeom prst="rect">
            <a:avLst/>
          </a:prstGeom>
        </p:spPr>
      </p:pic>
    </p:spTree>
    <p:extLst>
      <p:ext uri="{BB962C8B-B14F-4D97-AF65-F5344CB8AC3E}">
        <p14:creationId xmlns:p14="http://schemas.microsoft.com/office/powerpoint/2010/main" val="13859140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65" dirty="0"/>
              <a:t> </a:t>
            </a:r>
            <a:r>
              <a:rPr dirty="0">
                <a:solidFill>
                  <a:srgbClr val="ED795B"/>
                </a:solidFill>
              </a:rPr>
              <a:t>fonctionnelles	</a:t>
            </a:r>
          </a:p>
        </p:txBody>
      </p:sp>
      <p:sp>
        <p:nvSpPr>
          <p:cNvPr id="3" name="object 3"/>
          <p:cNvSpPr txBox="1"/>
          <p:nvPr/>
        </p:nvSpPr>
        <p:spPr>
          <a:xfrm>
            <a:off x="2324226" y="4350816"/>
            <a:ext cx="4504690" cy="239395"/>
          </a:xfrm>
          <a:prstGeom prst="rect">
            <a:avLst/>
          </a:prstGeom>
        </p:spPr>
        <p:txBody>
          <a:bodyPr vert="horz" wrap="square" lIns="0" tIns="12700" rIns="0" bIns="0" rtlCol="0">
            <a:spAutoFit/>
          </a:bodyPr>
          <a:lstStyle/>
          <a:p>
            <a:pPr marL="12700">
              <a:lnSpc>
                <a:spcPct val="100000"/>
              </a:lnSpc>
              <a:spcBef>
                <a:spcPts val="100"/>
              </a:spcBef>
            </a:pPr>
            <a:r>
              <a:rPr sz="1400" dirty="0">
                <a:solidFill>
                  <a:srgbClr val="999999"/>
                </a:solidFill>
                <a:latin typeface="Roboto"/>
                <a:cs typeface="Roboto"/>
              </a:rPr>
              <a:t>Représentation</a:t>
            </a:r>
            <a:r>
              <a:rPr sz="1400" spc="25" dirty="0">
                <a:solidFill>
                  <a:srgbClr val="999999"/>
                </a:solidFill>
                <a:latin typeface="Roboto"/>
                <a:cs typeface="Roboto"/>
              </a:rPr>
              <a:t> </a:t>
            </a:r>
            <a:r>
              <a:rPr sz="1400" spc="-10" dirty="0">
                <a:solidFill>
                  <a:srgbClr val="999999"/>
                </a:solidFill>
                <a:latin typeface="Roboto"/>
                <a:cs typeface="Roboto"/>
              </a:rPr>
              <a:t>graphique</a:t>
            </a:r>
            <a:r>
              <a:rPr sz="1400" spc="65" dirty="0">
                <a:solidFill>
                  <a:srgbClr val="999999"/>
                </a:solidFill>
                <a:latin typeface="Roboto"/>
                <a:cs typeface="Roboto"/>
              </a:rPr>
              <a:t> </a:t>
            </a:r>
            <a:r>
              <a:rPr sz="1400" spc="-15" dirty="0">
                <a:solidFill>
                  <a:srgbClr val="999999"/>
                </a:solidFill>
                <a:latin typeface="Roboto"/>
                <a:cs typeface="Roboto"/>
              </a:rPr>
              <a:t>d'une</a:t>
            </a:r>
            <a:r>
              <a:rPr sz="1400" spc="20" dirty="0">
                <a:solidFill>
                  <a:srgbClr val="999999"/>
                </a:solidFill>
                <a:latin typeface="Roboto"/>
                <a:cs typeface="Roboto"/>
              </a:rPr>
              <a:t> </a:t>
            </a:r>
            <a:r>
              <a:rPr sz="1400" spc="-5" dirty="0">
                <a:solidFill>
                  <a:srgbClr val="999999"/>
                </a:solidFill>
                <a:latin typeface="Roboto"/>
                <a:cs typeface="Roboto"/>
              </a:rPr>
              <a:t>approche</a:t>
            </a:r>
            <a:r>
              <a:rPr sz="1400" spc="35" dirty="0">
                <a:solidFill>
                  <a:srgbClr val="999999"/>
                </a:solidFill>
                <a:latin typeface="Roboto"/>
                <a:cs typeface="Roboto"/>
              </a:rPr>
              <a:t> </a:t>
            </a:r>
            <a:r>
              <a:rPr sz="1400" spc="-5" dirty="0">
                <a:solidFill>
                  <a:srgbClr val="999999"/>
                </a:solidFill>
                <a:latin typeface="Roboto"/>
                <a:cs typeface="Roboto"/>
              </a:rPr>
              <a:t>fonctionnelle.</a:t>
            </a:r>
            <a:endParaRPr sz="1400">
              <a:latin typeface="Roboto"/>
              <a:cs typeface="Roboto"/>
            </a:endParaRPr>
          </a:p>
        </p:txBody>
      </p:sp>
      <p:pic>
        <p:nvPicPr>
          <p:cNvPr id="4" name="object 4"/>
          <p:cNvPicPr/>
          <p:nvPr/>
        </p:nvPicPr>
        <p:blipFill>
          <a:blip r:embed="rId3" cstate="print"/>
          <a:stretch>
            <a:fillRect/>
          </a:stretch>
        </p:blipFill>
        <p:spPr>
          <a:xfrm>
            <a:off x="431291" y="1141475"/>
            <a:ext cx="8273296" cy="3004328"/>
          </a:xfrm>
          <a:prstGeom prst="rect">
            <a:avLst/>
          </a:prstGeom>
        </p:spPr>
      </p:pic>
    </p:spTree>
    <p:extLst>
      <p:ext uri="{BB962C8B-B14F-4D97-AF65-F5344CB8AC3E}">
        <p14:creationId xmlns:p14="http://schemas.microsoft.com/office/powerpoint/2010/main" val="27838942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20" dirty="0"/>
              <a:t> </a:t>
            </a:r>
            <a:r>
              <a:rPr dirty="0">
                <a:solidFill>
                  <a:srgbClr val="ED795B"/>
                </a:solidFill>
              </a:rPr>
              <a:t>fonctionnelles	</a:t>
            </a:r>
          </a:p>
        </p:txBody>
      </p:sp>
      <p:sp>
        <p:nvSpPr>
          <p:cNvPr id="2" name="object 2"/>
          <p:cNvSpPr txBox="1">
            <a:spLocks noGrp="1"/>
          </p:cNvSpPr>
          <p:nvPr>
            <p:ph idx="1"/>
          </p:nvPr>
        </p:nvSpPr>
        <p:spPr>
          <a:xfrm>
            <a:off x="785520" y="1354419"/>
            <a:ext cx="7543800" cy="3304110"/>
          </a:xfrm>
          <a:prstGeom prst="rect">
            <a:avLst/>
          </a:prstGeom>
        </p:spPr>
        <p:txBody>
          <a:bodyPr vert="horz" wrap="square" lIns="0" tIns="53975" rIns="0" bIns="0" rtlCol="0">
            <a:spAutoFit/>
          </a:bodyPr>
          <a:lstStyle/>
          <a:p>
            <a:pPr marL="0" indent="0">
              <a:lnSpc>
                <a:spcPct val="100000"/>
              </a:lnSpc>
              <a:spcBef>
                <a:spcPts val="425"/>
              </a:spcBef>
              <a:buNone/>
            </a:pPr>
            <a:r>
              <a:rPr spc="-65" dirty="0"/>
              <a:t>Les</a:t>
            </a:r>
            <a:r>
              <a:rPr spc="-160" dirty="0"/>
              <a:t> </a:t>
            </a:r>
            <a:r>
              <a:rPr spc="-90" dirty="0"/>
              <a:t>points</a:t>
            </a:r>
            <a:r>
              <a:rPr spc="-160" dirty="0"/>
              <a:t> </a:t>
            </a:r>
            <a:r>
              <a:rPr spc="-100" dirty="0"/>
              <a:t>forts</a:t>
            </a:r>
            <a:r>
              <a:rPr spc="-135" dirty="0"/>
              <a:t> </a:t>
            </a:r>
            <a:r>
              <a:rPr spc="-80" dirty="0"/>
              <a:t>des</a:t>
            </a:r>
            <a:r>
              <a:rPr spc="-160" dirty="0"/>
              <a:t> </a:t>
            </a:r>
            <a:r>
              <a:rPr spc="-114" dirty="0"/>
              <a:t>méthodes</a:t>
            </a:r>
            <a:r>
              <a:rPr spc="-165" dirty="0"/>
              <a:t> </a:t>
            </a:r>
            <a:r>
              <a:rPr spc="-114" dirty="0"/>
              <a:t>fonctionnelles</a:t>
            </a:r>
            <a:r>
              <a:rPr spc="-180" dirty="0"/>
              <a:t> </a:t>
            </a:r>
            <a:r>
              <a:rPr spc="-80" dirty="0"/>
              <a:t>sont</a:t>
            </a:r>
            <a:r>
              <a:rPr spc="-160" dirty="0"/>
              <a:t> </a:t>
            </a:r>
            <a:r>
              <a:rPr spc="-80" dirty="0"/>
              <a:t>les</a:t>
            </a:r>
            <a:r>
              <a:rPr spc="-155" dirty="0"/>
              <a:t> </a:t>
            </a:r>
            <a:r>
              <a:rPr spc="-80" dirty="0"/>
              <a:t>suivants</a:t>
            </a:r>
            <a:r>
              <a:rPr spc="-155" dirty="0"/>
              <a:t> </a:t>
            </a:r>
            <a:r>
              <a:rPr spc="-245" dirty="0"/>
              <a:t>:</a:t>
            </a:r>
          </a:p>
          <a:p>
            <a:pPr marL="473709" indent="-342900">
              <a:lnSpc>
                <a:spcPct val="100000"/>
              </a:lnSpc>
              <a:spcBef>
                <a:spcPts val="330"/>
              </a:spcBef>
              <a:buFont typeface="Arial MT"/>
              <a:buChar char="●"/>
              <a:tabLst>
                <a:tab pos="473075" algn="l"/>
                <a:tab pos="473709" algn="l"/>
              </a:tabLst>
            </a:pPr>
            <a:r>
              <a:rPr b="1" spc="-30" dirty="0">
                <a:latin typeface="Trebuchet MS"/>
                <a:cs typeface="Trebuchet MS"/>
              </a:rPr>
              <a:t>Si</a:t>
            </a:r>
            <a:r>
              <a:rPr b="1" spc="-204" dirty="0">
                <a:latin typeface="Trebuchet MS"/>
                <a:cs typeface="Trebuchet MS"/>
              </a:rPr>
              <a:t>mp</a:t>
            </a:r>
            <a:r>
              <a:rPr b="1" spc="-95" dirty="0">
                <a:latin typeface="Trebuchet MS"/>
                <a:cs typeface="Trebuchet MS"/>
              </a:rPr>
              <a:t>l</a:t>
            </a:r>
            <a:r>
              <a:rPr b="1" spc="-120" dirty="0">
                <a:latin typeface="Trebuchet MS"/>
                <a:cs typeface="Trebuchet MS"/>
              </a:rPr>
              <a:t>ici</a:t>
            </a:r>
            <a:r>
              <a:rPr b="1" spc="-135" dirty="0">
                <a:latin typeface="Trebuchet MS"/>
                <a:cs typeface="Trebuchet MS"/>
              </a:rPr>
              <a:t>t</a:t>
            </a:r>
            <a:r>
              <a:rPr b="1" spc="-215" dirty="0">
                <a:latin typeface="Trebuchet MS"/>
                <a:cs typeface="Trebuchet MS"/>
              </a:rPr>
              <a:t>é</a:t>
            </a:r>
            <a:r>
              <a:rPr b="1" spc="-120" dirty="0">
                <a:latin typeface="Trebuchet MS"/>
                <a:cs typeface="Trebuchet MS"/>
              </a:rPr>
              <a:t> </a:t>
            </a:r>
            <a:r>
              <a:rPr spc="-120" dirty="0"/>
              <a:t>du</a:t>
            </a:r>
            <a:r>
              <a:rPr spc="-160" dirty="0"/>
              <a:t> </a:t>
            </a:r>
            <a:r>
              <a:rPr spc="-114" dirty="0"/>
              <a:t>pro</a:t>
            </a:r>
            <a:r>
              <a:rPr spc="-125" dirty="0"/>
              <a:t>c</a:t>
            </a:r>
            <a:r>
              <a:rPr spc="-25" dirty="0"/>
              <a:t>es</a:t>
            </a:r>
            <a:r>
              <a:rPr spc="-30" dirty="0"/>
              <a:t>sus</a:t>
            </a:r>
            <a:r>
              <a:rPr spc="-125" dirty="0"/>
              <a:t> </a:t>
            </a:r>
            <a:r>
              <a:rPr spc="-150" dirty="0"/>
              <a:t>de</a:t>
            </a:r>
            <a:r>
              <a:rPr spc="-160" dirty="0"/>
              <a:t> </a:t>
            </a:r>
            <a:r>
              <a:rPr spc="-90" dirty="0"/>
              <a:t>c</a:t>
            </a:r>
            <a:r>
              <a:rPr spc="-120" dirty="0"/>
              <a:t>onception</a:t>
            </a:r>
            <a:r>
              <a:rPr spc="-160" dirty="0"/>
              <a:t> </a:t>
            </a:r>
            <a:r>
              <a:rPr spc="-130" dirty="0"/>
              <a:t>pré</a:t>
            </a:r>
            <a:r>
              <a:rPr spc="-145" dirty="0"/>
              <a:t>c</a:t>
            </a:r>
            <a:r>
              <a:rPr spc="-125" dirty="0"/>
              <a:t>onisé,</a:t>
            </a:r>
          </a:p>
          <a:p>
            <a:pPr marL="473709" indent="-342900">
              <a:lnSpc>
                <a:spcPct val="100000"/>
              </a:lnSpc>
              <a:spcBef>
                <a:spcPts val="320"/>
              </a:spcBef>
              <a:buFont typeface="Arial MT"/>
              <a:buChar char="●"/>
              <a:tabLst>
                <a:tab pos="473075" algn="l"/>
                <a:tab pos="473709" algn="l"/>
              </a:tabLst>
            </a:pPr>
            <a:r>
              <a:rPr spc="-130" dirty="0"/>
              <a:t>Capacité</a:t>
            </a:r>
            <a:r>
              <a:rPr spc="-150" dirty="0"/>
              <a:t> </a:t>
            </a:r>
            <a:r>
              <a:rPr spc="-110" dirty="0"/>
              <a:t>à</a:t>
            </a:r>
            <a:r>
              <a:rPr spc="-150" dirty="0"/>
              <a:t> </a:t>
            </a:r>
            <a:r>
              <a:rPr spc="-140" dirty="0"/>
              <a:t>répondre</a:t>
            </a:r>
            <a:r>
              <a:rPr spc="-145" dirty="0"/>
              <a:t> </a:t>
            </a:r>
            <a:r>
              <a:rPr b="1" spc="-175" dirty="0">
                <a:latin typeface="Trebuchet MS"/>
                <a:cs typeface="Trebuchet MS"/>
              </a:rPr>
              <a:t>rapidement</a:t>
            </a:r>
            <a:r>
              <a:rPr b="1" spc="-140" dirty="0">
                <a:latin typeface="Trebuchet MS"/>
                <a:cs typeface="Trebuchet MS"/>
              </a:rPr>
              <a:t> </a:t>
            </a:r>
            <a:r>
              <a:rPr spc="-114" dirty="0"/>
              <a:t>aux</a:t>
            </a:r>
            <a:r>
              <a:rPr spc="-160" dirty="0"/>
              <a:t> </a:t>
            </a:r>
            <a:r>
              <a:rPr spc="-75" dirty="0"/>
              <a:t>besoins</a:t>
            </a:r>
            <a:r>
              <a:rPr spc="-140" dirty="0"/>
              <a:t> </a:t>
            </a:r>
            <a:r>
              <a:rPr spc="-105" dirty="0"/>
              <a:t>ponctuels</a:t>
            </a:r>
            <a:r>
              <a:rPr spc="-155" dirty="0"/>
              <a:t> </a:t>
            </a:r>
            <a:r>
              <a:rPr spc="-150" dirty="0"/>
              <a:t>de</a:t>
            </a:r>
            <a:r>
              <a:rPr spc="-155" dirty="0"/>
              <a:t> </a:t>
            </a:r>
            <a:r>
              <a:rPr spc="-100" dirty="0"/>
              <a:t>leurs</a:t>
            </a:r>
            <a:r>
              <a:rPr spc="-145" dirty="0"/>
              <a:t> </a:t>
            </a:r>
            <a:r>
              <a:rPr spc="-110" dirty="0"/>
              <a:t>utilisateurs.</a:t>
            </a:r>
          </a:p>
          <a:p>
            <a:pPr marL="118110">
              <a:lnSpc>
                <a:spcPct val="100000"/>
              </a:lnSpc>
              <a:spcBef>
                <a:spcPts val="25"/>
              </a:spcBef>
              <a:buClr>
                <a:srgbClr val="585858"/>
              </a:buClr>
              <a:buFont typeface="Arial MT"/>
              <a:buChar char="●"/>
            </a:pPr>
            <a:endParaRPr sz="2400" dirty="0"/>
          </a:p>
          <a:p>
            <a:pPr marL="0" indent="0">
              <a:lnSpc>
                <a:spcPct val="100000"/>
              </a:lnSpc>
              <a:buNone/>
            </a:pPr>
            <a:r>
              <a:rPr spc="-70" dirty="0"/>
              <a:t>Le</a:t>
            </a:r>
            <a:r>
              <a:rPr spc="-160" dirty="0"/>
              <a:t> </a:t>
            </a:r>
            <a:r>
              <a:rPr spc="-95" dirty="0"/>
              <a:t>point</a:t>
            </a:r>
            <a:r>
              <a:rPr spc="-155" dirty="0"/>
              <a:t> </a:t>
            </a:r>
            <a:r>
              <a:rPr spc="-100" dirty="0" err="1"/>
              <a:t>faible</a:t>
            </a:r>
            <a:r>
              <a:rPr spc="-165" dirty="0"/>
              <a:t> </a:t>
            </a:r>
            <a:r>
              <a:rPr spc="-80" dirty="0"/>
              <a:t>des</a:t>
            </a:r>
            <a:r>
              <a:rPr spc="-145" dirty="0"/>
              <a:t> </a:t>
            </a:r>
            <a:r>
              <a:rPr spc="-114" dirty="0"/>
              <a:t>méthodes</a:t>
            </a:r>
            <a:r>
              <a:rPr spc="-175" dirty="0"/>
              <a:t> </a:t>
            </a:r>
            <a:r>
              <a:rPr spc="-110" dirty="0" err="1"/>
              <a:t>fonctionnelles</a:t>
            </a:r>
            <a:r>
              <a:rPr spc="-195" dirty="0"/>
              <a:t> </a:t>
            </a:r>
            <a:r>
              <a:rPr lang="fr-FR" spc="-85" dirty="0"/>
              <a:t> est </a:t>
            </a:r>
            <a:r>
              <a:rPr spc="-80" dirty="0"/>
              <a:t>le</a:t>
            </a:r>
            <a:r>
              <a:rPr spc="-160" dirty="0"/>
              <a:t> </a:t>
            </a:r>
            <a:r>
              <a:rPr spc="-80" dirty="0" err="1"/>
              <a:t>suivant</a:t>
            </a:r>
            <a:r>
              <a:rPr spc="-140" dirty="0"/>
              <a:t> </a:t>
            </a:r>
            <a:r>
              <a:rPr spc="-245" dirty="0"/>
              <a:t>:</a:t>
            </a:r>
          </a:p>
          <a:p>
            <a:pPr marL="130809" indent="0">
              <a:lnSpc>
                <a:spcPct val="100000"/>
              </a:lnSpc>
              <a:spcBef>
                <a:spcPts val="325"/>
              </a:spcBef>
              <a:buNone/>
              <a:tabLst>
                <a:tab pos="473075" algn="l"/>
                <a:tab pos="473709" algn="l"/>
              </a:tabLst>
            </a:pPr>
            <a:r>
              <a:rPr spc="-145" dirty="0"/>
              <a:t>Une</a:t>
            </a:r>
            <a:r>
              <a:rPr spc="204" dirty="0"/>
              <a:t> </a:t>
            </a:r>
            <a:r>
              <a:rPr spc="-110" dirty="0"/>
              <a:t>simple</a:t>
            </a:r>
            <a:r>
              <a:rPr spc="195" dirty="0"/>
              <a:t> </a:t>
            </a:r>
            <a:r>
              <a:rPr spc="-100" dirty="0"/>
              <a:t>mise</a:t>
            </a:r>
            <a:r>
              <a:rPr spc="190" dirty="0"/>
              <a:t> </a:t>
            </a:r>
            <a:r>
              <a:rPr spc="-110" dirty="0"/>
              <a:t>à</a:t>
            </a:r>
            <a:r>
              <a:rPr spc="195" dirty="0"/>
              <a:t> </a:t>
            </a:r>
            <a:r>
              <a:rPr spc="-150" dirty="0"/>
              <a:t>jour</a:t>
            </a:r>
            <a:r>
              <a:rPr spc="190" dirty="0"/>
              <a:t> </a:t>
            </a:r>
            <a:r>
              <a:rPr spc="-120" dirty="0"/>
              <a:t>du</a:t>
            </a:r>
            <a:r>
              <a:rPr spc="180" dirty="0"/>
              <a:t> </a:t>
            </a:r>
            <a:r>
              <a:rPr spc="-110" dirty="0"/>
              <a:t>logiciel</a:t>
            </a:r>
            <a:r>
              <a:rPr spc="185" dirty="0"/>
              <a:t> </a:t>
            </a:r>
            <a:r>
              <a:rPr spc="-110" dirty="0"/>
              <a:t>à</a:t>
            </a:r>
            <a:r>
              <a:rPr spc="180" dirty="0"/>
              <a:t> </a:t>
            </a:r>
            <a:r>
              <a:rPr spc="-110" dirty="0"/>
              <a:t>un</a:t>
            </a:r>
            <a:r>
              <a:rPr spc="195" dirty="0"/>
              <a:t> </a:t>
            </a:r>
            <a:r>
              <a:rPr spc="-125" dirty="0"/>
              <a:t>point</a:t>
            </a:r>
            <a:r>
              <a:rPr spc="195" dirty="0"/>
              <a:t> </a:t>
            </a:r>
            <a:r>
              <a:rPr spc="-155" dirty="0"/>
              <a:t>donné,</a:t>
            </a:r>
            <a:r>
              <a:rPr spc="185" dirty="0"/>
              <a:t> </a:t>
            </a:r>
            <a:r>
              <a:rPr spc="-145" dirty="0" err="1"/>
              <a:t>peut</a:t>
            </a:r>
            <a:endParaRPr lang="fr-FR" spc="-145" dirty="0"/>
          </a:p>
          <a:p>
            <a:pPr marL="473709" indent="-342900">
              <a:lnSpc>
                <a:spcPct val="100000"/>
              </a:lnSpc>
              <a:spcBef>
                <a:spcPts val="325"/>
              </a:spcBef>
              <a:buFont typeface="Arial MT"/>
              <a:buChar char="●"/>
              <a:tabLst>
                <a:tab pos="473075" algn="l"/>
                <a:tab pos="473709" algn="l"/>
              </a:tabLst>
            </a:pPr>
            <a:r>
              <a:rPr spc="180" dirty="0"/>
              <a:t> </a:t>
            </a:r>
            <a:r>
              <a:rPr spc="-135" dirty="0"/>
              <a:t>impacter</a:t>
            </a:r>
            <a:r>
              <a:rPr spc="200" dirty="0"/>
              <a:t> </a:t>
            </a:r>
            <a:r>
              <a:rPr spc="-140" dirty="0"/>
              <a:t>en</a:t>
            </a:r>
            <a:r>
              <a:rPr spc="195" dirty="0"/>
              <a:t> </a:t>
            </a:r>
            <a:r>
              <a:rPr spc="-95" dirty="0"/>
              <a:t>cascade</a:t>
            </a:r>
            <a:r>
              <a:rPr spc="195" dirty="0"/>
              <a:t> </a:t>
            </a:r>
            <a:r>
              <a:rPr spc="-130" dirty="0" err="1"/>
              <a:t>une</a:t>
            </a:r>
            <a:r>
              <a:rPr lang="fr-FR" spc="-130" dirty="0"/>
              <a:t> </a:t>
            </a:r>
            <a:r>
              <a:rPr spc="-135" dirty="0"/>
              <a:t>multitude</a:t>
            </a:r>
            <a:r>
              <a:rPr spc="-185" dirty="0"/>
              <a:t> </a:t>
            </a:r>
            <a:r>
              <a:rPr spc="-105" dirty="0" err="1"/>
              <a:t>d'aut</a:t>
            </a:r>
            <a:r>
              <a:rPr spc="-135" dirty="0" err="1"/>
              <a:t>r</a:t>
            </a:r>
            <a:r>
              <a:rPr spc="-190" dirty="0" err="1"/>
              <a:t>e</a:t>
            </a:r>
            <a:r>
              <a:rPr spc="55" dirty="0" err="1"/>
              <a:t>s</a:t>
            </a:r>
            <a:r>
              <a:rPr spc="-165" dirty="0"/>
              <a:t> </a:t>
            </a:r>
            <a:r>
              <a:rPr spc="-95" dirty="0" err="1"/>
              <a:t>fonctions</a:t>
            </a:r>
            <a:endParaRPr spc="-225" dirty="0"/>
          </a:p>
          <a:p>
            <a:pPr marL="473709" indent="-342900">
              <a:lnSpc>
                <a:spcPct val="100000"/>
              </a:lnSpc>
              <a:spcBef>
                <a:spcPts val="325"/>
              </a:spcBef>
              <a:buFont typeface="Arial MT"/>
              <a:buChar char="●"/>
              <a:tabLst>
                <a:tab pos="473075" algn="l"/>
                <a:tab pos="473709" algn="l"/>
              </a:tabLst>
            </a:pPr>
            <a:r>
              <a:rPr lang="fr-FR" spc="-135" dirty="0"/>
              <a:t>Produire une é</a:t>
            </a:r>
            <a:r>
              <a:rPr spc="-135" dirty="0" err="1"/>
              <a:t>ventuell</a:t>
            </a:r>
            <a:r>
              <a:rPr spc="-150" dirty="0" err="1"/>
              <a:t>e</a:t>
            </a:r>
            <a:r>
              <a:rPr spc="-175" dirty="0"/>
              <a:t> </a:t>
            </a:r>
            <a:r>
              <a:rPr spc="-135" dirty="0"/>
              <a:t>r</a:t>
            </a:r>
            <a:r>
              <a:rPr spc="-190" dirty="0"/>
              <a:t>e</a:t>
            </a:r>
            <a:r>
              <a:rPr spc="-114" dirty="0"/>
              <a:t>donda</a:t>
            </a:r>
            <a:r>
              <a:rPr spc="-120" dirty="0"/>
              <a:t>nce</a:t>
            </a:r>
            <a:r>
              <a:rPr spc="-155" dirty="0"/>
              <a:t> </a:t>
            </a:r>
            <a:r>
              <a:rPr spc="-80" dirty="0"/>
              <a:t>des</a:t>
            </a:r>
            <a:r>
              <a:rPr spc="-150" dirty="0"/>
              <a:t> </a:t>
            </a:r>
            <a:r>
              <a:rPr spc="-105" dirty="0"/>
              <a:t>données</a:t>
            </a:r>
          </a:p>
        </p:txBody>
      </p:sp>
      <p:grpSp>
        <p:nvGrpSpPr>
          <p:cNvPr id="4" name="object 4"/>
          <p:cNvGrpSpPr/>
          <p:nvPr/>
        </p:nvGrpSpPr>
        <p:grpSpPr>
          <a:xfrm>
            <a:off x="7647014" y="3783435"/>
            <a:ext cx="1354374" cy="1315802"/>
            <a:chOff x="7235952" y="3317747"/>
            <a:chExt cx="1450975" cy="1403985"/>
          </a:xfrm>
        </p:grpSpPr>
        <p:pic>
          <p:nvPicPr>
            <p:cNvPr id="5" name="object 5"/>
            <p:cNvPicPr/>
            <p:nvPr/>
          </p:nvPicPr>
          <p:blipFill>
            <a:blip r:embed="rId3" cstate="print"/>
            <a:stretch>
              <a:fillRect/>
            </a:stretch>
          </p:blipFill>
          <p:spPr>
            <a:xfrm>
              <a:off x="7235952" y="3317747"/>
              <a:ext cx="1237488" cy="1237488"/>
            </a:xfrm>
            <a:prstGeom prst="rect">
              <a:avLst/>
            </a:prstGeom>
          </p:spPr>
        </p:pic>
        <p:pic>
          <p:nvPicPr>
            <p:cNvPr id="6" name="object 6"/>
            <p:cNvPicPr/>
            <p:nvPr/>
          </p:nvPicPr>
          <p:blipFill>
            <a:blip r:embed="rId4" cstate="print"/>
            <a:stretch>
              <a:fillRect/>
            </a:stretch>
          </p:blipFill>
          <p:spPr>
            <a:xfrm>
              <a:off x="7360920" y="3421379"/>
              <a:ext cx="1325879" cy="1299971"/>
            </a:xfrm>
            <a:prstGeom prst="rect">
              <a:avLst/>
            </a:prstGeom>
          </p:spPr>
        </p:pic>
      </p:grpSp>
    </p:spTree>
    <p:extLst>
      <p:ext uri="{BB962C8B-B14F-4D97-AF65-F5344CB8AC3E}">
        <p14:creationId xmlns:p14="http://schemas.microsoft.com/office/powerpoint/2010/main" val="10958020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90550" y="1391793"/>
            <a:ext cx="8251190" cy="2195601"/>
          </a:xfrm>
          <a:prstGeom prst="rect">
            <a:avLst/>
          </a:prstGeom>
        </p:spPr>
        <p:txBody>
          <a:bodyPr vert="horz" wrap="square" lIns="0" tIns="13335" rIns="0" bIns="0" rtlCol="0">
            <a:spAutoFit/>
          </a:bodyPr>
          <a:lstStyle/>
          <a:p>
            <a:pPr marL="354965" marR="5080" indent="-342900" algn="just">
              <a:lnSpc>
                <a:spcPct val="114999"/>
              </a:lnSpc>
              <a:spcBef>
                <a:spcPts val="105"/>
              </a:spcBef>
              <a:buClr>
                <a:srgbClr val="585858"/>
              </a:buClr>
              <a:buFont typeface="Arial MT"/>
              <a:buChar char="●"/>
              <a:tabLst>
                <a:tab pos="355600" algn="l"/>
              </a:tabLst>
            </a:pPr>
            <a:r>
              <a:rPr sz="1800" spc="-65" dirty="0">
                <a:solidFill>
                  <a:srgbClr val="585858"/>
                </a:solidFill>
                <a:latin typeface="Trebuchet MS"/>
                <a:cs typeface="Trebuchet MS"/>
              </a:rPr>
              <a:t>Les</a:t>
            </a:r>
            <a:r>
              <a:rPr sz="1800" spc="-60" dirty="0">
                <a:solidFill>
                  <a:srgbClr val="585858"/>
                </a:solidFill>
                <a:latin typeface="Trebuchet MS"/>
                <a:cs typeface="Trebuchet MS"/>
              </a:rPr>
              <a:t> </a:t>
            </a:r>
            <a:r>
              <a:rPr sz="1800" spc="-120" dirty="0">
                <a:solidFill>
                  <a:srgbClr val="585858"/>
                </a:solidFill>
                <a:latin typeface="Trebuchet MS"/>
                <a:cs typeface="Trebuchet MS"/>
              </a:rPr>
              <a:t>méthodes</a:t>
            </a:r>
            <a:r>
              <a:rPr sz="1800" spc="-114" dirty="0">
                <a:solidFill>
                  <a:srgbClr val="585858"/>
                </a:solidFill>
                <a:latin typeface="Trebuchet MS"/>
                <a:cs typeface="Trebuchet MS"/>
              </a:rPr>
              <a:t> </a:t>
            </a:r>
            <a:r>
              <a:rPr sz="1800" spc="-90" dirty="0">
                <a:solidFill>
                  <a:srgbClr val="585858"/>
                </a:solidFill>
                <a:latin typeface="Trebuchet MS"/>
                <a:cs typeface="Trebuchet MS"/>
              </a:rPr>
              <a:t>systémiques</a:t>
            </a:r>
            <a:r>
              <a:rPr sz="1800" spc="-85" dirty="0">
                <a:solidFill>
                  <a:srgbClr val="585858"/>
                </a:solidFill>
                <a:latin typeface="Trebuchet MS"/>
                <a:cs typeface="Trebuchet MS"/>
              </a:rPr>
              <a:t> </a:t>
            </a:r>
            <a:r>
              <a:rPr sz="1800" spc="-110" dirty="0">
                <a:solidFill>
                  <a:srgbClr val="585858"/>
                </a:solidFill>
                <a:latin typeface="Trebuchet MS"/>
                <a:cs typeface="Trebuchet MS"/>
              </a:rPr>
              <a:t>proposent</a:t>
            </a:r>
            <a:r>
              <a:rPr sz="1800" spc="-105" dirty="0">
                <a:solidFill>
                  <a:srgbClr val="585858"/>
                </a:solidFill>
                <a:latin typeface="Trebuchet MS"/>
                <a:cs typeface="Trebuchet MS"/>
              </a:rPr>
              <a:t> </a:t>
            </a:r>
            <a:r>
              <a:rPr sz="1800" spc="-130" dirty="0">
                <a:solidFill>
                  <a:srgbClr val="585858"/>
                </a:solidFill>
                <a:latin typeface="Trebuchet MS"/>
                <a:cs typeface="Trebuchet MS"/>
              </a:rPr>
              <a:t>une</a:t>
            </a:r>
            <a:r>
              <a:rPr sz="1800" spc="-125" dirty="0">
                <a:solidFill>
                  <a:srgbClr val="585858"/>
                </a:solidFill>
                <a:latin typeface="Trebuchet MS"/>
                <a:cs typeface="Trebuchet MS"/>
              </a:rPr>
              <a:t> </a:t>
            </a:r>
            <a:r>
              <a:rPr sz="1800" spc="-130" dirty="0">
                <a:solidFill>
                  <a:srgbClr val="585858"/>
                </a:solidFill>
                <a:latin typeface="Trebuchet MS"/>
                <a:cs typeface="Trebuchet MS"/>
              </a:rPr>
              <a:t>double</a:t>
            </a:r>
            <a:r>
              <a:rPr sz="1800" spc="-125" dirty="0">
                <a:solidFill>
                  <a:srgbClr val="585858"/>
                </a:solidFill>
                <a:latin typeface="Trebuchet MS"/>
                <a:cs typeface="Trebuchet MS"/>
              </a:rPr>
              <a:t> </a:t>
            </a:r>
            <a:r>
              <a:rPr sz="1800" spc="-135" dirty="0">
                <a:solidFill>
                  <a:srgbClr val="585858"/>
                </a:solidFill>
                <a:latin typeface="Trebuchet MS"/>
                <a:cs typeface="Trebuchet MS"/>
              </a:rPr>
              <a:t>démarche</a:t>
            </a:r>
            <a:r>
              <a:rPr sz="1800" spc="-130" dirty="0">
                <a:solidFill>
                  <a:srgbClr val="585858"/>
                </a:solidFill>
                <a:latin typeface="Trebuchet MS"/>
                <a:cs typeface="Trebuchet MS"/>
              </a:rPr>
              <a:t> </a:t>
            </a:r>
            <a:r>
              <a:rPr sz="1800" spc="-150" dirty="0">
                <a:solidFill>
                  <a:srgbClr val="585858"/>
                </a:solidFill>
                <a:latin typeface="Trebuchet MS"/>
                <a:cs typeface="Trebuchet MS"/>
              </a:rPr>
              <a:t>de</a:t>
            </a:r>
            <a:r>
              <a:rPr sz="1800" spc="-145" dirty="0">
                <a:solidFill>
                  <a:srgbClr val="585858"/>
                </a:solidFill>
                <a:latin typeface="Trebuchet MS"/>
                <a:cs typeface="Trebuchet MS"/>
              </a:rPr>
              <a:t> </a:t>
            </a:r>
            <a:r>
              <a:rPr sz="1800" spc="-110" dirty="0">
                <a:solidFill>
                  <a:srgbClr val="585858"/>
                </a:solidFill>
                <a:latin typeface="Trebuchet MS"/>
                <a:cs typeface="Trebuchet MS"/>
              </a:rPr>
              <a:t>modélisation</a:t>
            </a:r>
            <a:r>
              <a:rPr sz="1800" spc="-105" dirty="0">
                <a:solidFill>
                  <a:srgbClr val="585858"/>
                </a:solidFill>
                <a:latin typeface="Trebuchet MS"/>
                <a:cs typeface="Trebuchet MS"/>
              </a:rPr>
              <a:t> </a:t>
            </a:r>
            <a:r>
              <a:rPr sz="1800" spc="-245" dirty="0">
                <a:solidFill>
                  <a:srgbClr val="585858"/>
                </a:solidFill>
                <a:latin typeface="Trebuchet MS"/>
                <a:cs typeface="Trebuchet MS"/>
              </a:rPr>
              <a:t>:</a:t>
            </a:r>
            <a:r>
              <a:rPr sz="1800" spc="55" dirty="0">
                <a:solidFill>
                  <a:srgbClr val="585858"/>
                </a:solidFill>
                <a:latin typeface="Trebuchet MS"/>
                <a:cs typeface="Trebuchet MS"/>
              </a:rPr>
              <a:t> </a:t>
            </a:r>
            <a:r>
              <a:rPr sz="1800" spc="-130" dirty="0">
                <a:solidFill>
                  <a:srgbClr val="585858"/>
                </a:solidFill>
                <a:latin typeface="Trebuchet MS"/>
                <a:cs typeface="Trebuchet MS"/>
              </a:rPr>
              <a:t>la </a:t>
            </a:r>
            <a:r>
              <a:rPr sz="1800" spc="-125" dirty="0">
                <a:solidFill>
                  <a:srgbClr val="585858"/>
                </a:solidFill>
                <a:latin typeface="Trebuchet MS"/>
                <a:cs typeface="Trebuchet MS"/>
              </a:rPr>
              <a:t> </a:t>
            </a:r>
            <a:r>
              <a:rPr sz="1800" spc="-114" dirty="0">
                <a:solidFill>
                  <a:srgbClr val="585858"/>
                </a:solidFill>
                <a:latin typeface="Trebuchet MS"/>
                <a:cs typeface="Trebuchet MS"/>
              </a:rPr>
              <a:t>modélisation </a:t>
            </a:r>
            <a:r>
              <a:rPr sz="1800" spc="-80" dirty="0">
                <a:solidFill>
                  <a:srgbClr val="585858"/>
                </a:solidFill>
                <a:latin typeface="Trebuchet MS"/>
                <a:cs typeface="Trebuchet MS"/>
              </a:rPr>
              <a:t>des </a:t>
            </a:r>
            <a:r>
              <a:rPr sz="1800" b="1" spc="-160" dirty="0">
                <a:solidFill>
                  <a:srgbClr val="585858"/>
                </a:solidFill>
                <a:latin typeface="Trebuchet MS"/>
                <a:cs typeface="Trebuchet MS"/>
              </a:rPr>
              <a:t>données </a:t>
            </a:r>
            <a:r>
              <a:rPr sz="1800" spc="-170" dirty="0">
                <a:solidFill>
                  <a:srgbClr val="585858"/>
                </a:solidFill>
                <a:latin typeface="Trebuchet MS"/>
                <a:cs typeface="Trebuchet MS"/>
              </a:rPr>
              <a:t>et </a:t>
            </a:r>
            <a:r>
              <a:rPr sz="1800" spc="-140" dirty="0">
                <a:solidFill>
                  <a:srgbClr val="585858"/>
                </a:solidFill>
                <a:latin typeface="Trebuchet MS"/>
                <a:cs typeface="Trebuchet MS"/>
              </a:rPr>
              <a:t>celle </a:t>
            </a:r>
            <a:r>
              <a:rPr sz="1800" spc="-80" dirty="0">
                <a:solidFill>
                  <a:srgbClr val="585858"/>
                </a:solidFill>
                <a:latin typeface="Trebuchet MS"/>
                <a:cs typeface="Trebuchet MS"/>
              </a:rPr>
              <a:t>des </a:t>
            </a:r>
            <a:r>
              <a:rPr sz="1800" b="1" spc="-165" dirty="0">
                <a:solidFill>
                  <a:srgbClr val="585858"/>
                </a:solidFill>
                <a:latin typeface="Trebuchet MS"/>
                <a:cs typeface="Trebuchet MS"/>
              </a:rPr>
              <a:t>traitements</a:t>
            </a:r>
            <a:r>
              <a:rPr sz="1800" spc="-165" dirty="0">
                <a:solidFill>
                  <a:srgbClr val="585858"/>
                </a:solidFill>
                <a:latin typeface="Trebuchet MS"/>
                <a:cs typeface="Trebuchet MS"/>
              </a:rPr>
              <a:t>. </a:t>
            </a:r>
            <a:endParaRPr sz="1800" dirty="0">
              <a:latin typeface="Trebuchet MS"/>
              <a:cs typeface="Trebuchet MS"/>
            </a:endParaRPr>
          </a:p>
          <a:p>
            <a:pPr marL="354965" indent="-342900" algn="just">
              <a:lnSpc>
                <a:spcPct val="100000"/>
              </a:lnSpc>
              <a:spcBef>
                <a:spcPts val="320"/>
              </a:spcBef>
              <a:buFont typeface="Arial MT"/>
              <a:buChar char="●"/>
              <a:tabLst>
                <a:tab pos="355600" algn="l"/>
              </a:tabLst>
            </a:pPr>
            <a:r>
              <a:rPr sz="1800" spc="-30" dirty="0">
                <a:solidFill>
                  <a:srgbClr val="585858"/>
                </a:solidFill>
                <a:latin typeface="Trebuchet MS"/>
                <a:cs typeface="Trebuchet MS"/>
              </a:rPr>
              <a:t>M</a:t>
            </a:r>
            <a:r>
              <a:rPr sz="1800" spc="-15" dirty="0">
                <a:solidFill>
                  <a:srgbClr val="585858"/>
                </a:solidFill>
                <a:latin typeface="Trebuchet MS"/>
                <a:cs typeface="Trebuchet MS"/>
              </a:rPr>
              <a:t>E</a:t>
            </a:r>
            <a:r>
              <a:rPr sz="1800" spc="-60" dirty="0">
                <a:solidFill>
                  <a:srgbClr val="585858"/>
                </a:solidFill>
                <a:latin typeface="Trebuchet MS"/>
                <a:cs typeface="Trebuchet MS"/>
              </a:rPr>
              <a:t>R</a:t>
            </a:r>
            <a:r>
              <a:rPr sz="1800" spc="-35" dirty="0">
                <a:solidFill>
                  <a:srgbClr val="585858"/>
                </a:solidFill>
                <a:latin typeface="Trebuchet MS"/>
                <a:cs typeface="Trebuchet MS"/>
              </a:rPr>
              <a:t>I</a:t>
            </a:r>
            <a:r>
              <a:rPr sz="1800" spc="10" dirty="0">
                <a:solidFill>
                  <a:srgbClr val="585858"/>
                </a:solidFill>
                <a:latin typeface="Trebuchet MS"/>
                <a:cs typeface="Trebuchet MS"/>
              </a:rPr>
              <a:t>SE</a:t>
            </a:r>
            <a:r>
              <a:rPr sz="1800" spc="5" dirty="0">
                <a:solidFill>
                  <a:srgbClr val="585858"/>
                </a:solidFill>
                <a:latin typeface="Trebuchet MS"/>
                <a:cs typeface="Trebuchet MS"/>
              </a:rPr>
              <a:t> </a:t>
            </a:r>
            <a:r>
              <a:rPr sz="1800" spc="-70" dirty="0">
                <a:solidFill>
                  <a:srgbClr val="585858"/>
                </a:solidFill>
                <a:latin typeface="Trebuchet MS"/>
                <a:cs typeface="Trebuchet MS"/>
              </a:rPr>
              <a:t>e</a:t>
            </a:r>
            <a:r>
              <a:rPr sz="1800" spc="-60" dirty="0">
                <a:solidFill>
                  <a:srgbClr val="585858"/>
                </a:solidFill>
                <a:latin typeface="Trebuchet MS"/>
                <a:cs typeface="Trebuchet MS"/>
              </a:rPr>
              <a:t>s</a:t>
            </a:r>
            <a:r>
              <a:rPr sz="1800" spc="-165" dirty="0">
                <a:solidFill>
                  <a:srgbClr val="585858"/>
                </a:solidFill>
                <a:latin typeface="Trebuchet MS"/>
                <a:cs typeface="Trebuchet MS"/>
              </a:rPr>
              <a:t>t</a:t>
            </a:r>
            <a:r>
              <a:rPr sz="1800" spc="-5" dirty="0">
                <a:solidFill>
                  <a:srgbClr val="585858"/>
                </a:solidFill>
                <a:latin typeface="Trebuchet MS"/>
                <a:cs typeface="Trebuchet MS"/>
              </a:rPr>
              <a:t> </a:t>
            </a:r>
            <a:r>
              <a:rPr sz="1800" spc="-110" dirty="0">
                <a:solidFill>
                  <a:srgbClr val="585858"/>
                </a:solidFill>
                <a:latin typeface="Trebuchet MS"/>
                <a:cs typeface="Trebuchet MS"/>
              </a:rPr>
              <a:t>un</a:t>
            </a:r>
            <a:r>
              <a:rPr sz="1800" spc="-15" dirty="0">
                <a:solidFill>
                  <a:srgbClr val="585858"/>
                </a:solidFill>
                <a:latin typeface="Trebuchet MS"/>
                <a:cs typeface="Trebuchet MS"/>
              </a:rPr>
              <a:t> </a:t>
            </a:r>
            <a:r>
              <a:rPr sz="1800" spc="-180" dirty="0">
                <a:solidFill>
                  <a:srgbClr val="585858"/>
                </a:solidFill>
                <a:latin typeface="Trebuchet MS"/>
                <a:cs typeface="Trebuchet MS"/>
              </a:rPr>
              <a:t>e</a:t>
            </a:r>
            <a:r>
              <a:rPr sz="1800" spc="-125" dirty="0">
                <a:solidFill>
                  <a:srgbClr val="585858"/>
                </a:solidFill>
                <a:latin typeface="Trebuchet MS"/>
                <a:cs typeface="Trebuchet MS"/>
              </a:rPr>
              <a:t>x</a:t>
            </a:r>
            <a:r>
              <a:rPr sz="1800" spc="-155" dirty="0">
                <a:solidFill>
                  <a:srgbClr val="585858"/>
                </a:solidFill>
                <a:latin typeface="Trebuchet MS"/>
                <a:cs typeface="Trebuchet MS"/>
              </a:rPr>
              <a:t>empl</a:t>
            </a:r>
            <a:r>
              <a:rPr sz="1800" spc="-145" dirty="0">
                <a:solidFill>
                  <a:srgbClr val="585858"/>
                </a:solidFill>
                <a:latin typeface="Trebuchet MS"/>
                <a:cs typeface="Trebuchet MS"/>
              </a:rPr>
              <a:t>e</a:t>
            </a:r>
            <a:r>
              <a:rPr sz="1800" spc="-20" dirty="0">
                <a:solidFill>
                  <a:srgbClr val="585858"/>
                </a:solidFill>
                <a:latin typeface="Trebuchet MS"/>
                <a:cs typeface="Trebuchet MS"/>
              </a:rPr>
              <a:t> </a:t>
            </a:r>
            <a:r>
              <a:rPr sz="1800" spc="-170" dirty="0">
                <a:solidFill>
                  <a:srgbClr val="585858"/>
                </a:solidFill>
                <a:latin typeface="Trebuchet MS"/>
                <a:cs typeface="Trebuchet MS"/>
              </a:rPr>
              <a:t>d’une</a:t>
            </a:r>
            <a:r>
              <a:rPr sz="1800" spc="-20" dirty="0">
                <a:solidFill>
                  <a:srgbClr val="585858"/>
                </a:solidFill>
                <a:latin typeface="Trebuchet MS"/>
                <a:cs typeface="Trebuchet MS"/>
              </a:rPr>
              <a:t> </a:t>
            </a:r>
            <a:r>
              <a:rPr sz="1800" spc="-195" dirty="0">
                <a:solidFill>
                  <a:srgbClr val="585858"/>
                </a:solidFill>
                <a:latin typeface="Trebuchet MS"/>
                <a:cs typeface="Trebuchet MS"/>
              </a:rPr>
              <a:t>m</a:t>
            </a:r>
            <a:r>
              <a:rPr sz="1800" spc="-140" dirty="0">
                <a:solidFill>
                  <a:srgbClr val="585858"/>
                </a:solidFill>
                <a:latin typeface="Trebuchet MS"/>
                <a:cs typeface="Trebuchet MS"/>
              </a:rPr>
              <a:t>é</a:t>
            </a:r>
            <a:r>
              <a:rPr sz="1800" spc="-130" dirty="0">
                <a:solidFill>
                  <a:srgbClr val="585858"/>
                </a:solidFill>
                <a:latin typeface="Trebuchet MS"/>
                <a:cs typeface="Trebuchet MS"/>
              </a:rPr>
              <a:t>thode</a:t>
            </a:r>
            <a:r>
              <a:rPr sz="1800" spc="-10" dirty="0">
                <a:solidFill>
                  <a:srgbClr val="585858"/>
                </a:solidFill>
                <a:latin typeface="Trebuchet MS"/>
                <a:cs typeface="Trebuchet MS"/>
              </a:rPr>
              <a:t> </a:t>
            </a:r>
            <a:r>
              <a:rPr sz="1800" spc="-30" dirty="0">
                <a:solidFill>
                  <a:srgbClr val="585858"/>
                </a:solidFill>
                <a:latin typeface="Trebuchet MS"/>
                <a:cs typeface="Trebuchet MS"/>
              </a:rPr>
              <a:t>s</a:t>
            </a:r>
            <a:r>
              <a:rPr sz="1800" spc="-40" dirty="0">
                <a:solidFill>
                  <a:srgbClr val="585858"/>
                </a:solidFill>
                <a:latin typeface="Trebuchet MS"/>
                <a:cs typeface="Trebuchet MS"/>
              </a:rPr>
              <a:t>y</a:t>
            </a:r>
            <a:r>
              <a:rPr sz="1800" spc="-85" dirty="0">
                <a:solidFill>
                  <a:srgbClr val="585858"/>
                </a:solidFill>
                <a:latin typeface="Trebuchet MS"/>
                <a:cs typeface="Trebuchet MS"/>
              </a:rPr>
              <a:t>st</a:t>
            </a:r>
            <a:r>
              <a:rPr sz="1800" spc="-120" dirty="0">
                <a:solidFill>
                  <a:srgbClr val="585858"/>
                </a:solidFill>
                <a:latin typeface="Trebuchet MS"/>
                <a:cs typeface="Trebuchet MS"/>
              </a:rPr>
              <a:t>é</a:t>
            </a:r>
            <a:r>
              <a:rPr sz="1800" spc="-125" dirty="0">
                <a:solidFill>
                  <a:srgbClr val="585858"/>
                </a:solidFill>
                <a:latin typeface="Trebuchet MS"/>
                <a:cs typeface="Trebuchet MS"/>
              </a:rPr>
              <a:t>miq</a:t>
            </a:r>
            <a:r>
              <a:rPr sz="1800" spc="-140" dirty="0">
                <a:solidFill>
                  <a:srgbClr val="585858"/>
                </a:solidFill>
                <a:latin typeface="Trebuchet MS"/>
                <a:cs typeface="Trebuchet MS"/>
              </a:rPr>
              <a:t>u</a:t>
            </a:r>
            <a:r>
              <a:rPr sz="1800" spc="-170" dirty="0">
                <a:solidFill>
                  <a:srgbClr val="585858"/>
                </a:solidFill>
                <a:latin typeface="Trebuchet MS"/>
                <a:cs typeface="Trebuchet MS"/>
              </a:rPr>
              <a:t>e</a:t>
            </a:r>
            <a:r>
              <a:rPr sz="1800" spc="-225" dirty="0">
                <a:solidFill>
                  <a:srgbClr val="585858"/>
                </a:solidFill>
                <a:latin typeface="Trebuchet MS"/>
                <a:cs typeface="Trebuchet MS"/>
              </a:rPr>
              <a:t>.</a:t>
            </a:r>
            <a:r>
              <a:rPr sz="1800" dirty="0">
                <a:solidFill>
                  <a:srgbClr val="585858"/>
                </a:solidFill>
                <a:latin typeface="Trebuchet MS"/>
                <a:cs typeface="Trebuchet MS"/>
              </a:rPr>
              <a:t> </a:t>
            </a:r>
            <a:r>
              <a:rPr sz="1800" spc="-10" dirty="0">
                <a:solidFill>
                  <a:srgbClr val="585858"/>
                </a:solidFill>
                <a:latin typeface="Trebuchet MS"/>
                <a:cs typeface="Trebuchet MS"/>
              </a:rPr>
              <a:t> </a:t>
            </a:r>
            <a:r>
              <a:rPr sz="1800" spc="-130" dirty="0">
                <a:solidFill>
                  <a:srgbClr val="585858"/>
                </a:solidFill>
                <a:latin typeface="Trebuchet MS"/>
                <a:cs typeface="Trebuchet MS"/>
              </a:rPr>
              <a:t>E</a:t>
            </a:r>
            <a:r>
              <a:rPr sz="1800" spc="-80" dirty="0">
                <a:solidFill>
                  <a:srgbClr val="585858"/>
                </a:solidFill>
                <a:latin typeface="Trebuchet MS"/>
                <a:cs typeface="Trebuchet MS"/>
              </a:rPr>
              <a:t>l</a:t>
            </a:r>
            <a:r>
              <a:rPr sz="1800" spc="-145" dirty="0">
                <a:solidFill>
                  <a:srgbClr val="585858"/>
                </a:solidFill>
                <a:latin typeface="Trebuchet MS"/>
                <a:cs typeface="Trebuchet MS"/>
              </a:rPr>
              <a:t>le</a:t>
            </a:r>
            <a:r>
              <a:rPr sz="1800" spc="-5" dirty="0">
                <a:solidFill>
                  <a:srgbClr val="585858"/>
                </a:solidFill>
                <a:latin typeface="Trebuchet MS"/>
                <a:cs typeface="Trebuchet MS"/>
              </a:rPr>
              <a:t> </a:t>
            </a:r>
            <a:r>
              <a:rPr sz="1800" spc="-145" dirty="0">
                <a:solidFill>
                  <a:srgbClr val="585858"/>
                </a:solidFill>
                <a:latin typeface="Trebuchet MS"/>
                <a:cs typeface="Trebuchet MS"/>
              </a:rPr>
              <a:t>p</a:t>
            </a:r>
            <a:r>
              <a:rPr sz="1800" spc="-185" dirty="0">
                <a:solidFill>
                  <a:srgbClr val="585858"/>
                </a:solidFill>
                <a:latin typeface="Trebuchet MS"/>
                <a:cs typeface="Trebuchet MS"/>
              </a:rPr>
              <a:t>e</a:t>
            </a:r>
            <a:r>
              <a:rPr sz="1800" spc="-140" dirty="0">
                <a:solidFill>
                  <a:srgbClr val="585858"/>
                </a:solidFill>
                <a:latin typeface="Trebuchet MS"/>
                <a:cs typeface="Trebuchet MS"/>
              </a:rPr>
              <a:t>r</a:t>
            </a:r>
            <a:r>
              <a:rPr sz="1800" spc="-160" dirty="0">
                <a:solidFill>
                  <a:srgbClr val="585858"/>
                </a:solidFill>
                <a:latin typeface="Trebuchet MS"/>
                <a:cs typeface="Trebuchet MS"/>
              </a:rPr>
              <a:t>met</a:t>
            </a:r>
            <a:r>
              <a:rPr sz="1800" spc="-5" dirty="0">
                <a:solidFill>
                  <a:srgbClr val="585858"/>
                </a:solidFill>
                <a:latin typeface="Trebuchet MS"/>
                <a:cs typeface="Trebuchet MS"/>
              </a:rPr>
              <a:t> </a:t>
            </a:r>
            <a:r>
              <a:rPr sz="1800" spc="-165" dirty="0">
                <a:solidFill>
                  <a:srgbClr val="585858"/>
                </a:solidFill>
                <a:latin typeface="Trebuchet MS"/>
                <a:cs typeface="Trebuchet MS"/>
              </a:rPr>
              <a:t>d</a:t>
            </a:r>
            <a:r>
              <a:rPr sz="1800" spc="-145" dirty="0">
                <a:solidFill>
                  <a:srgbClr val="585858"/>
                </a:solidFill>
                <a:latin typeface="Trebuchet MS"/>
                <a:cs typeface="Trebuchet MS"/>
              </a:rPr>
              <a:t>e</a:t>
            </a:r>
            <a:r>
              <a:rPr sz="1800" spc="-5" dirty="0">
                <a:solidFill>
                  <a:srgbClr val="585858"/>
                </a:solidFill>
                <a:latin typeface="Trebuchet MS"/>
                <a:cs typeface="Trebuchet MS"/>
              </a:rPr>
              <a:t> </a:t>
            </a:r>
            <a:r>
              <a:rPr sz="1800" spc="-100" dirty="0">
                <a:solidFill>
                  <a:srgbClr val="585858"/>
                </a:solidFill>
                <a:latin typeface="Trebuchet MS"/>
                <a:cs typeface="Trebuchet MS"/>
              </a:rPr>
              <a:t>f</a:t>
            </a:r>
            <a:r>
              <a:rPr sz="1800" spc="-145" dirty="0">
                <a:solidFill>
                  <a:srgbClr val="585858"/>
                </a:solidFill>
                <a:latin typeface="Trebuchet MS"/>
                <a:cs typeface="Trebuchet MS"/>
              </a:rPr>
              <a:t>a</a:t>
            </a:r>
            <a:r>
              <a:rPr sz="1800" spc="-140" dirty="0">
                <a:solidFill>
                  <a:srgbClr val="585858"/>
                </a:solidFill>
                <a:latin typeface="Trebuchet MS"/>
                <a:cs typeface="Trebuchet MS"/>
              </a:rPr>
              <a:t>ire</a:t>
            </a:r>
            <a:r>
              <a:rPr sz="1800" spc="-10" dirty="0">
                <a:solidFill>
                  <a:srgbClr val="585858"/>
                </a:solidFill>
                <a:latin typeface="Trebuchet MS"/>
                <a:cs typeface="Trebuchet MS"/>
              </a:rPr>
              <a:t> </a:t>
            </a:r>
            <a:r>
              <a:rPr sz="1800" spc="-75" dirty="0">
                <a:solidFill>
                  <a:srgbClr val="585858"/>
                </a:solidFill>
                <a:latin typeface="Trebuchet MS"/>
                <a:cs typeface="Trebuchet MS"/>
              </a:rPr>
              <a:t>l'a</a:t>
            </a:r>
            <a:r>
              <a:rPr sz="1800" spc="-145" dirty="0">
                <a:solidFill>
                  <a:srgbClr val="585858"/>
                </a:solidFill>
                <a:latin typeface="Trebuchet MS"/>
                <a:cs typeface="Trebuchet MS"/>
              </a:rPr>
              <a:t>n</a:t>
            </a:r>
            <a:r>
              <a:rPr sz="1800" spc="-80" dirty="0">
                <a:solidFill>
                  <a:srgbClr val="585858"/>
                </a:solidFill>
                <a:latin typeface="Trebuchet MS"/>
                <a:cs typeface="Trebuchet MS"/>
              </a:rPr>
              <a:t>alys</a:t>
            </a:r>
            <a:r>
              <a:rPr sz="1800" spc="-165" dirty="0">
                <a:solidFill>
                  <a:srgbClr val="585858"/>
                </a:solidFill>
                <a:latin typeface="Trebuchet MS"/>
                <a:cs typeface="Trebuchet MS"/>
              </a:rPr>
              <a:t>e</a:t>
            </a:r>
            <a:r>
              <a:rPr sz="1800" spc="-20" dirty="0">
                <a:solidFill>
                  <a:srgbClr val="585858"/>
                </a:solidFill>
                <a:latin typeface="Trebuchet MS"/>
                <a:cs typeface="Trebuchet MS"/>
              </a:rPr>
              <a:t> </a:t>
            </a:r>
            <a:r>
              <a:rPr sz="1800" spc="-195" dirty="0">
                <a:solidFill>
                  <a:srgbClr val="585858"/>
                </a:solidFill>
                <a:latin typeface="Trebuchet MS"/>
                <a:cs typeface="Trebuchet MS"/>
              </a:rPr>
              <a:t>e</a:t>
            </a:r>
            <a:r>
              <a:rPr sz="1800" spc="-140" dirty="0">
                <a:solidFill>
                  <a:srgbClr val="585858"/>
                </a:solidFill>
                <a:latin typeface="Trebuchet MS"/>
                <a:cs typeface="Trebuchet MS"/>
              </a:rPr>
              <a:t>t</a:t>
            </a:r>
            <a:r>
              <a:rPr sz="1800" spc="-5" dirty="0">
                <a:solidFill>
                  <a:srgbClr val="585858"/>
                </a:solidFill>
                <a:latin typeface="Trebuchet MS"/>
                <a:cs typeface="Trebuchet MS"/>
              </a:rPr>
              <a:t> </a:t>
            </a:r>
            <a:r>
              <a:rPr sz="1800" spc="-130" dirty="0">
                <a:solidFill>
                  <a:srgbClr val="585858"/>
                </a:solidFill>
                <a:latin typeface="Trebuchet MS"/>
                <a:cs typeface="Trebuchet MS"/>
              </a:rPr>
              <a:t>la</a:t>
            </a:r>
            <a:endParaRPr sz="1800" dirty="0">
              <a:latin typeface="Trebuchet MS"/>
              <a:cs typeface="Trebuchet MS"/>
            </a:endParaRPr>
          </a:p>
          <a:p>
            <a:pPr marL="354965" marR="5080" algn="just">
              <a:lnSpc>
                <a:spcPct val="114999"/>
              </a:lnSpc>
              <a:spcBef>
                <a:spcPts val="5"/>
              </a:spcBef>
            </a:pPr>
            <a:r>
              <a:rPr sz="1800" spc="-114" dirty="0">
                <a:solidFill>
                  <a:srgbClr val="585858"/>
                </a:solidFill>
                <a:latin typeface="Trebuchet MS"/>
                <a:cs typeface="Trebuchet MS"/>
              </a:rPr>
              <a:t>conception</a:t>
            </a:r>
            <a:r>
              <a:rPr sz="1800" spc="-110" dirty="0">
                <a:solidFill>
                  <a:srgbClr val="585858"/>
                </a:solidFill>
                <a:latin typeface="Trebuchet MS"/>
                <a:cs typeface="Trebuchet MS"/>
              </a:rPr>
              <a:t> </a:t>
            </a:r>
            <a:r>
              <a:rPr sz="1800" spc="-80" dirty="0">
                <a:solidFill>
                  <a:srgbClr val="585858"/>
                </a:solidFill>
                <a:latin typeface="Trebuchet MS"/>
                <a:cs typeface="Trebuchet MS"/>
              </a:rPr>
              <a:t>des</a:t>
            </a:r>
            <a:r>
              <a:rPr sz="1800" spc="-75" dirty="0">
                <a:solidFill>
                  <a:srgbClr val="585858"/>
                </a:solidFill>
                <a:latin typeface="Trebuchet MS"/>
                <a:cs typeface="Trebuchet MS"/>
              </a:rPr>
              <a:t> </a:t>
            </a:r>
            <a:r>
              <a:rPr sz="1800" spc="-80" dirty="0">
                <a:solidFill>
                  <a:srgbClr val="585858"/>
                </a:solidFill>
                <a:latin typeface="Trebuchet MS"/>
                <a:cs typeface="Trebuchet MS"/>
              </a:rPr>
              <a:t>systèmes</a:t>
            </a:r>
            <a:r>
              <a:rPr sz="1800" spc="-75" dirty="0">
                <a:solidFill>
                  <a:srgbClr val="585858"/>
                </a:solidFill>
                <a:latin typeface="Trebuchet MS"/>
                <a:cs typeface="Trebuchet MS"/>
              </a:rPr>
              <a:t> </a:t>
            </a:r>
            <a:r>
              <a:rPr sz="1800" spc="-114" dirty="0">
                <a:solidFill>
                  <a:srgbClr val="585858"/>
                </a:solidFill>
                <a:latin typeface="Trebuchet MS"/>
                <a:cs typeface="Trebuchet MS"/>
              </a:rPr>
              <a:t>d'information</a:t>
            </a:r>
            <a:r>
              <a:rPr sz="1800" spc="-110" dirty="0">
                <a:solidFill>
                  <a:srgbClr val="585858"/>
                </a:solidFill>
                <a:latin typeface="Trebuchet MS"/>
                <a:cs typeface="Trebuchet MS"/>
              </a:rPr>
              <a:t> </a:t>
            </a:r>
            <a:r>
              <a:rPr sz="1800" spc="-105" dirty="0">
                <a:solidFill>
                  <a:srgbClr val="585858"/>
                </a:solidFill>
                <a:latin typeface="Trebuchet MS"/>
                <a:cs typeface="Trebuchet MS"/>
              </a:rPr>
              <a:t>basée</a:t>
            </a:r>
            <a:r>
              <a:rPr sz="1800" spc="-100" dirty="0">
                <a:solidFill>
                  <a:srgbClr val="585858"/>
                </a:solidFill>
                <a:latin typeface="Trebuchet MS"/>
                <a:cs typeface="Trebuchet MS"/>
              </a:rPr>
              <a:t> </a:t>
            </a:r>
            <a:r>
              <a:rPr sz="1800" spc="-75" dirty="0">
                <a:solidFill>
                  <a:srgbClr val="585858"/>
                </a:solidFill>
                <a:latin typeface="Trebuchet MS"/>
                <a:cs typeface="Trebuchet MS"/>
              </a:rPr>
              <a:t>sur</a:t>
            </a:r>
            <a:r>
              <a:rPr sz="1800" spc="-70" dirty="0">
                <a:solidFill>
                  <a:srgbClr val="585858"/>
                </a:solidFill>
                <a:latin typeface="Trebuchet MS"/>
                <a:cs typeface="Trebuchet MS"/>
              </a:rPr>
              <a:t> </a:t>
            </a:r>
            <a:r>
              <a:rPr sz="1800" spc="-145" dirty="0">
                <a:solidFill>
                  <a:srgbClr val="585858"/>
                </a:solidFill>
                <a:latin typeface="Trebuchet MS"/>
                <a:cs typeface="Trebuchet MS"/>
              </a:rPr>
              <a:t>le</a:t>
            </a:r>
            <a:r>
              <a:rPr sz="1800" spc="-140" dirty="0">
                <a:solidFill>
                  <a:srgbClr val="585858"/>
                </a:solidFill>
                <a:latin typeface="Trebuchet MS"/>
                <a:cs typeface="Trebuchet MS"/>
              </a:rPr>
              <a:t> </a:t>
            </a:r>
            <a:r>
              <a:rPr sz="1800" spc="-125" dirty="0">
                <a:solidFill>
                  <a:srgbClr val="585858"/>
                </a:solidFill>
                <a:latin typeface="Trebuchet MS"/>
                <a:cs typeface="Trebuchet MS"/>
              </a:rPr>
              <a:t>principe</a:t>
            </a:r>
            <a:r>
              <a:rPr sz="1800" spc="-120" dirty="0">
                <a:solidFill>
                  <a:srgbClr val="585858"/>
                </a:solidFill>
                <a:latin typeface="Trebuchet MS"/>
                <a:cs typeface="Trebuchet MS"/>
              </a:rPr>
              <a:t> </a:t>
            </a:r>
            <a:r>
              <a:rPr sz="1800" spc="-155" dirty="0">
                <a:solidFill>
                  <a:srgbClr val="585858"/>
                </a:solidFill>
                <a:latin typeface="Trebuchet MS"/>
                <a:cs typeface="Trebuchet MS"/>
              </a:rPr>
              <a:t>de</a:t>
            </a:r>
            <a:r>
              <a:rPr sz="1800" spc="-150" dirty="0">
                <a:solidFill>
                  <a:srgbClr val="585858"/>
                </a:solidFill>
                <a:latin typeface="Trebuchet MS"/>
                <a:cs typeface="Trebuchet MS"/>
              </a:rPr>
              <a:t> </a:t>
            </a:r>
            <a:r>
              <a:rPr sz="1800" spc="-120" dirty="0">
                <a:solidFill>
                  <a:srgbClr val="585858"/>
                </a:solidFill>
                <a:latin typeface="Trebuchet MS"/>
                <a:cs typeface="Trebuchet MS"/>
              </a:rPr>
              <a:t>la</a:t>
            </a:r>
            <a:r>
              <a:rPr sz="1800" spc="-114" dirty="0">
                <a:solidFill>
                  <a:srgbClr val="585858"/>
                </a:solidFill>
                <a:latin typeface="Trebuchet MS"/>
                <a:cs typeface="Trebuchet MS"/>
              </a:rPr>
              <a:t> séparation</a:t>
            </a:r>
            <a:r>
              <a:rPr sz="1800" spc="-110" dirty="0">
                <a:solidFill>
                  <a:srgbClr val="585858"/>
                </a:solidFill>
                <a:latin typeface="Trebuchet MS"/>
                <a:cs typeface="Trebuchet MS"/>
              </a:rPr>
              <a:t> </a:t>
            </a:r>
            <a:r>
              <a:rPr sz="1800" spc="-80" dirty="0">
                <a:solidFill>
                  <a:srgbClr val="585858"/>
                </a:solidFill>
                <a:latin typeface="Trebuchet MS"/>
                <a:cs typeface="Trebuchet MS"/>
              </a:rPr>
              <a:t>des </a:t>
            </a:r>
            <a:r>
              <a:rPr sz="1800" spc="-75" dirty="0">
                <a:solidFill>
                  <a:srgbClr val="585858"/>
                </a:solidFill>
                <a:latin typeface="Trebuchet MS"/>
                <a:cs typeface="Trebuchet MS"/>
              </a:rPr>
              <a:t> </a:t>
            </a:r>
            <a:r>
              <a:rPr sz="1800" spc="-105" dirty="0">
                <a:solidFill>
                  <a:srgbClr val="585858"/>
                </a:solidFill>
                <a:latin typeface="Trebuchet MS"/>
                <a:cs typeface="Trebuchet MS"/>
              </a:rPr>
              <a:t>données</a:t>
            </a:r>
            <a:r>
              <a:rPr sz="1800" spc="-165" dirty="0">
                <a:solidFill>
                  <a:srgbClr val="585858"/>
                </a:solidFill>
                <a:latin typeface="Trebuchet MS"/>
                <a:cs typeface="Trebuchet MS"/>
              </a:rPr>
              <a:t> </a:t>
            </a:r>
            <a:r>
              <a:rPr sz="1800" spc="-170" dirty="0">
                <a:solidFill>
                  <a:srgbClr val="585858"/>
                </a:solidFill>
                <a:latin typeface="Trebuchet MS"/>
                <a:cs typeface="Trebuchet MS"/>
              </a:rPr>
              <a:t>et</a:t>
            </a:r>
            <a:r>
              <a:rPr sz="1800" spc="-160" dirty="0">
                <a:solidFill>
                  <a:srgbClr val="585858"/>
                </a:solidFill>
                <a:latin typeface="Trebuchet MS"/>
                <a:cs typeface="Trebuchet MS"/>
              </a:rPr>
              <a:t> </a:t>
            </a:r>
            <a:r>
              <a:rPr sz="1800" spc="-80" dirty="0">
                <a:solidFill>
                  <a:srgbClr val="585858"/>
                </a:solidFill>
                <a:latin typeface="Trebuchet MS"/>
                <a:cs typeface="Trebuchet MS"/>
              </a:rPr>
              <a:t>des</a:t>
            </a:r>
            <a:r>
              <a:rPr sz="1800" spc="-165" dirty="0">
                <a:solidFill>
                  <a:srgbClr val="585858"/>
                </a:solidFill>
                <a:latin typeface="Trebuchet MS"/>
                <a:cs typeface="Trebuchet MS"/>
              </a:rPr>
              <a:t> </a:t>
            </a:r>
            <a:r>
              <a:rPr sz="1800" spc="-135" dirty="0">
                <a:solidFill>
                  <a:srgbClr val="585858"/>
                </a:solidFill>
                <a:latin typeface="Trebuchet MS"/>
                <a:cs typeface="Trebuchet MS"/>
              </a:rPr>
              <a:t>traitements.</a:t>
            </a:r>
            <a:endParaRPr sz="1800" dirty="0">
              <a:latin typeface="Trebuchet MS"/>
              <a:cs typeface="Trebuchet MS"/>
            </a:endParaRPr>
          </a:p>
          <a:p>
            <a:pPr marL="355600" indent="-342900" algn="just">
              <a:lnSpc>
                <a:spcPct val="100000"/>
              </a:lnSpc>
              <a:spcBef>
                <a:spcPts val="325"/>
              </a:spcBef>
              <a:buFont typeface="Arial MT"/>
              <a:buChar char="●"/>
              <a:tabLst>
                <a:tab pos="355600" algn="l"/>
              </a:tabLst>
            </a:pPr>
            <a:r>
              <a:rPr lang="fr-FR" spc="-125" dirty="0">
                <a:solidFill>
                  <a:srgbClr val="585858"/>
                </a:solidFill>
                <a:latin typeface="Trebuchet MS"/>
                <a:cs typeface="Trebuchet MS"/>
              </a:rPr>
              <a:t>Les méthodes fonctionnelles</a:t>
            </a:r>
            <a:r>
              <a:rPr sz="1800" spc="-165" dirty="0">
                <a:solidFill>
                  <a:srgbClr val="585858"/>
                </a:solidFill>
                <a:latin typeface="Trebuchet MS"/>
                <a:cs typeface="Trebuchet MS"/>
              </a:rPr>
              <a:t> </a:t>
            </a:r>
            <a:r>
              <a:rPr sz="1800" spc="-85" dirty="0" err="1">
                <a:solidFill>
                  <a:srgbClr val="585858"/>
                </a:solidFill>
                <a:latin typeface="Trebuchet MS"/>
                <a:cs typeface="Trebuchet MS"/>
              </a:rPr>
              <a:t>possède</a:t>
            </a:r>
            <a:r>
              <a:rPr lang="fr-FR" sz="1800" spc="-85" dirty="0">
                <a:solidFill>
                  <a:srgbClr val="585858"/>
                </a:solidFill>
                <a:latin typeface="Trebuchet MS"/>
                <a:cs typeface="Trebuchet MS"/>
              </a:rPr>
              <a:t>nt</a:t>
            </a:r>
            <a:r>
              <a:rPr sz="1800" spc="-160" dirty="0">
                <a:solidFill>
                  <a:srgbClr val="585858"/>
                </a:solidFill>
                <a:latin typeface="Trebuchet MS"/>
                <a:cs typeface="Trebuchet MS"/>
              </a:rPr>
              <a:t> </a:t>
            </a:r>
            <a:r>
              <a:rPr sz="1800" spc="-90" dirty="0">
                <a:solidFill>
                  <a:srgbClr val="585858"/>
                </a:solidFill>
                <a:latin typeface="Trebuchet MS"/>
                <a:cs typeface="Trebuchet MS"/>
              </a:rPr>
              <a:t>plusieurs</a:t>
            </a:r>
            <a:r>
              <a:rPr sz="1800" spc="-145" dirty="0">
                <a:solidFill>
                  <a:srgbClr val="585858"/>
                </a:solidFill>
                <a:latin typeface="Trebuchet MS"/>
                <a:cs typeface="Trebuchet MS"/>
              </a:rPr>
              <a:t> </a:t>
            </a:r>
            <a:r>
              <a:rPr sz="1800" spc="-110" dirty="0">
                <a:solidFill>
                  <a:srgbClr val="585858"/>
                </a:solidFill>
                <a:latin typeface="Trebuchet MS"/>
                <a:cs typeface="Trebuchet MS"/>
              </a:rPr>
              <a:t>modèles</a:t>
            </a:r>
            <a:r>
              <a:rPr sz="1800" spc="-175" dirty="0">
                <a:solidFill>
                  <a:srgbClr val="585858"/>
                </a:solidFill>
                <a:latin typeface="Trebuchet MS"/>
                <a:cs typeface="Trebuchet MS"/>
              </a:rPr>
              <a:t> </a:t>
            </a:r>
            <a:r>
              <a:rPr sz="1800" spc="-114" dirty="0">
                <a:solidFill>
                  <a:srgbClr val="585858"/>
                </a:solidFill>
                <a:latin typeface="Trebuchet MS"/>
                <a:cs typeface="Trebuchet MS"/>
              </a:rPr>
              <a:t>qui</a:t>
            </a:r>
            <a:r>
              <a:rPr sz="1800" spc="-165" dirty="0">
                <a:solidFill>
                  <a:srgbClr val="585858"/>
                </a:solidFill>
                <a:latin typeface="Trebuchet MS"/>
                <a:cs typeface="Trebuchet MS"/>
              </a:rPr>
              <a:t> </a:t>
            </a:r>
            <a:r>
              <a:rPr sz="1800" spc="-80" dirty="0">
                <a:solidFill>
                  <a:srgbClr val="585858"/>
                </a:solidFill>
                <a:latin typeface="Trebuchet MS"/>
                <a:cs typeface="Trebuchet MS"/>
              </a:rPr>
              <a:t>sont</a:t>
            </a:r>
            <a:r>
              <a:rPr sz="1800" spc="-145" dirty="0">
                <a:solidFill>
                  <a:srgbClr val="585858"/>
                </a:solidFill>
                <a:latin typeface="Trebuchet MS"/>
                <a:cs typeface="Trebuchet MS"/>
              </a:rPr>
              <a:t> </a:t>
            </a:r>
            <a:r>
              <a:rPr sz="1800" spc="-120" dirty="0">
                <a:solidFill>
                  <a:srgbClr val="585858"/>
                </a:solidFill>
                <a:latin typeface="Trebuchet MS"/>
                <a:cs typeface="Trebuchet MS"/>
              </a:rPr>
              <a:t>répartis</a:t>
            </a:r>
            <a:r>
              <a:rPr sz="1800" spc="-145" dirty="0">
                <a:solidFill>
                  <a:srgbClr val="585858"/>
                </a:solidFill>
                <a:latin typeface="Trebuchet MS"/>
                <a:cs typeface="Trebuchet MS"/>
              </a:rPr>
              <a:t> </a:t>
            </a:r>
            <a:r>
              <a:rPr sz="1800" spc="-70" dirty="0">
                <a:solidFill>
                  <a:srgbClr val="585858"/>
                </a:solidFill>
                <a:latin typeface="Trebuchet MS"/>
                <a:cs typeface="Trebuchet MS"/>
              </a:rPr>
              <a:t>sur</a:t>
            </a:r>
            <a:r>
              <a:rPr sz="1800" spc="-135" dirty="0">
                <a:solidFill>
                  <a:srgbClr val="585858"/>
                </a:solidFill>
                <a:latin typeface="Trebuchet MS"/>
                <a:cs typeface="Trebuchet MS"/>
              </a:rPr>
              <a:t> </a:t>
            </a:r>
            <a:r>
              <a:rPr lang="fr-FR" sz="1800" spc="-65" dirty="0">
                <a:solidFill>
                  <a:srgbClr val="585858"/>
                </a:solidFill>
                <a:latin typeface="Trebuchet MS"/>
                <a:cs typeface="Trebuchet MS"/>
              </a:rPr>
              <a:t>trois </a:t>
            </a:r>
            <a:r>
              <a:rPr sz="1800" spc="-120" dirty="0" err="1">
                <a:solidFill>
                  <a:srgbClr val="585858"/>
                </a:solidFill>
                <a:latin typeface="Trebuchet MS"/>
                <a:cs typeface="Trebuchet MS"/>
              </a:rPr>
              <a:t>niveaux</a:t>
            </a:r>
            <a:r>
              <a:rPr sz="1800" spc="-160" dirty="0">
                <a:solidFill>
                  <a:srgbClr val="585858"/>
                </a:solidFill>
                <a:latin typeface="Trebuchet MS"/>
                <a:cs typeface="Trebuchet MS"/>
              </a:rPr>
              <a:t> </a:t>
            </a:r>
            <a:r>
              <a:rPr sz="1800" spc="-245" dirty="0">
                <a:solidFill>
                  <a:srgbClr val="585858"/>
                </a:solidFill>
                <a:latin typeface="Trebuchet MS"/>
                <a:cs typeface="Trebuchet MS"/>
              </a:rPr>
              <a:t>:</a:t>
            </a:r>
            <a:r>
              <a:rPr sz="1800" spc="-155" dirty="0">
                <a:solidFill>
                  <a:srgbClr val="585858"/>
                </a:solidFill>
                <a:latin typeface="Trebuchet MS"/>
                <a:cs typeface="Trebuchet MS"/>
              </a:rPr>
              <a:t> </a:t>
            </a:r>
            <a:r>
              <a:rPr sz="1800" spc="-125" dirty="0">
                <a:solidFill>
                  <a:srgbClr val="585858"/>
                </a:solidFill>
                <a:latin typeface="Trebuchet MS"/>
                <a:cs typeface="Trebuchet MS"/>
              </a:rPr>
              <a:t>Le</a:t>
            </a:r>
            <a:r>
              <a:rPr sz="1800" spc="-155" dirty="0">
                <a:solidFill>
                  <a:srgbClr val="585858"/>
                </a:solidFill>
                <a:latin typeface="Trebuchet MS"/>
                <a:cs typeface="Trebuchet MS"/>
              </a:rPr>
              <a:t> </a:t>
            </a:r>
            <a:r>
              <a:rPr sz="1800" spc="-120" dirty="0">
                <a:solidFill>
                  <a:srgbClr val="585858"/>
                </a:solidFill>
                <a:latin typeface="Trebuchet MS"/>
                <a:cs typeface="Trebuchet MS"/>
              </a:rPr>
              <a:t>niveau</a:t>
            </a:r>
            <a:r>
              <a:rPr sz="1800" spc="-170" dirty="0">
                <a:solidFill>
                  <a:srgbClr val="585858"/>
                </a:solidFill>
                <a:latin typeface="Trebuchet MS"/>
                <a:cs typeface="Trebuchet MS"/>
              </a:rPr>
              <a:t> </a:t>
            </a:r>
            <a:r>
              <a:rPr sz="1800" spc="-145" dirty="0">
                <a:solidFill>
                  <a:srgbClr val="585858"/>
                </a:solidFill>
                <a:latin typeface="Trebuchet MS"/>
                <a:cs typeface="Trebuchet MS"/>
              </a:rPr>
              <a:t>conceptuel,</a:t>
            </a:r>
            <a:r>
              <a:rPr sz="1800" spc="-155" dirty="0">
                <a:solidFill>
                  <a:srgbClr val="585858"/>
                </a:solidFill>
                <a:latin typeface="Trebuchet MS"/>
                <a:cs typeface="Trebuchet MS"/>
              </a:rPr>
              <a:t> </a:t>
            </a:r>
            <a:r>
              <a:rPr sz="1800" spc="-145" dirty="0">
                <a:solidFill>
                  <a:srgbClr val="585858"/>
                </a:solidFill>
                <a:latin typeface="Trebuchet MS"/>
                <a:cs typeface="Trebuchet MS"/>
              </a:rPr>
              <a:t>le</a:t>
            </a:r>
            <a:r>
              <a:rPr lang="fr-FR" sz="1800" spc="-145" dirty="0">
                <a:solidFill>
                  <a:srgbClr val="585858"/>
                </a:solidFill>
                <a:latin typeface="Trebuchet MS"/>
                <a:cs typeface="Trebuchet MS"/>
              </a:rPr>
              <a:t> </a:t>
            </a:r>
            <a:r>
              <a:rPr sz="1800" spc="-120" dirty="0" err="1">
                <a:solidFill>
                  <a:srgbClr val="585858"/>
                </a:solidFill>
                <a:latin typeface="Trebuchet MS"/>
                <a:cs typeface="Trebuchet MS"/>
              </a:rPr>
              <a:t>niveau</a:t>
            </a:r>
            <a:r>
              <a:rPr sz="1800" spc="-160" dirty="0">
                <a:solidFill>
                  <a:srgbClr val="585858"/>
                </a:solidFill>
                <a:latin typeface="Trebuchet MS"/>
                <a:cs typeface="Trebuchet MS"/>
              </a:rPr>
              <a:t> </a:t>
            </a:r>
            <a:r>
              <a:rPr sz="1800" spc="-110" dirty="0">
                <a:solidFill>
                  <a:srgbClr val="585858"/>
                </a:solidFill>
                <a:latin typeface="Trebuchet MS"/>
                <a:cs typeface="Trebuchet MS"/>
              </a:rPr>
              <a:t>logique</a:t>
            </a:r>
            <a:r>
              <a:rPr sz="1800" spc="-180" dirty="0">
                <a:solidFill>
                  <a:srgbClr val="585858"/>
                </a:solidFill>
                <a:latin typeface="Trebuchet MS"/>
                <a:cs typeface="Trebuchet MS"/>
              </a:rPr>
              <a:t> </a:t>
            </a:r>
            <a:r>
              <a:rPr sz="1800" spc="-105" dirty="0">
                <a:solidFill>
                  <a:srgbClr val="585858"/>
                </a:solidFill>
                <a:latin typeface="Trebuchet MS"/>
                <a:cs typeface="Trebuchet MS"/>
              </a:rPr>
              <a:t>ou</a:t>
            </a:r>
            <a:r>
              <a:rPr sz="1800" spc="-155" dirty="0">
                <a:solidFill>
                  <a:srgbClr val="585858"/>
                </a:solidFill>
                <a:latin typeface="Trebuchet MS"/>
                <a:cs typeface="Trebuchet MS"/>
              </a:rPr>
              <a:t> </a:t>
            </a:r>
            <a:r>
              <a:rPr sz="1800" spc="-114" dirty="0">
                <a:solidFill>
                  <a:srgbClr val="585858"/>
                </a:solidFill>
                <a:latin typeface="Trebuchet MS"/>
                <a:cs typeface="Trebuchet MS"/>
              </a:rPr>
              <a:t>organisationnel,</a:t>
            </a:r>
            <a:r>
              <a:rPr sz="1800" spc="-175" dirty="0">
                <a:solidFill>
                  <a:srgbClr val="585858"/>
                </a:solidFill>
                <a:latin typeface="Trebuchet MS"/>
                <a:cs typeface="Trebuchet MS"/>
              </a:rPr>
              <a:t> </a:t>
            </a:r>
            <a:r>
              <a:rPr sz="1800" spc="-145" dirty="0">
                <a:solidFill>
                  <a:srgbClr val="585858"/>
                </a:solidFill>
                <a:latin typeface="Trebuchet MS"/>
                <a:cs typeface="Trebuchet MS"/>
              </a:rPr>
              <a:t>le</a:t>
            </a:r>
            <a:r>
              <a:rPr sz="1800" spc="-170" dirty="0">
                <a:solidFill>
                  <a:srgbClr val="585858"/>
                </a:solidFill>
                <a:latin typeface="Trebuchet MS"/>
                <a:cs typeface="Trebuchet MS"/>
              </a:rPr>
              <a:t> </a:t>
            </a:r>
            <a:r>
              <a:rPr sz="1800" spc="-120" dirty="0">
                <a:solidFill>
                  <a:srgbClr val="585858"/>
                </a:solidFill>
                <a:latin typeface="Trebuchet MS"/>
                <a:cs typeface="Trebuchet MS"/>
              </a:rPr>
              <a:t>niveau</a:t>
            </a:r>
            <a:r>
              <a:rPr sz="1800" spc="-170" dirty="0">
                <a:solidFill>
                  <a:srgbClr val="585858"/>
                </a:solidFill>
                <a:latin typeface="Trebuchet MS"/>
                <a:cs typeface="Trebuchet MS"/>
              </a:rPr>
              <a:t> </a:t>
            </a:r>
            <a:r>
              <a:rPr sz="1800" spc="-114" dirty="0">
                <a:solidFill>
                  <a:srgbClr val="585858"/>
                </a:solidFill>
                <a:latin typeface="Trebuchet MS"/>
                <a:cs typeface="Trebuchet MS"/>
              </a:rPr>
              <a:t>physique.</a:t>
            </a:r>
            <a:endParaRPr sz="1800" dirty="0">
              <a:latin typeface="Trebuchet MS"/>
              <a:cs typeface="Trebuchet MS"/>
            </a:endParaRPr>
          </a:p>
        </p:txBody>
      </p:sp>
      <p:sp>
        <p:nvSpPr>
          <p:cNvPr id="3" name="object 3"/>
          <p:cNvSpPr txBox="1">
            <a:spLocks noGrp="1"/>
          </p:cNvSpPr>
          <p:nvPr>
            <p:ph type="title"/>
          </p:nvPr>
        </p:nvSpPr>
        <p:spPr>
          <a:xfrm>
            <a:off x="390550" y="161910"/>
            <a:ext cx="8333740" cy="566181"/>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10" dirty="0"/>
              <a:t> </a:t>
            </a:r>
            <a:r>
              <a:rPr spc="-5" dirty="0">
                <a:solidFill>
                  <a:srgbClr val="ED795B"/>
                </a:solidFill>
              </a:rPr>
              <a:t>systémiques	</a:t>
            </a:r>
          </a:p>
        </p:txBody>
      </p:sp>
      <p:grpSp>
        <p:nvGrpSpPr>
          <p:cNvPr id="4" name="object 4"/>
          <p:cNvGrpSpPr/>
          <p:nvPr/>
        </p:nvGrpSpPr>
        <p:grpSpPr>
          <a:xfrm>
            <a:off x="7360919" y="3663576"/>
            <a:ext cx="1137622" cy="1057903"/>
            <a:chOff x="7360919" y="3323844"/>
            <a:chExt cx="1414780" cy="1397635"/>
          </a:xfrm>
        </p:grpSpPr>
        <p:pic>
          <p:nvPicPr>
            <p:cNvPr id="5" name="object 5"/>
            <p:cNvPicPr/>
            <p:nvPr/>
          </p:nvPicPr>
          <p:blipFill>
            <a:blip r:embed="rId2" cstate="print"/>
            <a:stretch>
              <a:fillRect/>
            </a:stretch>
          </p:blipFill>
          <p:spPr>
            <a:xfrm>
              <a:off x="7367015" y="3323844"/>
              <a:ext cx="1237487" cy="1237488"/>
            </a:xfrm>
            <a:prstGeom prst="rect">
              <a:avLst/>
            </a:prstGeom>
          </p:spPr>
        </p:pic>
        <p:sp>
          <p:nvSpPr>
            <p:cNvPr id="6" name="object 6"/>
            <p:cNvSpPr/>
            <p:nvPr/>
          </p:nvSpPr>
          <p:spPr>
            <a:xfrm>
              <a:off x="7360919" y="3421380"/>
              <a:ext cx="1325880" cy="1300480"/>
            </a:xfrm>
            <a:custGeom>
              <a:avLst/>
              <a:gdLst/>
              <a:ahLst/>
              <a:cxnLst/>
              <a:rect l="l" t="t" r="r" b="b"/>
              <a:pathLst>
                <a:path w="1325879" h="1300479">
                  <a:moveTo>
                    <a:pt x="662939" y="0"/>
                  </a:moveTo>
                  <a:lnTo>
                    <a:pt x="613462" y="1782"/>
                  </a:lnTo>
                  <a:lnTo>
                    <a:pt x="564973" y="7046"/>
                  </a:lnTo>
                  <a:lnTo>
                    <a:pt x="517600" y="15665"/>
                  </a:lnTo>
                  <a:lnTo>
                    <a:pt x="471470" y="27515"/>
                  </a:lnTo>
                  <a:lnTo>
                    <a:pt x="426713" y="42469"/>
                  </a:lnTo>
                  <a:lnTo>
                    <a:pt x="383457" y="60402"/>
                  </a:lnTo>
                  <a:lnTo>
                    <a:pt x="341829" y="81189"/>
                  </a:lnTo>
                  <a:lnTo>
                    <a:pt x="301958" y="104703"/>
                  </a:lnTo>
                  <a:lnTo>
                    <a:pt x="263971" y="130820"/>
                  </a:lnTo>
                  <a:lnTo>
                    <a:pt x="227998" y="159413"/>
                  </a:lnTo>
                  <a:lnTo>
                    <a:pt x="194167" y="190357"/>
                  </a:lnTo>
                  <a:lnTo>
                    <a:pt x="162604" y="223526"/>
                  </a:lnTo>
                  <a:lnTo>
                    <a:pt x="133440" y="258795"/>
                  </a:lnTo>
                  <a:lnTo>
                    <a:pt x="106801" y="296039"/>
                  </a:lnTo>
                  <a:lnTo>
                    <a:pt x="82816" y="335130"/>
                  </a:lnTo>
                  <a:lnTo>
                    <a:pt x="61613" y="375945"/>
                  </a:lnTo>
                  <a:lnTo>
                    <a:pt x="43321" y="418358"/>
                  </a:lnTo>
                  <a:lnTo>
                    <a:pt x="28067" y="462242"/>
                  </a:lnTo>
                  <a:lnTo>
                    <a:pt x="15980" y="507473"/>
                  </a:lnTo>
                  <a:lnTo>
                    <a:pt x="7187" y="553924"/>
                  </a:lnTo>
                  <a:lnTo>
                    <a:pt x="1818" y="601470"/>
                  </a:lnTo>
                  <a:lnTo>
                    <a:pt x="0" y="649986"/>
                  </a:lnTo>
                  <a:lnTo>
                    <a:pt x="1818" y="698495"/>
                  </a:lnTo>
                  <a:lnTo>
                    <a:pt x="7187" y="746036"/>
                  </a:lnTo>
                  <a:lnTo>
                    <a:pt x="15980" y="792483"/>
                  </a:lnTo>
                  <a:lnTo>
                    <a:pt x="28067" y="837710"/>
                  </a:lnTo>
                  <a:lnTo>
                    <a:pt x="43321" y="881592"/>
                  </a:lnTo>
                  <a:lnTo>
                    <a:pt x="61613" y="924004"/>
                  </a:lnTo>
                  <a:lnTo>
                    <a:pt x="82816" y="964818"/>
                  </a:lnTo>
                  <a:lnTo>
                    <a:pt x="106801" y="1003910"/>
                  </a:lnTo>
                  <a:lnTo>
                    <a:pt x="133440" y="1041154"/>
                  </a:lnTo>
                  <a:lnTo>
                    <a:pt x="162604" y="1076424"/>
                  </a:lnTo>
                  <a:lnTo>
                    <a:pt x="194167" y="1109595"/>
                  </a:lnTo>
                  <a:lnTo>
                    <a:pt x="227998" y="1140541"/>
                  </a:lnTo>
                  <a:lnTo>
                    <a:pt x="263971" y="1169136"/>
                  </a:lnTo>
                  <a:lnTo>
                    <a:pt x="301958" y="1195255"/>
                  </a:lnTo>
                  <a:lnTo>
                    <a:pt x="341829" y="1218772"/>
                  </a:lnTo>
                  <a:lnTo>
                    <a:pt x="383457" y="1239560"/>
                  </a:lnTo>
                  <a:lnTo>
                    <a:pt x="426713" y="1257496"/>
                  </a:lnTo>
                  <a:lnTo>
                    <a:pt x="471470" y="1272452"/>
                  </a:lnTo>
                  <a:lnTo>
                    <a:pt x="517600" y="1284303"/>
                  </a:lnTo>
                  <a:lnTo>
                    <a:pt x="564973" y="1292924"/>
                  </a:lnTo>
                  <a:lnTo>
                    <a:pt x="613462" y="1298189"/>
                  </a:lnTo>
                  <a:lnTo>
                    <a:pt x="662939" y="1299972"/>
                  </a:lnTo>
                  <a:lnTo>
                    <a:pt x="712417" y="1298189"/>
                  </a:lnTo>
                  <a:lnTo>
                    <a:pt x="760906" y="1292924"/>
                  </a:lnTo>
                  <a:lnTo>
                    <a:pt x="808279" y="1284303"/>
                  </a:lnTo>
                  <a:lnTo>
                    <a:pt x="854409" y="1272452"/>
                  </a:lnTo>
                  <a:lnTo>
                    <a:pt x="899166" y="1257496"/>
                  </a:lnTo>
                  <a:lnTo>
                    <a:pt x="942422" y="1239560"/>
                  </a:lnTo>
                  <a:lnTo>
                    <a:pt x="984050" y="1218772"/>
                  </a:lnTo>
                  <a:lnTo>
                    <a:pt x="1023921" y="1195255"/>
                  </a:lnTo>
                  <a:lnTo>
                    <a:pt x="1061908" y="1169136"/>
                  </a:lnTo>
                  <a:lnTo>
                    <a:pt x="1097881" y="1140541"/>
                  </a:lnTo>
                  <a:lnTo>
                    <a:pt x="1131712" y="1109595"/>
                  </a:lnTo>
                  <a:lnTo>
                    <a:pt x="1163275" y="1076424"/>
                  </a:lnTo>
                  <a:lnTo>
                    <a:pt x="1192439" y="1041154"/>
                  </a:lnTo>
                  <a:lnTo>
                    <a:pt x="1219078" y="1003910"/>
                  </a:lnTo>
                  <a:lnTo>
                    <a:pt x="1243063" y="964818"/>
                  </a:lnTo>
                  <a:lnTo>
                    <a:pt x="1264266" y="924004"/>
                  </a:lnTo>
                  <a:lnTo>
                    <a:pt x="1282558" y="881592"/>
                  </a:lnTo>
                  <a:lnTo>
                    <a:pt x="1297812" y="837710"/>
                  </a:lnTo>
                  <a:lnTo>
                    <a:pt x="1309899" y="792483"/>
                  </a:lnTo>
                  <a:lnTo>
                    <a:pt x="1318692" y="746036"/>
                  </a:lnTo>
                  <a:lnTo>
                    <a:pt x="1324061" y="698495"/>
                  </a:lnTo>
                  <a:lnTo>
                    <a:pt x="1325879" y="649986"/>
                  </a:lnTo>
                  <a:lnTo>
                    <a:pt x="1324061" y="601470"/>
                  </a:lnTo>
                  <a:lnTo>
                    <a:pt x="1318692" y="553924"/>
                  </a:lnTo>
                  <a:lnTo>
                    <a:pt x="1309899" y="507473"/>
                  </a:lnTo>
                  <a:lnTo>
                    <a:pt x="1297812" y="462242"/>
                  </a:lnTo>
                  <a:lnTo>
                    <a:pt x="1282558" y="418358"/>
                  </a:lnTo>
                  <a:lnTo>
                    <a:pt x="1264266" y="375945"/>
                  </a:lnTo>
                  <a:lnTo>
                    <a:pt x="1243063" y="335130"/>
                  </a:lnTo>
                  <a:lnTo>
                    <a:pt x="1219078" y="296039"/>
                  </a:lnTo>
                  <a:lnTo>
                    <a:pt x="1192439" y="258795"/>
                  </a:lnTo>
                  <a:lnTo>
                    <a:pt x="1163275" y="223526"/>
                  </a:lnTo>
                  <a:lnTo>
                    <a:pt x="1131712" y="190357"/>
                  </a:lnTo>
                  <a:lnTo>
                    <a:pt x="1097881" y="159413"/>
                  </a:lnTo>
                  <a:lnTo>
                    <a:pt x="1061908" y="130820"/>
                  </a:lnTo>
                  <a:lnTo>
                    <a:pt x="1023921" y="104703"/>
                  </a:lnTo>
                  <a:lnTo>
                    <a:pt x="984050" y="81189"/>
                  </a:lnTo>
                  <a:lnTo>
                    <a:pt x="942422" y="60402"/>
                  </a:lnTo>
                  <a:lnTo>
                    <a:pt x="899166" y="42469"/>
                  </a:lnTo>
                  <a:lnTo>
                    <a:pt x="854409" y="27515"/>
                  </a:lnTo>
                  <a:lnTo>
                    <a:pt x="808279" y="15665"/>
                  </a:lnTo>
                  <a:lnTo>
                    <a:pt x="760906" y="7046"/>
                  </a:lnTo>
                  <a:lnTo>
                    <a:pt x="712417" y="1782"/>
                  </a:lnTo>
                  <a:lnTo>
                    <a:pt x="662939" y="0"/>
                  </a:lnTo>
                  <a:close/>
                </a:path>
              </a:pathLst>
            </a:custGeom>
            <a:solidFill>
              <a:srgbClr val="ED795B"/>
            </a:solidFill>
          </p:spPr>
          <p:txBody>
            <a:bodyPr wrap="square" lIns="0" tIns="0" rIns="0" bIns="0" rtlCol="0"/>
            <a:lstStyle/>
            <a:p>
              <a:endParaRPr/>
            </a:p>
          </p:txBody>
        </p:sp>
        <p:pic>
          <p:nvPicPr>
            <p:cNvPr id="7" name="object 7"/>
            <p:cNvPicPr/>
            <p:nvPr/>
          </p:nvPicPr>
          <p:blipFill>
            <a:blip r:embed="rId3" cstate="print"/>
            <a:stretch>
              <a:fillRect/>
            </a:stretch>
          </p:blipFill>
          <p:spPr>
            <a:xfrm>
              <a:off x="7536179" y="3459480"/>
              <a:ext cx="1239012" cy="1237488"/>
            </a:xfrm>
            <a:prstGeom prst="rect">
              <a:avLst/>
            </a:prstGeom>
          </p:spPr>
        </p:pic>
      </p:grpSp>
    </p:spTree>
    <p:extLst>
      <p:ext uri="{BB962C8B-B14F-4D97-AF65-F5344CB8AC3E}">
        <p14:creationId xmlns:p14="http://schemas.microsoft.com/office/powerpoint/2010/main" val="41638118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90550" y="161910"/>
            <a:ext cx="8333740" cy="566181"/>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10" dirty="0"/>
              <a:t> </a:t>
            </a:r>
            <a:r>
              <a:rPr spc="-5" dirty="0">
                <a:solidFill>
                  <a:srgbClr val="ED795B"/>
                </a:solidFill>
              </a:rPr>
              <a:t>systémiques	</a:t>
            </a:r>
          </a:p>
        </p:txBody>
      </p:sp>
      <p:sp>
        <p:nvSpPr>
          <p:cNvPr id="2" name="object 2"/>
          <p:cNvSpPr txBox="1">
            <a:spLocks noGrp="1"/>
          </p:cNvSpPr>
          <p:nvPr>
            <p:ph idx="1"/>
          </p:nvPr>
        </p:nvSpPr>
        <p:spPr>
          <a:xfrm>
            <a:off x="569213" y="1330512"/>
            <a:ext cx="7543800" cy="2896306"/>
          </a:xfrm>
          <a:prstGeom prst="rect">
            <a:avLst/>
          </a:prstGeom>
        </p:spPr>
        <p:txBody>
          <a:bodyPr vert="horz" wrap="square" lIns="0" tIns="53975" rIns="0" bIns="0" rtlCol="0">
            <a:spAutoFit/>
          </a:bodyPr>
          <a:lstStyle/>
          <a:p>
            <a:pPr marL="0" indent="0">
              <a:lnSpc>
                <a:spcPct val="100000"/>
              </a:lnSpc>
              <a:spcBef>
                <a:spcPts val="425"/>
              </a:spcBef>
              <a:buNone/>
            </a:pPr>
            <a:r>
              <a:rPr spc="-65" dirty="0"/>
              <a:t>Les</a:t>
            </a:r>
            <a:r>
              <a:rPr spc="-165" dirty="0"/>
              <a:t> </a:t>
            </a:r>
            <a:r>
              <a:rPr spc="-90" dirty="0"/>
              <a:t>points</a:t>
            </a:r>
            <a:r>
              <a:rPr spc="-160" dirty="0"/>
              <a:t> </a:t>
            </a:r>
            <a:r>
              <a:rPr spc="-100" dirty="0"/>
              <a:t>forts</a:t>
            </a:r>
            <a:r>
              <a:rPr spc="-140" dirty="0"/>
              <a:t> </a:t>
            </a:r>
            <a:r>
              <a:rPr spc="-80" dirty="0"/>
              <a:t>des</a:t>
            </a:r>
            <a:r>
              <a:rPr spc="-165" dirty="0"/>
              <a:t> </a:t>
            </a:r>
            <a:r>
              <a:rPr spc="-114" dirty="0"/>
              <a:t>méthodes</a:t>
            </a:r>
            <a:r>
              <a:rPr spc="-170" dirty="0"/>
              <a:t> </a:t>
            </a:r>
            <a:r>
              <a:rPr spc="-90" dirty="0"/>
              <a:t>systémiques</a:t>
            </a:r>
            <a:r>
              <a:rPr spc="-160" dirty="0"/>
              <a:t> </a:t>
            </a:r>
            <a:r>
              <a:rPr spc="-80" dirty="0"/>
              <a:t>sont</a:t>
            </a:r>
            <a:r>
              <a:rPr spc="-155" dirty="0"/>
              <a:t> </a:t>
            </a:r>
            <a:r>
              <a:rPr spc="-80" dirty="0"/>
              <a:t>les</a:t>
            </a:r>
            <a:r>
              <a:rPr spc="-160" dirty="0"/>
              <a:t> </a:t>
            </a:r>
            <a:r>
              <a:rPr spc="-80" dirty="0"/>
              <a:t>suivants</a:t>
            </a:r>
            <a:r>
              <a:rPr spc="-150" dirty="0"/>
              <a:t> </a:t>
            </a:r>
            <a:r>
              <a:rPr spc="-245" dirty="0"/>
              <a:t>:</a:t>
            </a:r>
          </a:p>
          <a:p>
            <a:pPr marL="473709" indent="-342900">
              <a:lnSpc>
                <a:spcPct val="100000"/>
              </a:lnSpc>
              <a:spcBef>
                <a:spcPts val="330"/>
              </a:spcBef>
              <a:buFont typeface="Arial MT"/>
              <a:buChar char="●"/>
              <a:tabLst>
                <a:tab pos="473075" algn="l"/>
                <a:tab pos="473709" algn="l"/>
              </a:tabLst>
            </a:pPr>
            <a:r>
              <a:rPr spc="-120" dirty="0"/>
              <a:t>Approche</a:t>
            </a:r>
            <a:r>
              <a:rPr spc="-130" dirty="0"/>
              <a:t> </a:t>
            </a:r>
            <a:r>
              <a:rPr b="1" spc="-130" dirty="0">
                <a:latin typeface="Trebuchet MS"/>
                <a:cs typeface="Trebuchet MS"/>
              </a:rPr>
              <a:t>globale</a:t>
            </a:r>
            <a:r>
              <a:rPr b="1" spc="-150" dirty="0">
                <a:latin typeface="Trebuchet MS"/>
                <a:cs typeface="Trebuchet MS"/>
              </a:rPr>
              <a:t> </a:t>
            </a:r>
            <a:r>
              <a:rPr spc="-114" dirty="0"/>
              <a:t>qui</a:t>
            </a:r>
            <a:r>
              <a:rPr spc="-155" dirty="0"/>
              <a:t> </a:t>
            </a:r>
            <a:r>
              <a:rPr spc="-135" dirty="0"/>
              <a:t>prend</a:t>
            </a:r>
            <a:r>
              <a:rPr spc="-165" dirty="0"/>
              <a:t> </a:t>
            </a:r>
            <a:r>
              <a:rPr spc="-140" dirty="0"/>
              <a:t>en</a:t>
            </a:r>
            <a:r>
              <a:rPr spc="-150" dirty="0"/>
              <a:t> </a:t>
            </a:r>
            <a:r>
              <a:rPr spc="-135" dirty="0"/>
              <a:t>compte</a:t>
            </a:r>
            <a:r>
              <a:rPr spc="-155" dirty="0"/>
              <a:t> </a:t>
            </a:r>
            <a:r>
              <a:rPr spc="-120" dirty="0"/>
              <a:t>la</a:t>
            </a:r>
            <a:r>
              <a:rPr spc="-170" dirty="0"/>
              <a:t> </a:t>
            </a:r>
            <a:r>
              <a:rPr spc="-114" dirty="0"/>
              <a:t>modélisation</a:t>
            </a:r>
            <a:r>
              <a:rPr spc="-170" dirty="0"/>
              <a:t> </a:t>
            </a:r>
            <a:r>
              <a:rPr spc="-80" dirty="0"/>
              <a:t>des</a:t>
            </a:r>
            <a:r>
              <a:rPr spc="-160" dirty="0"/>
              <a:t> </a:t>
            </a:r>
            <a:r>
              <a:rPr spc="-105" dirty="0"/>
              <a:t>données</a:t>
            </a:r>
            <a:r>
              <a:rPr spc="-160" dirty="0"/>
              <a:t> </a:t>
            </a:r>
            <a:r>
              <a:rPr spc="-170" dirty="0"/>
              <a:t>et</a:t>
            </a:r>
            <a:r>
              <a:rPr spc="-155" dirty="0"/>
              <a:t> </a:t>
            </a:r>
            <a:r>
              <a:rPr spc="-80" dirty="0"/>
              <a:t>des</a:t>
            </a:r>
            <a:r>
              <a:rPr spc="-145" dirty="0"/>
              <a:t> </a:t>
            </a:r>
            <a:r>
              <a:rPr spc="-135" dirty="0"/>
              <a:t>traitements.</a:t>
            </a:r>
          </a:p>
          <a:p>
            <a:pPr marL="473709" indent="-342900">
              <a:lnSpc>
                <a:spcPct val="100000"/>
              </a:lnSpc>
              <a:spcBef>
                <a:spcPts val="320"/>
              </a:spcBef>
              <a:buFont typeface="Arial MT"/>
              <a:buChar char="●"/>
              <a:tabLst>
                <a:tab pos="473075" algn="l"/>
                <a:tab pos="473709" algn="l"/>
                <a:tab pos="1706880" algn="l"/>
                <a:tab pos="2162175" algn="l"/>
                <a:tab pos="2995930" algn="l"/>
                <a:tab pos="4297680" algn="l"/>
                <a:tab pos="4869180" algn="l"/>
                <a:tab pos="5168265" algn="l"/>
                <a:tab pos="6219825" algn="l"/>
                <a:tab pos="6577965" algn="l"/>
                <a:tab pos="7707630" algn="l"/>
              </a:tabLst>
            </a:pPr>
            <a:r>
              <a:rPr spc="-50" dirty="0"/>
              <a:t>I</a:t>
            </a:r>
            <a:r>
              <a:rPr spc="-120" dirty="0"/>
              <a:t>ntrodu</a:t>
            </a:r>
            <a:r>
              <a:rPr spc="-130" dirty="0"/>
              <a:t>c</a:t>
            </a:r>
            <a:r>
              <a:rPr spc="-120" dirty="0"/>
              <a:t>tion</a:t>
            </a:r>
            <a:r>
              <a:rPr lang="fr-FR" dirty="0"/>
              <a:t> </a:t>
            </a:r>
            <a:r>
              <a:rPr spc="-80" dirty="0"/>
              <a:t>des</a:t>
            </a:r>
            <a:r>
              <a:rPr lang="fr-FR" dirty="0"/>
              <a:t> </a:t>
            </a:r>
            <a:r>
              <a:rPr b="1" spc="-165" dirty="0" err="1">
                <a:latin typeface="Trebuchet MS"/>
                <a:cs typeface="Trebuchet MS"/>
              </a:rPr>
              <a:t>nive</a:t>
            </a:r>
            <a:r>
              <a:rPr b="1" spc="-175" dirty="0" err="1">
                <a:latin typeface="Trebuchet MS"/>
                <a:cs typeface="Trebuchet MS"/>
              </a:rPr>
              <a:t>aux</a:t>
            </a:r>
            <a:r>
              <a:rPr b="1" dirty="0">
                <a:latin typeface="Trebuchet MS"/>
                <a:cs typeface="Trebuchet MS"/>
              </a:rPr>
              <a:t>	</a:t>
            </a:r>
            <a:r>
              <a:rPr b="1" spc="-229" dirty="0" err="1">
                <a:latin typeface="Trebuchet MS"/>
                <a:cs typeface="Trebuchet MS"/>
              </a:rPr>
              <a:t>d</a:t>
            </a:r>
            <a:r>
              <a:rPr b="1" spc="-105" dirty="0" err="1">
                <a:latin typeface="Trebuchet MS"/>
                <a:cs typeface="Trebuchet MS"/>
              </a:rPr>
              <a:t>'</a:t>
            </a:r>
            <a:r>
              <a:rPr b="1" spc="-100" dirty="0" err="1">
                <a:latin typeface="Trebuchet MS"/>
                <a:cs typeface="Trebuchet MS"/>
              </a:rPr>
              <a:t>abs</a:t>
            </a:r>
            <a:r>
              <a:rPr b="1" spc="-150" dirty="0" err="1">
                <a:latin typeface="Trebuchet MS"/>
                <a:cs typeface="Trebuchet MS"/>
              </a:rPr>
              <a:t>tra</a:t>
            </a:r>
            <a:r>
              <a:rPr b="1" spc="-165" dirty="0" err="1">
                <a:latin typeface="Trebuchet MS"/>
                <a:cs typeface="Trebuchet MS"/>
              </a:rPr>
              <a:t>c</a:t>
            </a:r>
            <a:r>
              <a:rPr b="1" spc="-150" dirty="0" err="1">
                <a:latin typeface="Trebuchet MS"/>
                <a:cs typeface="Trebuchet MS"/>
              </a:rPr>
              <a:t>t</a:t>
            </a:r>
            <a:r>
              <a:rPr b="1" spc="-120" dirty="0" err="1">
                <a:latin typeface="Trebuchet MS"/>
                <a:cs typeface="Trebuchet MS"/>
              </a:rPr>
              <a:t>i</a:t>
            </a:r>
            <a:r>
              <a:rPr b="1" spc="-170" dirty="0" err="1">
                <a:latin typeface="Trebuchet MS"/>
                <a:cs typeface="Trebuchet MS"/>
              </a:rPr>
              <a:t>on</a:t>
            </a:r>
            <a:r>
              <a:rPr lang="fr-FR" b="1" dirty="0">
                <a:latin typeface="Trebuchet MS"/>
                <a:cs typeface="Trebuchet MS"/>
              </a:rPr>
              <a:t> </a:t>
            </a:r>
            <a:r>
              <a:rPr spc="-75" dirty="0" err="1"/>
              <a:t>dans</a:t>
            </a:r>
            <a:r>
              <a:rPr lang="fr-FR" dirty="0"/>
              <a:t> </a:t>
            </a:r>
            <a:r>
              <a:rPr spc="-145" dirty="0"/>
              <a:t>le</a:t>
            </a:r>
            <a:r>
              <a:rPr lang="fr-FR" dirty="0"/>
              <a:t> </a:t>
            </a:r>
            <a:r>
              <a:rPr spc="-114" dirty="0" err="1"/>
              <a:t>pro</a:t>
            </a:r>
            <a:r>
              <a:rPr spc="-125" dirty="0" err="1"/>
              <a:t>c</a:t>
            </a:r>
            <a:r>
              <a:rPr spc="-70" dirty="0" err="1"/>
              <a:t>e</a:t>
            </a:r>
            <a:r>
              <a:rPr spc="-45" dirty="0" err="1"/>
              <a:t>s</a:t>
            </a:r>
            <a:r>
              <a:rPr spc="-5" dirty="0" err="1"/>
              <a:t>su</a:t>
            </a:r>
            <a:r>
              <a:rPr dirty="0" err="1"/>
              <a:t>s</a:t>
            </a:r>
            <a:r>
              <a:rPr lang="fr-FR" dirty="0"/>
              <a:t> </a:t>
            </a:r>
            <a:r>
              <a:rPr spc="-150" dirty="0"/>
              <a:t>de</a:t>
            </a:r>
            <a:r>
              <a:rPr lang="fr-FR" dirty="0"/>
              <a:t> c</a:t>
            </a:r>
            <a:r>
              <a:rPr spc="-120" dirty="0" err="1"/>
              <a:t>onception</a:t>
            </a:r>
            <a:r>
              <a:rPr dirty="0"/>
              <a:t> </a:t>
            </a:r>
            <a:r>
              <a:rPr spc="-100" dirty="0"/>
              <a:t>(</a:t>
            </a:r>
            <a:r>
              <a:rPr spc="-160" dirty="0" err="1"/>
              <a:t>n</a:t>
            </a:r>
            <a:r>
              <a:rPr spc="-120" dirty="0" err="1"/>
              <a:t>iveau</a:t>
            </a:r>
            <a:r>
              <a:rPr lang="fr-FR" spc="-120" dirty="0"/>
              <a:t> </a:t>
            </a:r>
            <a:r>
              <a:rPr lang="fr-FR" spc="-145" dirty="0"/>
              <a:t>conceptuel,</a:t>
            </a:r>
            <a:r>
              <a:rPr lang="fr-FR" spc="-155" dirty="0"/>
              <a:t> </a:t>
            </a:r>
            <a:r>
              <a:rPr lang="fr-FR" spc="-120" dirty="0"/>
              <a:t>niveau</a:t>
            </a:r>
            <a:r>
              <a:rPr lang="fr-FR" spc="-160" dirty="0"/>
              <a:t> </a:t>
            </a:r>
            <a:r>
              <a:rPr lang="fr-FR" spc="-110" dirty="0"/>
              <a:t>logique</a:t>
            </a:r>
            <a:r>
              <a:rPr lang="fr-FR" spc="-185" dirty="0"/>
              <a:t> </a:t>
            </a:r>
            <a:r>
              <a:rPr lang="fr-FR" spc="-165" dirty="0"/>
              <a:t>et</a:t>
            </a:r>
            <a:r>
              <a:rPr lang="fr-FR" spc="-155" dirty="0"/>
              <a:t> </a:t>
            </a:r>
            <a:r>
              <a:rPr lang="fr-FR" spc="-120" dirty="0"/>
              <a:t>niveau</a:t>
            </a:r>
            <a:r>
              <a:rPr lang="fr-FR" spc="-170" dirty="0"/>
              <a:t> </a:t>
            </a:r>
            <a:r>
              <a:rPr lang="fr-FR" spc="-130" dirty="0"/>
              <a:t>physique).</a:t>
            </a:r>
            <a:endParaRPr sz="2400" dirty="0"/>
          </a:p>
          <a:p>
            <a:pPr marL="0" indent="0">
              <a:lnSpc>
                <a:spcPct val="100000"/>
              </a:lnSpc>
              <a:buNone/>
            </a:pPr>
            <a:r>
              <a:rPr spc="-70" dirty="0"/>
              <a:t>Les</a:t>
            </a:r>
            <a:r>
              <a:rPr spc="-160" dirty="0"/>
              <a:t> </a:t>
            </a:r>
            <a:r>
              <a:rPr spc="-95" dirty="0"/>
              <a:t>points</a:t>
            </a:r>
            <a:r>
              <a:rPr spc="-155" dirty="0"/>
              <a:t> </a:t>
            </a:r>
            <a:r>
              <a:rPr spc="-100" dirty="0"/>
              <a:t>faibles</a:t>
            </a:r>
            <a:r>
              <a:rPr spc="-165" dirty="0"/>
              <a:t> </a:t>
            </a:r>
            <a:r>
              <a:rPr spc="-80" dirty="0"/>
              <a:t>des</a:t>
            </a:r>
            <a:r>
              <a:rPr spc="-145" dirty="0"/>
              <a:t> </a:t>
            </a:r>
            <a:r>
              <a:rPr spc="-114" dirty="0"/>
              <a:t>méthodes</a:t>
            </a:r>
            <a:r>
              <a:rPr spc="-175" dirty="0"/>
              <a:t> </a:t>
            </a:r>
            <a:r>
              <a:rPr spc="-90" dirty="0"/>
              <a:t>systémiques</a:t>
            </a:r>
            <a:r>
              <a:rPr spc="-160" dirty="0"/>
              <a:t> </a:t>
            </a:r>
            <a:r>
              <a:rPr spc="-85" dirty="0"/>
              <a:t>sont</a:t>
            </a:r>
            <a:r>
              <a:rPr spc="-155" dirty="0"/>
              <a:t> </a:t>
            </a:r>
            <a:r>
              <a:rPr spc="-80" dirty="0"/>
              <a:t>les</a:t>
            </a:r>
            <a:r>
              <a:rPr spc="-160" dirty="0"/>
              <a:t> </a:t>
            </a:r>
            <a:r>
              <a:rPr spc="-80" dirty="0"/>
              <a:t>suivants</a:t>
            </a:r>
            <a:r>
              <a:rPr spc="-160" dirty="0"/>
              <a:t> </a:t>
            </a:r>
            <a:r>
              <a:rPr spc="-245" dirty="0"/>
              <a:t>:</a:t>
            </a:r>
          </a:p>
          <a:p>
            <a:pPr marL="473709" indent="-342900">
              <a:lnSpc>
                <a:spcPct val="100000"/>
              </a:lnSpc>
              <a:spcBef>
                <a:spcPts val="325"/>
              </a:spcBef>
              <a:buFont typeface="Arial MT"/>
              <a:buChar char="●"/>
              <a:tabLst>
                <a:tab pos="473075" algn="l"/>
                <a:tab pos="473709" algn="l"/>
              </a:tabLst>
            </a:pPr>
            <a:r>
              <a:rPr spc="-120" dirty="0"/>
              <a:t>Double</a:t>
            </a:r>
            <a:r>
              <a:rPr spc="-180" dirty="0"/>
              <a:t> </a:t>
            </a:r>
            <a:r>
              <a:rPr spc="-135" dirty="0"/>
              <a:t>démarche</a:t>
            </a:r>
            <a:r>
              <a:rPr spc="-160" dirty="0"/>
              <a:t> </a:t>
            </a:r>
            <a:r>
              <a:rPr spc="-150" dirty="0"/>
              <a:t>de</a:t>
            </a:r>
            <a:r>
              <a:rPr spc="-155" dirty="0"/>
              <a:t> </a:t>
            </a:r>
            <a:r>
              <a:rPr spc="-120" dirty="0"/>
              <a:t>conception</a:t>
            </a:r>
            <a:r>
              <a:rPr spc="-155" dirty="0"/>
              <a:t> </a:t>
            </a:r>
            <a:r>
              <a:rPr spc="-245" dirty="0"/>
              <a:t>:</a:t>
            </a:r>
            <a:r>
              <a:rPr spc="-150" dirty="0"/>
              <a:t> </a:t>
            </a:r>
            <a:r>
              <a:rPr spc="-80" dirty="0"/>
              <a:t>les</a:t>
            </a:r>
            <a:r>
              <a:rPr spc="-160" dirty="0"/>
              <a:t> </a:t>
            </a:r>
            <a:r>
              <a:rPr spc="-105" dirty="0"/>
              <a:t>données</a:t>
            </a:r>
            <a:r>
              <a:rPr spc="-165" dirty="0"/>
              <a:t> et </a:t>
            </a:r>
            <a:r>
              <a:rPr spc="-80" dirty="0"/>
              <a:t>les</a:t>
            </a:r>
            <a:r>
              <a:rPr spc="-160" dirty="0"/>
              <a:t> </a:t>
            </a:r>
            <a:r>
              <a:rPr spc="-140" dirty="0"/>
              <a:t>traitements.</a:t>
            </a:r>
          </a:p>
          <a:p>
            <a:pPr marL="473709" indent="-342900">
              <a:lnSpc>
                <a:spcPct val="100000"/>
              </a:lnSpc>
              <a:spcBef>
                <a:spcPts val="325"/>
              </a:spcBef>
              <a:buFont typeface="Arial MT"/>
              <a:buChar char="●"/>
              <a:tabLst>
                <a:tab pos="473075" algn="l"/>
                <a:tab pos="473709" algn="l"/>
              </a:tabLst>
            </a:pPr>
            <a:r>
              <a:rPr spc="-25" dirty="0"/>
              <a:t>Pas</a:t>
            </a:r>
            <a:r>
              <a:rPr spc="-150" dirty="0"/>
              <a:t> de</a:t>
            </a:r>
            <a:r>
              <a:rPr spc="-160" dirty="0"/>
              <a:t> </a:t>
            </a:r>
            <a:r>
              <a:rPr spc="-85" dirty="0"/>
              <a:t>fusion</a:t>
            </a:r>
            <a:r>
              <a:rPr spc="-150" dirty="0"/>
              <a:t> </a:t>
            </a:r>
            <a:r>
              <a:rPr spc="-80" dirty="0"/>
              <a:t>possible</a:t>
            </a:r>
            <a:r>
              <a:rPr spc="-175" dirty="0"/>
              <a:t> </a:t>
            </a:r>
            <a:r>
              <a:rPr spc="-80" dirty="0"/>
              <a:t>des</a:t>
            </a:r>
            <a:r>
              <a:rPr spc="-145" dirty="0"/>
              <a:t> </a:t>
            </a:r>
            <a:r>
              <a:rPr spc="-130" dirty="0"/>
              <a:t>deux</a:t>
            </a:r>
            <a:r>
              <a:rPr spc="-160" dirty="0"/>
              <a:t> </a:t>
            </a:r>
            <a:r>
              <a:rPr spc="-85" dirty="0"/>
              <a:t>aspects</a:t>
            </a:r>
            <a:r>
              <a:rPr spc="-135" dirty="0"/>
              <a:t> </a:t>
            </a:r>
            <a:r>
              <a:rPr spc="-110" dirty="0"/>
              <a:t>(données</a:t>
            </a:r>
            <a:r>
              <a:rPr spc="-160" dirty="0"/>
              <a:t> </a:t>
            </a:r>
            <a:r>
              <a:rPr spc="-170" dirty="0"/>
              <a:t>et</a:t>
            </a:r>
            <a:r>
              <a:rPr spc="-155" dirty="0"/>
              <a:t> </a:t>
            </a:r>
            <a:r>
              <a:rPr spc="-135" dirty="0"/>
              <a:t>traitements).</a:t>
            </a:r>
          </a:p>
        </p:txBody>
      </p:sp>
      <p:grpSp>
        <p:nvGrpSpPr>
          <p:cNvPr id="4" name="object 4"/>
          <p:cNvGrpSpPr/>
          <p:nvPr/>
        </p:nvGrpSpPr>
        <p:grpSpPr>
          <a:xfrm>
            <a:off x="7235952" y="3317747"/>
            <a:ext cx="1496695" cy="1403985"/>
            <a:chOff x="7235952" y="3317747"/>
            <a:chExt cx="1496695" cy="1403985"/>
          </a:xfrm>
        </p:grpSpPr>
        <p:pic>
          <p:nvPicPr>
            <p:cNvPr id="5" name="object 5"/>
            <p:cNvPicPr/>
            <p:nvPr/>
          </p:nvPicPr>
          <p:blipFill>
            <a:blip r:embed="rId3" cstate="print"/>
            <a:stretch>
              <a:fillRect/>
            </a:stretch>
          </p:blipFill>
          <p:spPr>
            <a:xfrm>
              <a:off x="7235952" y="3317747"/>
              <a:ext cx="1237488" cy="1237488"/>
            </a:xfrm>
            <a:prstGeom prst="rect">
              <a:avLst/>
            </a:prstGeom>
          </p:spPr>
        </p:pic>
        <p:sp>
          <p:nvSpPr>
            <p:cNvPr id="6" name="object 6"/>
            <p:cNvSpPr/>
            <p:nvPr/>
          </p:nvSpPr>
          <p:spPr>
            <a:xfrm>
              <a:off x="7360920" y="3421379"/>
              <a:ext cx="1325880" cy="1300480"/>
            </a:xfrm>
            <a:custGeom>
              <a:avLst/>
              <a:gdLst/>
              <a:ahLst/>
              <a:cxnLst/>
              <a:rect l="l" t="t" r="r" b="b"/>
              <a:pathLst>
                <a:path w="1325879" h="1300479">
                  <a:moveTo>
                    <a:pt x="662939" y="0"/>
                  </a:moveTo>
                  <a:lnTo>
                    <a:pt x="613462" y="1782"/>
                  </a:lnTo>
                  <a:lnTo>
                    <a:pt x="564973" y="7046"/>
                  </a:lnTo>
                  <a:lnTo>
                    <a:pt x="517600" y="15665"/>
                  </a:lnTo>
                  <a:lnTo>
                    <a:pt x="471470" y="27515"/>
                  </a:lnTo>
                  <a:lnTo>
                    <a:pt x="426713" y="42469"/>
                  </a:lnTo>
                  <a:lnTo>
                    <a:pt x="383457" y="60402"/>
                  </a:lnTo>
                  <a:lnTo>
                    <a:pt x="341829" y="81189"/>
                  </a:lnTo>
                  <a:lnTo>
                    <a:pt x="301958" y="104703"/>
                  </a:lnTo>
                  <a:lnTo>
                    <a:pt x="263971" y="130820"/>
                  </a:lnTo>
                  <a:lnTo>
                    <a:pt x="227998" y="159413"/>
                  </a:lnTo>
                  <a:lnTo>
                    <a:pt x="194167" y="190357"/>
                  </a:lnTo>
                  <a:lnTo>
                    <a:pt x="162604" y="223526"/>
                  </a:lnTo>
                  <a:lnTo>
                    <a:pt x="133440" y="258795"/>
                  </a:lnTo>
                  <a:lnTo>
                    <a:pt x="106801" y="296039"/>
                  </a:lnTo>
                  <a:lnTo>
                    <a:pt x="82816" y="335130"/>
                  </a:lnTo>
                  <a:lnTo>
                    <a:pt x="61613" y="375945"/>
                  </a:lnTo>
                  <a:lnTo>
                    <a:pt x="43321" y="418358"/>
                  </a:lnTo>
                  <a:lnTo>
                    <a:pt x="28067" y="462242"/>
                  </a:lnTo>
                  <a:lnTo>
                    <a:pt x="15980" y="507473"/>
                  </a:lnTo>
                  <a:lnTo>
                    <a:pt x="7187" y="553924"/>
                  </a:lnTo>
                  <a:lnTo>
                    <a:pt x="1818" y="601470"/>
                  </a:lnTo>
                  <a:lnTo>
                    <a:pt x="0" y="649986"/>
                  </a:lnTo>
                  <a:lnTo>
                    <a:pt x="1818" y="698495"/>
                  </a:lnTo>
                  <a:lnTo>
                    <a:pt x="7187" y="746036"/>
                  </a:lnTo>
                  <a:lnTo>
                    <a:pt x="15980" y="792483"/>
                  </a:lnTo>
                  <a:lnTo>
                    <a:pt x="28067" y="837710"/>
                  </a:lnTo>
                  <a:lnTo>
                    <a:pt x="43321" y="881592"/>
                  </a:lnTo>
                  <a:lnTo>
                    <a:pt x="61613" y="924004"/>
                  </a:lnTo>
                  <a:lnTo>
                    <a:pt x="82816" y="964818"/>
                  </a:lnTo>
                  <a:lnTo>
                    <a:pt x="106801" y="1003910"/>
                  </a:lnTo>
                  <a:lnTo>
                    <a:pt x="133440" y="1041154"/>
                  </a:lnTo>
                  <a:lnTo>
                    <a:pt x="162604" y="1076424"/>
                  </a:lnTo>
                  <a:lnTo>
                    <a:pt x="194167" y="1109595"/>
                  </a:lnTo>
                  <a:lnTo>
                    <a:pt x="227998" y="1140541"/>
                  </a:lnTo>
                  <a:lnTo>
                    <a:pt x="263971" y="1169136"/>
                  </a:lnTo>
                  <a:lnTo>
                    <a:pt x="301958" y="1195255"/>
                  </a:lnTo>
                  <a:lnTo>
                    <a:pt x="341829" y="1218772"/>
                  </a:lnTo>
                  <a:lnTo>
                    <a:pt x="383457" y="1239560"/>
                  </a:lnTo>
                  <a:lnTo>
                    <a:pt x="426713" y="1257496"/>
                  </a:lnTo>
                  <a:lnTo>
                    <a:pt x="471470" y="1272452"/>
                  </a:lnTo>
                  <a:lnTo>
                    <a:pt x="517600" y="1284303"/>
                  </a:lnTo>
                  <a:lnTo>
                    <a:pt x="564973" y="1292924"/>
                  </a:lnTo>
                  <a:lnTo>
                    <a:pt x="613462" y="1298189"/>
                  </a:lnTo>
                  <a:lnTo>
                    <a:pt x="662939" y="1299972"/>
                  </a:lnTo>
                  <a:lnTo>
                    <a:pt x="712417" y="1298189"/>
                  </a:lnTo>
                  <a:lnTo>
                    <a:pt x="760906" y="1292924"/>
                  </a:lnTo>
                  <a:lnTo>
                    <a:pt x="808279" y="1284303"/>
                  </a:lnTo>
                  <a:lnTo>
                    <a:pt x="854409" y="1272452"/>
                  </a:lnTo>
                  <a:lnTo>
                    <a:pt x="899166" y="1257496"/>
                  </a:lnTo>
                  <a:lnTo>
                    <a:pt x="942422" y="1239560"/>
                  </a:lnTo>
                  <a:lnTo>
                    <a:pt x="984050" y="1218772"/>
                  </a:lnTo>
                  <a:lnTo>
                    <a:pt x="1023921" y="1195255"/>
                  </a:lnTo>
                  <a:lnTo>
                    <a:pt x="1061908" y="1169136"/>
                  </a:lnTo>
                  <a:lnTo>
                    <a:pt x="1097881" y="1140541"/>
                  </a:lnTo>
                  <a:lnTo>
                    <a:pt x="1131712" y="1109595"/>
                  </a:lnTo>
                  <a:lnTo>
                    <a:pt x="1163275" y="1076424"/>
                  </a:lnTo>
                  <a:lnTo>
                    <a:pt x="1192439" y="1041154"/>
                  </a:lnTo>
                  <a:lnTo>
                    <a:pt x="1219078" y="1003910"/>
                  </a:lnTo>
                  <a:lnTo>
                    <a:pt x="1243063" y="964818"/>
                  </a:lnTo>
                  <a:lnTo>
                    <a:pt x="1264266" y="924004"/>
                  </a:lnTo>
                  <a:lnTo>
                    <a:pt x="1282558" y="881592"/>
                  </a:lnTo>
                  <a:lnTo>
                    <a:pt x="1297812" y="837710"/>
                  </a:lnTo>
                  <a:lnTo>
                    <a:pt x="1309899" y="792483"/>
                  </a:lnTo>
                  <a:lnTo>
                    <a:pt x="1318692" y="746036"/>
                  </a:lnTo>
                  <a:lnTo>
                    <a:pt x="1324061" y="698495"/>
                  </a:lnTo>
                  <a:lnTo>
                    <a:pt x="1325879" y="649986"/>
                  </a:lnTo>
                  <a:lnTo>
                    <a:pt x="1324061" y="601470"/>
                  </a:lnTo>
                  <a:lnTo>
                    <a:pt x="1318692" y="553924"/>
                  </a:lnTo>
                  <a:lnTo>
                    <a:pt x="1309899" y="507473"/>
                  </a:lnTo>
                  <a:lnTo>
                    <a:pt x="1297812" y="462242"/>
                  </a:lnTo>
                  <a:lnTo>
                    <a:pt x="1282558" y="418358"/>
                  </a:lnTo>
                  <a:lnTo>
                    <a:pt x="1264266" y="375945"/>
                  </a:lnTo>
                  <a:lnTo>
                    <a:pt x="1243063" y="335130"/>
                  </a:lnTo>
                  <a:lnTo>
                    <a:pt x="1219078" y="296039"/>
                  </a:lnTo>
                  <a:lnTo>
                    <a:pt x="1192439" y="258795"/>
                  </a:lnTo>
                  <a:lnTo>
                    <a:pt x="1163275" y="223526"/>
                  </a:lnTo>
                  <a:lnTo>
                    <a:pt x="1131712" y="190357"/>
                  </a:lnTo>
                  <a:lnTo>
                    <a:pt x="1097881" y="159413"/>
                  </a:lnTo>
                  <a:lnTo>
                    <a:pt x="1061908" y="130820"/>
                  </a:lnTo>
                  <a:lnTo>
                    <a:pt x="1023921" y="104703"/>
                  </a:lnTo>
                  <a:lnTo>
                    <a:pt x="984050" y="81189"/>
                  </a:lnTo>
                  <a:lnTo>
                    <a:pt x="942422" y="60402"/>
                  </a:lnTo>
                  <a:lnTo>
                    <a:pt x="899166" y="42469"/>
                  </a:lnTo>
                  <a:lnTo>
                    <a:pt x="854409" y="27515"/>
                  </a:lnTo>
                  <a:lnTo>
                    <a:pt x="808279" y="15665"/>
                  </a:lnTo>
                  <a:lnTo>
                    <a:pt x="760906" y="7046"/>
                  </a:lnTo>
                  <a:lnTo>
                    <a:pt x="712417" y="1782"/>
                  </a:lnTo>
                  <a:lnTo>
                    <a:pt x="662939" y="0"/>
                  </a:lnTo>
                  <a:close/>
                </a:path>
              </a:pathLst>
            </a:custGeom>
            <a:solidFill>
              <a:srgbClr val="ED795B"/>
            </a:solidFill>
          </p:spPr>
          <p:txBody>
            <a:bodyPr wrap="square" lIns="0" tIns="0" rIns="0" bIns="0" rtlCol="0"/>
            <a:lstStyle/>
            <a:p>
              <a:endParaRPr/>
            </a:p>
          </p:txBody>
        </p:sp>
        <p:pic>
          <p:nvPicPr>
            <p:cNvPr id="7" name="object 7"/>
            <p:cNvPicPr/>
            <p:nvPr/>
          </p:nvPicPr>
          <p:blipFill>
            <a:blip r:embed="rId4" cstate="print"/>
            <a:stretch>
              <a:fillRect/>
            </a:stretch>
          </p:blipFill>
          <p:spPr>
            <a:xfrm>
              <a:off x="7493508" y="3459479"/>
              <a:ext cx="1239011" cy="1237488"/>
            </a:xfrm>
            <a:prstGeom prst="rect">
              <a:avLst/>
            </a:prstGeom>
          </p:spPr>
        </p:pic>
      </p:grpSp>
    </p:spTree>
    <p:extLst>
      <p:ext uri="{BB962C8B-B14F-4D97-AF65-F5344CB8AC3E}">
        <p14:creationId xmlns:p14="http://schemas.microsoft.com/office/powerpoint/2010/main" val="42487923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6583" y="1364779"/>
            <a:ext cx="8251190" cy="2298065"/>
          </a:xfrm>
          <a:prstGeom prst="rect">
            <a:avLst/>
          </a:prstGeom>
        </p:spPr>
        <p:txBody>
          <a:bodyPr vert="horz" wrap="square" lIns="0" tIns="53975" rIns="0" bIns="0" rtlCol="0">
            <a:spAutoFit/>
          </a:bodyPr>
          <a:lstStyle/>
          <a:p>
            <a:pPr marL="355600" indent="-342900">
              <a:lnSpc>
                <a:spcPct val="100000"/>
              </a:lnSpc>
              <a:spcBef>
                <a:spcPts val="425"/>
              </a:spcBef>
              <a:buClr>
                <a:srgbClr val="585858"/>
              </a:buClr>
              <a:buFont typeface="Arial MT"/>
              <a:buChar char="●"/>
              <a:tabLst>
                <a:tab pos="354965" algn="l"/>
                <a:tab pos="355600" algn="l"/>
              </a:tabLst>
            </a:pPr>
            <a:r>
              <a:rPr sz="1800" spc="-65" dirty="0">
                <a:solidFill>
                  <a:srgbClr val="585858"/>
                </a:solidFill>
                <a:latin typeface="Trebuchet MS"/>
                <a:cs typeface="Trebuchet MS"/>
              </a:rPr>
              <a:t>Les</a:t>
            </a:r>
            <a:r>
              <a:rPr sz="1800" spc="-155" dirty="0">
                <a:solidFill>
                  <a:srgbClr val="585858"/>
                </a:solidFill>
                <a:latin typeface="Trebuchet MS"/>
                <a:cs typeface="Trebuchet MS"/>
              </a:rPr>
              <a:t> </a:t>
            </a:r>
            <a:r>
              <a:rPr sz="1800" spc="-114" dirty="0">
                <a:solidFill>
                  <a:srgbClr val="585858"/>
                </a:solidFill>
                <a:latin typeface="Trebuchet MS"/>
                <a:cs typeface="Trebuchet MS"/>
              </a:rPr>
              <a:t>méthodes</a:t>
            </a:r>
            <a:r>
              <a:rPr sz="1800" spc="-160" dirty="0">
                <a:solidFill>
                  <a:srgbClr val="585858"/>
                </a:solidFill>
                <a:latin typeface="Trebuchet MS"/>
                <a:cs typeface="Trebuchet MS"/>
              </a:rPr>
              <a:t> </a:t>
            </a:r>
            <a:r>
              <a:rPr sz="1800" spc="-114" dirty="0">
                <a:solidFill>
                  <a:srgbClr val="585858"/>
                </a:solidFill>
                <a:latin typeface="Trebuchet MS"/>
                <a:cs typeface="Trebuchet MS"/>
              </a:rPr>
              <a:t>fonctionnelles</a:t>
            </a:r>
            <a:r>
              <a:rPr sz="1800" spc="-170" dirty="0">
                <a:solidFill>
                  <a:srgbClr val="585858"/>
                </a:solidFill>
                <a:latin typeface="Trebuchet MS"/>
                <a:cs typeface="Trebuchet MS"/>
              </a:rPr>
              <a:t> </a:t>
            </a:r>
            <a:r>
              <a:rPr sz="1800" spc="-165" dirty="0">
                <a:solidFill>
                  <a:srgbClr val="585858"/>
                </a:solidFill>
                <a:latin typeface="Trebuchet MS"/>
                <a:cs typeface="Trebuchet MS"/>
              </a:rPr>
              <a:t>et</a:t>
            </a:r>
            <a:r>
              <a:rPr sz="1800" spc="-150" dirty="0">
                <a:solidFill>
                  <a:srgbClr val="585858"/>
                </a:solidFill>
                <a:latin typeface="Trebuchet MS"/>
                <a:cs typeface="Trebuchet MS"/>
              </a:rPr>
              <a:t> </a:t>
            </a:r>
            <a:r>
              <a:rPr sz="1800" spc="-90" dirty="0">
                <a:solidFill>
                  <a:srgbClr val="585858"/>
                </a:solidFill>
                <a:latin typeface="Trebuchet MS"/>
                <a:cs typeface="Trebuchet MS"/>
              </a:rPr>
              <a:t>systémiques</a:t>
            </a:r>
            <a:r>
              <a:rPr sz="1800" spc="-145" dirty="0">
                <a:solidFill>
                  <a:srgbClr val="585858"/>
                </a:solidFill>
                <a:latin typeface="Trebuchet MS"/>
                <a:cs typeface="Trebuchet MS"/>
              </a:rPr>
              <a:t> </a:t>
            </a:r>
            <a:r>
              <a:rPr sz="1800" spc="-80" dirty="0">
                <a:solidFill>
                  <a:srgbClr val="585858"/>
                </a:solidFill>
                <a:latin typeface="Trebuchet MS"/>
                <a:cs typeface="Trebuchet MS"/>
              </a:rPr>
              <a:t>sont</a:t>
            </a:r>
            <a:r>
              <a:rPr sz="1800" spc="-150" dirty="0">
                <a:solidFill>
                  <a:srgbClr val="585858"/>
                </a:solidFill>
                <a:latin typeface="Trebuchet MS"/>
                <a:cs typeface="Trebuchet MS"/>
              </a:rPr>
              <a:t> </a:t>
            </a:r>
            <a:r>
              <a:rPr sz="1800" spc="-145" dirty="0">
                <a:solidFill>
                  <a:srgbClr val="585858"/>
                </a:solidFill>
                <a:latin typeface="Trebuchet MS"/>
                <a:cs typeface="Trebuchet MS"/>
              </a:rPr>
              <a:t>potentiellement</a:t>
            </a:r>
            <a:r>
              <a:rPr sz="1800" spc="-200" dirty="0">
                <a:solidFill>
                  <a:srgbClr val="585858"/>
                </a:solidFill>
                <a:latin typeface="Trebuchet MS"/>
                <a:cs typeface="Trebuchet MS"/>
              </a:rPr>
              <a:t> </a:t>
            </a:r>
            <a:r>
              <a:rPr sz="1800" spc="-150" dirty="0">
                <a:solidFill>
                  <a:srgbClr val="585858"/>
                </a:solidFill>
                <a:latin typeface="Trebuchet MS"/>
                <a:cs typeface="Trebuchet MS"/>
              </a:rPr>
              <a:t>de</a:t>
            </a:r>
            <a:r>
              <a:rPr sz="1800" spc="-155" dirty="0">
                <a:solidFill>
                  <a:srgbClr val="585858"/>
                </a:solidFill>
                <a:latin typeface="Trebuchet MS"/>
                <a:cs typeface="Trebuchet MS"/>
              </a:rPr>
              <a:t> </a:t>
            </a:r>
            <a:r>
              <a:rPr sz="1800" spc="-145" dirty="0">
                <a:solidFill>
                  <a:srgbClr val="585858"/>
                </a:solidFill>
                <a:latin typeface="Trebuchet MS"/>
                <a:cs typeface="Trebuchet MS"/>
              </a:rPr>
              <a:t>type </a:t>
            </a:r>
            <a:r>
              <a:rPr sz="1800" b="1" spc="-160" dirty="0">
                <a:solidFill>
                  <a:srgbClr val="585858"/>
                </a:solidFill>
                <a:latin typeface="Trebuchet MS"/>
                <a:cs typeface="Trebuchet MS"/>
              </a:rPr>
              <a:t>descendant</a:t>
            </a:r>
            <a:r>
              <a:rPr sz="1800" spc="-160" dirty="0">
                <a:solidFill>
                  <a:srgbClr val="585858"/>
                </a:solidFill>
                <a:latin typeface="Trebuchet MS"/>
                <a:cs typeface="Trebuchet MS"/>
              </a:rPr>
              <a:t>.</a:t>
            </a:r>
            <a:endParaRPr sz="1800" dirty="0">
              <a:latin typeface="Trebuchet MS"/>
              <a:cs typeface="Trebuchet MS"/>
            </a:endParaRPr>
          </a:p>
          <a:p>
            <a:pPr marL="355600" indent="-342900">
              <a:lnSpc>
                <a:spcPct val="100000"/>
              </a:lnSpc>
              <a:spcBef>
                <a:spcPts val="330"/>
              </a:spcBef>
              <a:buFont typeface="Arial MT"/>
              <a:buChar char="●"/>
              <a:tabLst>
                <a:tab pos="354965" algn="l"/>
                <a:tab pos="355600" algn="l"/>
              </a:tabLst>
            </a:pPr>
            <a:r>
              <a:rPr sz="1800" spc="-135" dirty="0">
                <a:solidFill>
                  <a:srgbClr val="585858"/>
                </a:solidFill>
                <a:latin typeface="Trebuchet MS"/>
                <a:cs typeface="Trebuchet MS"/>
              </a:rPr>
              <a:t>E</a:t>
            </a:r>
            <a:r>
              <a:rPr sz="1800" spc="-65" dirty="0">
                <a:solidFill>
                  <a:srgbClr val="585858"/>
                </a:solidFill>
                <a:latin typeface="Trebuchet MS"/>
                <a:cs typeface="Trebuchet MS"/>
              </a:rPr>
              <a:t>l</a:t>
            </a:r>
            <a:r>
              <a:rPr sz="1800" spc="-80" dirty="0">
                <a:solidFill>
                  <a:srgbClr val="585858"/>
                </a:solidFill>
                <a:latin typeface="Trebuchet MS"/>
                <a:cs typeface="Trebuchet MS"/>
              </a:rPr>
              <a:t>les</a:t>
            </a:r>
            <a:r>
              <a:rPr sz="1800" spc="-175" dirty="0">
                <a:solidFill>
                  <a:srgbClr val="585858"/>
                </a:solidFill>
                <a:latin typeface="Trebuchet MS"/>
                <a:cs typeface="Trebuchet MS"/>
              </a:rPr>
              <a:t> </a:t>
            </a:r>
            <a:r>
              <a:rPr sz="1800" spc="-140" dirty="0">
                <a:solidFill>
                  <a:srgbClr val="585858"/>
                </a:solidFill>
                <a:latin typeface="Trebuchet MS"/>
                <a:cs typeface="Trebuchet MS"/>
              </a:rPr>
              <a:t>ne</a:t>
            </a:r>
            <a:r>
              <a:rPr sz="1800" spc="-160" dirty="0">
                <a:solidFill>
                  <a:srgbClr val="585858"/>
                </a:solidFill>
                <a:latin typeface="Trebuchet MS"/>
                <a:cs typeface="Trebuchet MS"/>
              </a:rPr>
              <a:t> </a:t>
            </a:r>
            <a:r>
              <a:rPr sz="1800" spc="-114" dirty="0">
                <a:solidFill>
                  <a:srgbClr val="585858"/>
                </a:solidFill>
                <a:latin typeface="Trebuchet MS"/>
                <a:cs typeface="Trebuchet MS"/>
              </a:rPr>
              <a:t>f</a:t>
            </a:r>
            <a:r>
              <a:rPr sz="1800" spc="-100" dirty="0">
                <a:solidFill>
                  <a:srgbClr val="585858"/>
                </a:solidFill>
                <a:latin typeface="Trebuchet MS"/>
                <a:cs typeface="Trebuchet MS"/>
              </a:rPr>
              <a:t>avorise</a:t>
            </a:r>
            <a:r>
              <a:rPr sz="1800" spc="-110" dirty="0">
                <a:solidFill>
                  <a:srgbClr val="585858"/>
                </a:solidFill>
                <a:latin typeface="Trebuchet MS"/>
                <a:cs typeface="Trebuchet MS"/>
              </a:rPr>
              <a:t>n</a:t>
            </a:r>
            <a:r>
              <a:rPr sz="1800" spc="-165" dirty="0">
                <a:solidFill>
                  <a:srgbClr val="585858"/>
                </a:solidFill>
                <a:latin typeface="Trebuchet MS"/>
                <a:cs typeface="Trebuchet MS"/>
              </a:rPr>
              <a:t>t</a:t>
            </a:r>
            <a:r>
              <a:rPr sz="1800" spc="-155" dirty="0">
                <a:solidFill>
                  <a:srgbClr val="585858"/>
                </a:solidFill>
                <a:latin typeface="Trebuchet MS"/>
                <a:cs typeface="Trebuchet MS"/>
              </a:rPr>
              <a:t> </a:t>
            </a:r>
            <a:r>
              <a:rPr sz="1800" spc="-65" dirty="0">
                <a:solidFill>
                  <a:srgbClr val="585858"/>
                </a:solidFill>
                <a:latin typeface="Trebuchet MS"/>
                <a:cs typeface="Trebuchet MS"/>
              </a:rPr>
              <a:t>pas</a:t>
            </a:r>
            <a:r>
              <a:rPr sz="1800" spc="-155" dirty="0">
                <a:solidFill>
                  <a:srgbClr val="585858"/>
                </a:solidFill>
                <a:latin typeface="Trebuchet MS"/>
                <a:cs typeface="Trebuchet MS"/>
              </a:rPr>
              <a:t> </a:t>
            </a:r>
            <a:r>
              <a:rPr sz="1800" spc="-80" dirty="0">
                <a:solidFill>
                  <a:srgbClr val="585858"/>
                </a:solidFill>
                <a:latin typeface="Trebuchet MS"/>
                <a:cs typeface="Trebuchet MS"/>
              </a:rPr>
              <a:t>les</a:t>
            </a:r>
            <a:r>
              <a:rPr sz="1800" spc="-165" dirty="0">
                <a:solidFill>
                  <a:srgbClr val="585858"/>
                </a:solidFill>
                <a:latin typeface="Trebuchet MS"/>
                <a:cs typeface="Trebuchet MS"/>
              </a:rPr>
              <a:t> </a:t>
            </a:r>
            <a:r>
              <a:rPr sz="1800" spc="-90" dirty="0">
                <a:solidFill>
                  <a:srgbClr val="585858"/>
                </a:solidFill>
                <a:latin typeface="Trebuchet MS"/>
                <a:cs typeface="Trebuchet MS"/>
              </a:rPr>
              <a:t>c</a:t>
            </a:r>
            <a:r>
              <a:rPr sz="1800" spc="-155" dirty="0">
                <a:solidFill>
                  <a:srgbClr val="585858"/>
                </a:solidFill>
                <a:latin typeface="Trebuchet MS"/>
                <a:cs typeface="Trebuchet MS"/>
              </a:rPr>
              <a:t>ritè</a:t>
            </a:r>
            <a:r>
              <a:rPr sz="1800" spc="-150" dirty="0">
                <a:solidFill>
                  <a:srgbClr val="585858"/>
                </a:solidFill>
                <a:latin typeface="Trebuchet MS"/>
                <a:cs typeface="Trebuchet MS"/>
              </a:rPr>
              <a:t>r</a:t>
            </a:r>
            <a:r>
              <a:rPr sz="1800" spc="-70" dirty="0">
                <a:solidFill>
                  <a:srgbClr val="585858"/>
                </a:solidFill>
                <a:latin typeface="Trebuchet MS"/>
                <a:cs typeface="Trebuchet MS"/>
              </a:rPr>
              <a:t>e</a:t>
            </a:r>
            <a:r>
              <a:rPr sz="1800" spc="-50" dirty="0">
                <a:solidFill>
                  <a:srgbClr val="585858"/>
                </a:solidFill>
                <a:latin typeface="Trebuchet MS"/>
                <a:cs typeface="Trebuchet MS"/>
              </a:rPr>
              <a:t>s</a:t>
            </a:r>
            <a:r>
              <a:rPr sz="1800" spc="-140" dirty="0">
                <a:solidFill>
                  <a:srgbClr val="585858"/>
                </a:solidFill>
                <a:latin typeface="Trebuchet MS"/>
                <a:cs typeface="Trebuchet MS"/>
              </a:rPr>
              <a:t> </a:t>
            </a:r>
            <a:r>
              <a:rPr sz="1800" spc="-150" dirty="0">
                <a:solidFill>
                  <a:srgbClr val="585858"/>
                </a:solidFill>
                <a:latin typeface="Trebuchet MS"/>
                <a:cs typeface="Trebuchet MS"/>
              </a:rPr>
              <a:t>de</a:t>
            </a:r>
            <a:r>
              <a:rPr sz="1800" spc="-175" dirty="0">
                <a:solidFill>
                  <a:srgbClr val="585858"/>
                </a:solidFill>
                <a:latin typeface="Trebuchet MS"/>
                <a:cs typeface="Trebuchet MS"/>
              </a:rPr>
              <a:t> </a:t>
            </a:r>
            <a:r>
              <a:rPr sz="1800" spc="-245" dirty="0">
                <a:solidFill>
                  <a:srgbClr val="585858"/>
                </a:solidFill>
                <a:latin typeface="Trebuchet MS"/>
                <a:cs typeface="Trebuchet MS"/>
              </a:rPr>
              <a:t>:</a:t>
            </a:r>
            <a:endParaRPr sz="1800" dirty="0">
              <a:latin typeface="Trebuchet MS"/>
              <a:cs typeface="Trebuchet MS"/>
            </a:endParaRPr>
          </a:p>
          <a:p>
            <a:pPr marL="812165" lvl="1" indent="-317500">
              <a:lnSpc>
                <a:spcPct val="100000"/>
              </a:lnSpc>
              <a:spcBef>
                <a:spcPts val="1910"/>
              </a:spcBef>
              <a:buFont typeface="Arial MT"/>
              <a:buChar char="○"/>
              <a:tabLst>
                <a:tab pos="812165" algn="l"/>
                <a:tab pos="812800" algn="l"/>
              </a:tabLst>
            </a:pPr>
            <a:r>
              <a:rPr sz="1400" b="1" spc="-5" dirty="0">
                <a:solidFill>
                  <a:srgbClr val="585858"/>
                </a:solidFill>
                <a:latin typeface="Arial"/>
                <a:cs typeface="Arial"/>
              </a:rPr>
              <a:t>Réutilisabilité</a:t>
            </a:r>
            <a:r>
              <a:rPr sz="1400" b="1" spc="135" dirty="0">
                <a:solidFill>
                  <a:srgbClr val="585858"/>
                </a:solidFill>
                <a:latin typeface="Arial"/>
                <a:cs typeface="Arial"/>
              </a:rPr>
              <a:t> </a:t>
            </a:r>
            <a:r>
              <a:rPr sz="1400" dirty="0">
                <a:solidFill>
                  <a:srgbClr val="585858"/>
                </a:solidFill>
                <a:latin typeface="Arial MT"/>
                <a:cs typeface="Arial MT"/>
              </a:rPr>
              <a:t>:</a:t>
            </a:r>
            <a:r>
              <a:rPr sz="1400" spc="140" dirty="0">
                <a:solidFill>
                  <a:srgbClr val="585858"/>
                </a:solidFill>
                <a:latin typeface="Arial MT"/>
                <a:cs typeface="Arial MT"/>
              </a:rPr>
              <a:t> </a:t>
            </a:r>
            <a:r>
              <a:rPr sz="1400" spc="-10" dirty="0">
                <a:solidFill>
                  <a:srgbClr val="585858"/>
                </a:solidFill>
                <a:latin typeface="Arial MT"/>
                <a:cs typeface="Arial MT"/>
              </a:rPr>
              <a:t>les</a:t>
            </a:r>
            <a:r>
              <a:rPr sz="1400" spc="140" dirty="0">
                <a:solidFill>
                  <a:srgbClr val="585858"/>
                </a:solidFill>
                <a:latin typeface="Arial MT"/>
                <a:cs typeface="Arial MT"/>
              </a:rPr>
              <a:t> </a:t>
            </a:r>
            <a:r>
              <a:rPr sz="1400" spc="-5" dirty="0">
                <a:solidFill>
                  <a:srgbClr val="585858"/>
                </a:solidFill>
                <a:latin typeface="Arial MT"/>
                <a:cs typeface="Arial MT"/>
              </a:rPr>
              <a:t>modules</a:t>
            </a:r>
            <a:r>
              <a:rPr sz="1400" spc="145" dirty="0">
                <a:solidFill>
                  <a:srgbClr val="585858"/>
                </a:solidFill>
                <a:latin typeface="Arial MT"/>
                <a:cs typeface="Arial MT"/>
              </a:rPr>
              <a:t> </a:t>
            </a:r>
            <a:r>
              <a:rPr sz="1400" spc="-10" dirty="0">
                <a:solidFill>
                  <a:srgbClr val="585858"/>
                </a:solidFill>
                <a:latin typeface="Arial MT"/>
                <a:cs typeface="Arial MT"/>
              </a:rPr>
              <a:t>ne</a:t>
            </a:r>
            <a:r>
              <a:rPr sz="1400" spc="135" dirty="0">
                <a:solidFill>
                  <a:srgbClr val="585858"/>
                </a:solidFill>
                <a:latin typeface="Arial MT"/>
                <a:cs typeface="Arial MT"/>
              </a:rPr>
              <a:t> </a:t>
            </a:r>
            <a:r>
              <a:rPr sz="1400" spc="-5" dirty="0">
                <a:solidFill>
                  <a:srgbClr val="585858"/>
                </a:solidFill>
                <a:latin typeface="Arial MT"/>
                <a:cs typeface="Arial MT"/>
              </a:rPr>
              <a:t>sont</a:t>
            </a:r>
            <a:r>
              <a:rPr sz="1400" spc="130" dirty="0">
                <a:solidFill>
                  <a:srgbClr val="585858"/>
                </a:solidFill>
                <a:latin typeface="Arial MT"/>
                <a:cs typeface="Arial MT"/>
              </a:rPr>
              <a:t> </a:t>
            </a:r>
            <a:r>
              <a:rPr sz="1400" spc="-5" dirty="0">
                <a:solidFill>
                  <a:srgbClr val="585858"/>
                </a:solidFill>
                <a:latin typeface="Arial MT"/>
                <a:cs typeface="Arial MT"/>
              </a:rPr>
              <a:t>pas</a:t>
            </a:r>
            <a:r>
              <a:rPr sz="1400" spc="140" dirty="0">
                <a:solidFill>
                  <a:srgbClr val="585858"/>
                </a:solidFill>
                <a:latin typeface="Arial MT"/>
                <a:cs typeface="Arial MT"/>
              </a:rPr>
              <a:t> </a:t>
            </a:r>
            <a:r>
              <a:rPr sz="1400" spc="-5" dirty="0">
                <a:solidFill>
                  <a:srgbClr val="585858"/>
                </a:solidFill>
                <a:latin typeface="Arial MT"/>
                <a:cs typeface="Arial MT"/>
              </a:rPr>
              <a:t>généraux,</a:t>
            </a:r>
            <a:r>
              <a:rPr sz="1400" spc="145" dirty="0">
                <a:solidFill>
                  <a:srgbClr val="585858"/>
                </a:solidFill>
                <a:latin typeface="Arial MT"/>
                <a:cs typeface="Arial MT"/>
              </a:rPr>
              <a:t> </a:t>
            </a:r>
            <a:r>
              <a:rPr sz="1400" spc="-5" dirty="0">
                <a:solidFill>
                  <a:srgbClr val="585858"/>
                </a:solidFill>
                <a:latin typeface="Arial MT"/>
                <a:cs typeface="Arial MT"/>
              </a:rPr>
              <a:t>mais</a:t>
            </a:r>
            <a:r>
              <a:rPr sz="1400" spc="145" dirty="0">
                <a:solidFill>
                  <a:srgbClr val="585858"/>
                </a:solidFill>
                <a:latin typeface="Arial MT"/>
                <a:cs typeface="Arial MT"/>
              </a:rPr>
              <a:t> </a:t>
            </a:r>
            <a:r>
              <a:rPr sz="1400" spc="-5" dirty="0">
                <a:solidFill>
                  <a:srgbClr val="585858"/>
                </a:solidFill>
                <a:latin typeface="Arial MT"/>
                <a:cs typeface="Arial MT"/>
              </a:rPr>
              <a:t>adaptés</a:t>
            </a:r>
            <a:r>
              <a:rPr sz="1400" spc="145" dirty="0">
                <a:solidFill>
                  <a:srgbClr val="585858"/>
                </a:solidFill>
                <a:latin typeface="Arial MT"/>
                <a:cs typeface="Arial MT"/>
              </a:rPr>
              <a:t> </a:t>
            </a:r>
            <a:r>
              <a:rPr sz="1400" spc="-5" dirty="0">
                <a:solidFill>
                  <a:srgbClr val="585858"/>
                </a:solidFill>
                <a:latin typeface="Arial MT"/>
                <a:cs typeface="Arial MT"/>
              </a:rPr>
              <a:t>aux</a:t>
            </a:r>
            <a:r>
              <a:rPr sz="1400" spc="130" dirty="0">
                <a:solidFill>
                  <a:srgbClr val="585858"/>
                </a:solidFill>
                <a:latin typeface="Arial MT"/>
                <a:cs typeface="Arial MT"/>
              </a:rPr>
              <a:t> </a:t>
            </a:r>
            <a:r>
              <a:rPr sz="1400" spc="-10" dirty="0">
                <a:solidFill>
                  <a:srgbClr val="585858"/>
                </a:solidFill>
                <a:latin typeface="Arial MT"/>
                <a:cs typeface="Arial MT"/>
              </a:rPr>
              <a:t>sous</a:t>
            </a:r>
            <a:r>
              <a:rPr sz="1400" spc="145" dirty="0">
                <a:solidFill>
                  <a:srgbClr val="585858"/>
                </a:solidFill>
                <a:latin typeface="Arial MT"/>
                <a:cs typeface="Arial MT"/>
              </a:rPr>
              <a:t> </a:t>
            </a:r>
            <a:r>
              <a:rPr sz="1400" spc="-5" dirty="0">
                <a:solidFill>
                  <a:srgbClr val="585858"/>
                </a:solidFill>
                <a:latin typeface="Arial MT"/>
                <a:cs typeface="Arial MT"/>
              </a:rPr>
              <a:t>problèmes</a:t>
            </a:r>
            <a:r>
              <a:rPr sz="1400" spc="140" dirty="0">
                <a:solidFill>
                  <a:srgbClr val="585858"/>
                </a:solidFill>
                <a:latin typeface="Arial MT"/>
                <a:cs typeface="Arial MT"/>
              </a:rPr>
              <a:t> </a:t>
            </a:r>
            <a:r>
              <a:rPr sz="1400" spc="-5" dirty="0">
                <a:solidFill>
                  <a:srgbClr val="585858"/>
                </a:solidFill>
                <a:latin typeface="Arial MT"/>
                <a:cs typeface="Arial MT"/>
              </a:rPr>
              <a:t>pour</a:t>
            </a:r>
            <a:endParaRPr sz="1400" dirty="0">
              <a:latin typeface="Arial MT"/>
              <a:cs typeface="Arial MT"/>
            </a:endParaRPr>
          </a:p>
          <a:p>
            <a:pPr marL="812165">
              <a:lnSpc>
                <a:spcPct val="100000"/>
              </a:lnSpc>
              <a:spcBef>
                <a:spcPts val="250"/>
              </a:spcBef>
            </a:pPr>
            <a:r>
              <a:rPr sz="1400" dirty="0">
                <a:solidFill>
                  <a:srgbClr val="585858"/>
                </a:solidFill>
                <a:latin typeface="Arial MT"/>
                <a:cs typeface="Arial MT"/>
              </a:rPr>
              <a:t>lesquels</a:t>
            </a:r>
            <a:r>
              <a:rPr sz="1400" spc="-50" dirty="0">
                <a:solidFill>
                  <a:srgbClr val="585858"/>
                </a:solidFill>
                <a:latin typeface="Arial MT"/>
                <a:cs typeface="Arial MT"/>
              </a:rPr>
              <a:t> </a:t>
            </a:r>
            <a:r>
              <a:rPr sz="1400" spc="-5" dirty="0">
                <a:solidFill>
                  <a:srgbClr val="585858"/>
                </a:solidFill>
                <a:latin typeface="Arial MT"/>
                <a:cs typeface="Arial MT"/>
              </a:rPr>
              <a:t>ils</a:t>
            </a:r>
            <a:r>
              <a:rPr sz="1400" spc="-10" dirty="0">
                <a:solidFill>
                  <a:srgbClr val="585858"/>
                </a:solidFill>
                <a:latin typeface="Arial MT"/>
                <a:cs typeface="Arial MT"/>
              </a:rPr>
              <a:t> </a:t>
            </a:r>
            <a:r>
              <a:rPr sz="1400" spc="-5" dirty="0">
                <a:solidFill>
                  <a:srgbClr val="585858"/>
                </a:solidFill>
                <a:latin typeface="Arial MT"/>
                <a:cs typeface="Arial MT"/>
              </a:rPr>
              <a:t>ont</a:t>
            </a:r>
            <a:r>
              <a:rPr sz="1400" spc="-20" dirty="0">
                <a:solidFill>
                  <a:srgbClr val="585858"/>
                </a:solidFill>
                <a:latin typeface="Arial MT"/>
                <a:cs typeface="Arial MT"/>
              </a:rPr>
              <a:t> </a:t>
            </a:r>
            <a:r>
              <a:rPr sz="1400" dirty="0">
                <a:solidFill>
                  <a:srgbClr val="585858"/>
                </a:solidFill>
                <a:latin typeface="Arial MT"/>
                <a:cs typeface="Arial MT"/>
              </a:rPr>
              <a:t>été</a:t>
            </a:r>
            <a:r>
              <a:rPr sz="1400" spc="-30" dirty="0">
                <a:solidFill>
                  <a:srgbClr val="585858"/>
                </a:solidFill>
                <a:latin typeface="Arial MT"/>
                <a:cs typeface="Arial MT"/>
              </a:rPr>
              <a:t> </a:t>
            </a:r>
            <a:r>
              <a:rPr sz="1400" dirty="0">
                <a:solidFill>
                  <a:srgbClr val="585858"/>
                </a:solidFill>
                <a:latin typeface="Arial MT"/>
                <a:cs typeface="Arial MT"/>
              </a:rPr>
              <a:t>conçus.</a:t>
            </a:r>
            <a:endParaRPr sz="1400" dirty="0">
              <a:latin typeface="Arial MT"/>
              <a:cs typeface="Arial MT"/>
            </a:endParaRPr>
          </a:p>
          <a:p>
            <a:pPr>
              <a:lnSpc>
                <a:spcPct val="100000"/>
              </a:lnSpc>
              <a:spcBef>
                <a:spcPts val="50"/>
              </a:spcBef>
            </a:pPr>
            <a:endParaRPr sz="1350" dirty="0">
              <a:latin typeface="Arial MT"/>
              <a:cs typeface="Arial MT"/>
            </a:endParaRPr>
          </a:p>
          <a:p>
            <a:pPr marL="812165" marR="5080" lvl="1" indent="-317500" algn="just">
              <a:lnSpc>
                <a:spcPct val="114999"/>
              </a:lnSpc>
              <a:buFont typeface="Arial MT"/>
              <a:buChar char="○"/>
              <a:tabLst>
                <a:tab pos="812800" algn="l"/>
              </a:tabLst>
            </a:pPr>
            <a:r>
              <a:rPr sz="1400" b="1" spc="-5" dirty="0">
                <a:solidFill>
                  <a:srgbClr val="585858"/>
                </a:solidFill>
                <a:latin typeface="Arial"/>
                <a:cs typeface="Arial"/>
              </a:rPr>
              <a:t>Extensibilité </a:t>
            </a:r>
            <a:r>
              <a:rPr sz="1400" dirty="0">
                <a:solidFill>
                  <a:srgbClr val="585858"/>
                </a:solidFill>
                <a:latin typeface="Arial MT"/>
                <a:cs typeface="Arial MT"/>
              </a:rPr>
              <a:t>: </a:t>
            </a:r>
            <a:r>
              <a:rPr sz="1400" spc="-5" dirty="0">
                <a:solidFill>
                  <a:srgbClr val="585858"/>
                </a:solidFill>
                <a:latin typeface="Arial MT"/>
                <a:cs typeface="Arial MT"/>
              </a:rPr>
              <a:t>l'architecture </a:t>
            </a:r>
            <a:r>
              <a:rPr sz="1400" spc="-10" dirty="0">
                <a:solidFill>
                  <a:srgbClr val="585858"/>
                </a:solidFill>
                <a:latin typeface="Arial MT"/>
                <a:cs typeface="Arial MT"/>
              </a:rPr>
              <a:t>du </a:t>
            </a:r>
            <a:r>
              <a:rPr sz="1400" spc="-5" dirty="0">
                <a:solidFill>
                  <a:srgbClr val="585858"/>
                </a:solidFill>
                <a:latin typeface="Arial MT"/>
                <a:cs typeface="Arial MT"/>
              </a:rPr>
              <a:t>logiciel est fondée sur les traitements. </a:t>
            </a:r>
            <a:r>
              <a:rPr sz="1400" spc="-10" dirty="0">
                <a:solidFill>
                  <a:srgbClr val="585858"/>
                </a:solidFill>
                <a:latin typeface="Arial MT"/>
                <a:cs typeface="Arial MT"/>
              </a:rPr>
              <a:t>Or </a:t>
            </a:r>
            <a:r>
              <a:rPr sz="1400" spc="-5" dirty="0">
                <a:solidFill>
                  <a:srgbClr val="585858"/>
                </a:solidFill>
                <a:latin typeface="Arial MT"/>
                <a:cs typeface="Arial MT"/>
              </a:rPr>
              <a:t>ces derniers sont </a:t>
            </a:r>
            <a:r>
              <a:rPr sz="1400" dirty="0">
                <a:solidFill>
                  <a:srgbClr val="585858"/>
                </a:solidFill>
                <a:latin typeface="Arial MT"/>
                <a:cs typeface="Arial MT"/>
              </a:rPr>
              <a:t> </a:t>
            </a:r>
            <a:r>
              <a:rPr sz="1400" spc="-5" dirty="0">
                <a:solidFill>
                  <a:srgbClr val="585858"/>
                </a:solidFill>
                <a:latin typeface="Arial MT"/>
                <a:cs typeface="Arial MT"/>
              </a:rPr>
              <a:t>moins stables que les données d'où cette </a:t>
            </a:r>
            <a:r>
              <a:rPr sz="1400" spc="-10" dirty="0">
                <a:solidFill>
                  <a:srgbClr val="585858"/>
                </a:solidFill>
                <a:latin typeface="Arial MT"/>
                <a:cs typeface="Arial MT"/>
              </a:rPr>
              <a:t>approche est </a:t>
            </a:r>
            <a:r>
              <a:rPr sz="1400" spc="-5" dirty="0">
                <a:solidFill>
                  <a:srgbClr val="585858"/>
                </a:solidFill>
                <a:latin typeface="Arial MT"/>
                <a:cs typeface="Arial MT"/>
              </a:rPr>
              <a:t>inadaptée </a:t>
            </a:r>
            <a:r>
              <a:rPr sz="1400" dirty="0">
                <a:solidFill>
                  <a:srgbClr val="585858"/>
                </a:solidFill>
                <a:latin typeface="Arial MT"/>
                <a:cs typeface="Arial MT"/>
              </a:rPr>
              <a:t>à </a:t>
            </a:r>
            <a:r>
              <a:rPr sz="1400" spc="-10" dirty="0">
                <a:solidFill>
                  <a:srgbClr val="585858"/>
                </a:solidFill>
                <a:latin typeface="Arial MT"/>
                <a:cs typeface="Arial MT"/>
              </a:rPr>
              <a:t>la </a:t>
            </a:r>
            <a:r>
              <a:rPr sz="1400" spc="-5" dirty="0">
                <a:solidFill>
                  <a:srgbClr val="585858"/>
                </a:solidFill>
                <a:latin typeface="Arial MT"/>
                <a:cs typeface="Arial MT"/>
              </a:rPr>
              <a:t>conception de gros </a:t>
            </a:r>
            <a:r>
              <a:rPr sz="1400" dirty="0">
                <a:solidFill>
                  <a:srgbClr val="585858"/>
                </a:solidFill>
                <a:latin typeface="Arial MT"/>
                <a:cs typeface="Arial MT"/>
              </a:rPr>
              <a:t> logiciels.</a:t>
            </a:r>
            <a:endParaRPr sz="1400" dirty="0">
              <a:latin typeface="Arial MT"/>
              <a:cs typeface="Arial MT"/>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5" dirty="0"/>
              <a:t> </a:t>
            </a:r>
            <a:r>
              <a:rPr dirty="0">
                <a:solidFill>
                  <a:srgbClr val="ED795B"/>
                </a:solidFill>
              </a:rPr>
              <a:t>fonctionnelles </a:t>
            </a:r>
            <a:r>
              <a:rPr spc="5" dirty="0"/>
              <a:t>et</a:t>
            </a:r>
            <a:r>
              <a:rPr spc="10" dirty="0"/>
              <a:t> </a:t>
            </a:r>
            <a:r>
              <a:rPr spc="-5" dirty="0">
                <a:solidFill>
                  <a:srgbClr val="ED795B"/>
                </a:solidFill>
              </a:rPr>
              <a:t>systémiques	</a:t>
            </a:r>
          </a:p>
        </p:txBody>
      </p:sp>
      <p:grpSp>
        <p:nvGrpSpPr>
          <p:cNvPr id="4" name="object 4"/>
          <p:cNvGrpSpPr/>
          <p:nvPr/>
        </p:nvGrpSpPr>
        <p:grpSpPr>
          <a:xfrm>
            <a:off x="2324100" y="3291840"/>
            <a:ext cx="1496695" cy="1403985"/>
            <a:chOff x="2324100" y="3291840"/>
            <a:chExt cx="1496695" cy="1403985"/>
          </a:xfrm>
        </p:grpSpPr>
        <p:pic>
          <p:nvPicPr>
            <p:cNvPr id="5" name="object 5"/>
            <p:cNvPicPr/>
            <p:nvPr/>
          </p:nvPicPr>
          <p:blipFill>
            <a:blip r:embed="rId3" cstate="print"/>
            <a:stretch>
              <a:fillRect/>
            </a:stretch>
          </p:blipFill>
          <p:spPr>
            <a:xfrm>
              <a:off x="2324100" y="3291840"/>
              <a:ext cx="1237488" cy="1237488"/>
            </a:xfrm>
            <a:prstGeom prst="rect">
              <a:avLst/>
            </a:prstGeom>
          </p:spPr>
        </p:pic>
        <p:sp>
          <p:nvSpPr>
            <p:cNvPr id="6" name="object 6"/>
            <p:cNvSpPr/>
            <p:nvPr/>
          </p:nvSpPr>
          <p:spPr>
            <a:xfrm>
              <a:off x="2449068" y="3396996"/>
              <a:ext cx="1325880" cy="1298575"/>
            </a:xfrm>
            <a:custGeom>
              <a:avLst/>
              <a:gdLst/>
              <a:ahLst/>
              <a:cxnLst/>
              <a:rect l="l" t="t" r="r" b="b"/>
              <a:pathLst>
                <a:path w="1325879" h="1298575">
                  <a:moveTo>
                    <a:pt x="662939" y="0"/>
                  </a:moveTo>
                  <a:lnTo>
                    <a:pt x="613462" y="1780"/>
                  </a:lnTo>
                  <a:lnTo>
                    <a:pt x="564973" y="7040"/>
                  </a:lnTo>
                  <a:lnTo>
                    <a:pt x="517600" y="15651"/>
                  </a:lnTo>
                  <a:lnTo>
                    <a:pt x="471470" y="27490"/>
                  </a:lnTo>
                  <a:lnTo>
                    <a:pt x="426713" y="42430"/>
                  </a:lnTo>
                  <a:lnTo>
                    <a:pt x="383457" y="60346"/>
                  </a:lnTo>
                  <a:lnTo>
                    <a:pt x="341829" y="81112"/>
                  </a:lnTo>
                  <a:lnTo>
                    <a:pt x="301958" y="104602"/>
                  </a:lnTo>
                  <a:lnTo>
                    <a:pt x="263971" y="130692"/>
                  </a:lnTo>
                  <a:lnTo>
                    <a:pt x="227998" y="159255"/>
                  </a:lnTo>
                  <a:lnTo>
                    <a:pt x="194167" y="190166"/>
                  </a:lnTo>
                  <a:lnTo>
                    <a:pt x="162604" y="223299"/>
                  </a:lnTo>
                  <a:lnTo>
                    <a:pt x="133440" y="258529"/>
                  </a:lnTo>
                  <a:lnTo>
                    <a:pt x="106801" y="295730"/>
                  </a:lnTo>
                  <a:lnTo>
                    <a:pt x="82816" y="334776"/>
                  </a:lnTo>
                  <a:lnTo>
                    <a:pt x="61613" y="375542"/>
                  </a:lnTo>
                  <a:lnTo>
                    <a:pt x="43321" y="417903"/>
                  </a:lnTo>
                  <a:lnTo>
                    <a:pt x="28067" y="461732"/>
                  </a:lnTo>
                  <a:lnTo>
                    <a:pt x="15980" y="506904"/>
                  </a:lnTo>
                  <a:lnTo>
                    <a:pt x="7187" y="553294"/>
                  </a:lnTo>
                  <a:lnTo>
                    <a:pt x="1818" y="600776"/>
                  </a:lnTo>
                  <a:lnTo>
                    <a:pt x="0" y="649223"/>
                  </a:lnTo>
                  <a:lnTo>
                    <a:pt x="1818" y="697676"/>
                  </a:lnTo>
                  <a:lnTo>
                    <a:pt x="7187" y="745162"/>
                  </a:lnTo>
                  <a:lnTo>
                    <a:pt x="15980" y="791554"/>
                  </a:lnTo>
                  <a:lnTo>
                    <a:pt x="28067" y="836729"/>
                  </a:lnTo>
                  <a:lnTo>
                    <a:pt x="43321" y="880560"/>
                  </a:lnTo>
                  <a:lnTo>
                    <a:pt x="61613" y="922921"/>
                  </a:lnTo>
                  <a:lnTo>
                    <a:pt x="82816" y="963688"/>
                  </a:lnTo>
                  <a:lnTo>
                    <a:pt x="106801" y="1002734"/>
                  </a:lnTo>
                  <a:lnTo>
                    <a:pt x="133440" y="1039934"/>
                  </a:lnTo>
                  <a:lnTo>
                    <a:pt x="162604" y="1075163"/>
                  </a:lnTo>
                  <a:lnTo>
                    <a:pt x="194167" y="1108295"/>
                  </a:lnTo>
                  <a:lnTo>
                    <a:pt x="227998" y="1139205"/>
                  </a:lnTo>
                  <a:lnTo>
                    <a:pt x="263971" y="1167766"/>
                  </a:lnTo>
                  <a:lnTo>
                    <a:pt x="301958" y="1193854"/>
                  </a:lnTo>
                  <a:lnTo>
                    <a:pt x="341829" y="1217343"/>
                  </a:lnTo>
                  <a:lnTo>
                    <a:pt x="383457" y="1238107"/>
                  </a:lnTo>
                  <a:lnTo>
                    <a:pt x="426713" y="1256022"/>
                  </a:lnTo>
                  <a:lnTo>
                    <a:pt x="471470" y="1270960"/>
                  </a:lnTo>
                  <a:lnTo>
                    <a:pt x="517600" y="1282798"/>
                  </a:lnTo>
                  <a:lnTo>
                    <a:pt x="564973" y="1291408"/>
                  </a:lnTo>
                  <a:lnTo>
                    <a:pt x="613462" y="1296667"/>
                  </a:lnTo>
                  <a:lnTo>
                    <a:pt x="662939" y="1298447"/>
                  </a:lnTo>
                  <a:lnTo>
                    <a:pt x="712417" y="1296667"/>
                  </a:lnTo>
                  <a:lnTo>
                    <a:pt x="760906" y="1291408"/>
                  </a:lnTo>
                  <a:lnTo>
                    <a:pt x="808279" y="1282798"/>
                  </a:lnTo>
                  <a:lnTo>
                    <a:pt x="854409" y="1270960"/>
                  </a:lnTo>
                  <a:lnTo>
                    <a:pt x="899166" y="1256022"/>
                  </a:lnTo>
                  <a:lnTo>
                    <a:pt x="942422" y="1238107"/>
                  </a:lnTo>
                  <a:lnTo>
                    <a:pt x="984050" y="1217343"/>
                  </a:lnTo>
                  <a:lnTo>
                    <a:pt x="1023921" y="1193854"/>
                  </a:lnTo>
                  <a:lnTo>
                    <a:pt x="1061908" y="1167766"/>
                  </a:lnTo>
                  <a:lnTo>
                    <a:pt x="1097881" y="1139205"/>
                  </a:lnTo>
                  <a:lnTo>
                    <a:pt x="1131712" y="1108295"/>
                  </a:lnTo>
                  <a:lnTo>
                    <a:pt x="1163275" y="1075163"/>
                  </a:lnTo>
                  <a:lnTo>
                    <a:pt x="1192439" y="1039934"/>
                  </a:lnTo>
                  <a:lnTo>
                    <a:pt x="1219078" y="1002734"/>
                  </a:lnTo>
                  <a:lnTo>
                    <a:pt x="1243063" y="963688"/>
                  </a:lnTo>
                  <a:lnTo>
                    <a:pt x="1264266" y="922921"/>
                  </a:lnTo>
                  <a:lnTo>
                    <a:pt x="1282558" y="880560"/>
                  </a:lnTo>
                  <a:lnTo>
                    <a:pt x="1297812" y="836729"/>
                  </a:lnTo>
                  <a:lnTo>
                    <a:pt x="1309899" y="791554"/>
                  </a:lnTo>
                  <a:lnTo>
                    <a:pt x="1318692" y="745162"/>
                  </a:lnTo>
                  <a:lnTo>
                    <a:pt x="1324061" y="697676"/>
                  </a:lnTo>
                  <a:lnTo>
                    <a:pt x="1325880" y="649223"/>
                  </a:lnTo>
                  <a:lnTo>
                    <a:pt x="1324061" y="600776"/>
                  </a:lnTo>
                  <a:lnTo>
                    <a:pt x="1318692" y="553294"/>
                  </a:lnTo>
                  <a:lnTo>
                    <a:pt x="1309899" y="506904"/>
                  </a:lnTo>
                  <a:lnTo>
                    <a:pt x="1297812" y="461732"/>
                  </a:lnTo>
                  <a:lnTo>
                    <a:pt x="1282558" y="417903"/>
                  </a:lnTo>
                  <a:lnTo>
                    <a:pt x="1264266" y="375542"/>
                  </a:lnTo>
                  <a:lnTo>
                    <a:pt x="1243063" y="334776"/>
                  </a:lnTo>
                  <a:lnTo>
                    <a:pt x="1219078" y="295730"/>
                  </a:lnTo>
                  <a:lnTo>
                    <a:pt x="1192439" y="258529"/>
                  </a:lnTo>
                  <a:lnTo>
                    <a:pt x="1163275" y="223299"/>
                  </a:lnTo>
                  <a:lnTo>
                    <a:pt x="1131712" y="190166"/>
                  </a:lnTo>
                  <a:lnTo>
                    <a:pt x="1097881" y="159255"/>
                  </a:lnTo>
                  <a:lnTo>
                    <a:pt x="1061908" y="130692"/>
                  </a:lnTo>
                  <a:lnTo>
                    <a:pt x="1023921" y="104602"/>
                  </a:lnTo>
                  <a:lnTo>
                    <a:pt x="984050" y="81112"/>
                  </a:lnTo>
                  <a:lnTo>
                    <a:pt x="942422" y="60346"/>
                  </a:lnTo>
                  <a:lnTo>
                    <a:pt x="899166" y="42430"/>
                  </a:lnTo>
                  <a:lnTo>
                    <a:pt x="854409" y="27490"/>
                  </a:lnTo>
                  <a:lnTo>
                    <a:pt x="808279" y="15651"/>
                  </a:lnTo>
                  <a:lnTo>
                    <a:pt x="760906" y="7040"/>
                  </a:lnTo>
                  <a:lnTo>
                    <a:pt x="712417" y="1780"/>
                  </a:lnTo>
                  <a:lnTo>
                    <a:pt x="662939" y="0"/>
                  </a:lnTo>
                  <a:close/>
                </a:path>
              </a:pathLst>
            </a:custGeom>
            <a:solidFill>
              <a:srgbClr val="ED795B"/>
            </a:solidFill>
          </p:spPr>
          <p:txBody>
            <a:bodyPr wrap="square" lIns="0" tIns="0" rIns="0" bIns="0" rtlCol="0"/>
            <a:lstStyle/>
            <a:p>
              <a:endParaRPr/>
            </a:p>
          </p:txBody>
        </p:sp>
        <p:pic>
          <p:nvPicPr>
            <p:cNvPr id="7" name="object 7"/>
            <p:cNvPicPr/>
            <p:nvPr/>
          </p:nvPicPr>
          <p:blipFill>
            <a:blip r:embed="rId4" cstate="print"/>
            <a:stretch>
              <a:fillRect/>
            </a:stretch>
          </p:blipFill>
          <p:spPr>
            <a:xfrm>
              <a:off x="2581656" y="3433572"/>
              <a:ext cx="1239012" cy="1239011"/>
            </a:xfrm>
            <a:prstGeom prst="rect">
              <a:avLst/>
            </a:prstGeom>
          </p:spPr>
        </p:pic>
      </p:grpSp>
      <p:grpSp>
        <p:nvGrpSpPr>
          <p:cNvPr id="8" name="object 8"/>
          <p:cNvGrpSpPr/>
          <p:nvPr/>
        </p:nvGrpSpPr>
        <p:grpSpPr>
          <a:xfrm>
            <a:off x="5294376" y="3291840"/>
            <a:ext cx="1450975" cy="1403985"/>
            <a:chOff x="5294376" y="3291840"/>
            <a:chExt cx="1450975" cy="1403985"/>
          </a:xfrm>
        </p:grpSpPr>
        <p:pic>
          <p:nvPicPr>
            <p:cNvPr id="9" name="object 9"/>
            <p:cNvPicPr/>
            <p:nvPr/>
          </p:nvPicPr>
          <p:blipFill>
            <a:blip r:embed="rId3" cstate="print"/>
            <a:stretch>
              <a:fillRect/>
            </a:stretch>
          </p:blipFill>
          <p:spPr>
            <a:xfrm>
              <a:off x="5294376" y="3291840"/>
              <a:ext cx="1237487" cy="1237488"/>
            </a:xfrm>
            <a:prstGeom prst="rect">
              <a:avLst/>
            </a:prstGeom>
          </p:spPr>
        </p:pic>
        <p:pic>
          <p:nvPicPr>
            <p:cNvPr id="10" name="object 10"/>
            <p:cNvPicPr/>
            <p:nvPr/>
          </p:nvPicPr>
          <p:blipFill>
            <a:blip r:embed="rId5" cstate="print"/>
            <a:stretch>
              <a:fillRect/>
            </a:stretch>
          </p:blipFill>
          <p:spPr>
            <a:xfrm>
              <a:off x="5420868" y="3396996"/>
              <a:ext cx="1324356" cy="1298448"/>
            </a:xfrm>
            <a:prstGeom prst="rect">
              <a:avLst/>
            </a:prstGeom>
          </p:spPr>
        </p:pic>
      </p:grpSp>
      <p:pic>
        <p:nvPicPr>
          <p:cNvPr id="11" name="object 11"/>
          <p:cNvPicPr/>
          <p:nvPr/>
        </p:nvPicPr>
        <p:blipFill>
          <a:blip r:embed="rId6" cstate="print"/>
          <a:stretch>
            <a:fillRect/>
          </a:stretch>
        </p:blipFill>
        <p:spPr>
          <a:xfrm>
            <a:off x="4081271" y="3517513"/>
            <a:ext cx="1037295" cy="1046622"/>
          </a:xfrm>
          <a:prstGeom prst="rect">
            <a:avLst/>
          </a:prstGeom>
        </p:spPr>
      </p:pic>
    </p:spTree>
    <p:extLst>
      <p:ext uri="{BB962C8B-B14F-4D97-AF65-F5344CB8AC3E}">
        <p14:creationId xmlns:p14="http://schemas.microsoft.com/office/powerpoint/2010/main" val="15342622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71831" y="1539537"/>
            <a:ext cx="8252459" cy="1288415"/>
          </a:xfrm>
          <a:prstGeom prst="rect">
            <a:avLst/>
          </a:prstGeom>
        </p:spPr>
        <p:txBody>
          <a:bodyPr vert="horz" wrap="square" lIns="0" tIns="13335" rIns="0" bIns="0" rtlCol="0">
            <a:spAutoFit/>
          </a:bodyPr>
          <a:lstStyle/>
          <a:p>
            <a:pPr marL="354965" marR="5080" indent="-342900" algn="just">
              <a:lnSpc>
                <a:spcPct val="114999"/>
              </a:lnSpc>
              <a:spcBef>
                <a:spcPts val="105"/>
              </a:spcBef>
              <a:buClr>
                <a:srgbClr val="585858"/>
              </a:buClr>
              <a:buFont typeface="Arial MT"/>
              <a:buChar char="●"/>
              <a:tabLst>
                <a:tab pos="355600" algn="l"/>
              </a:tabLst>
            </a:pPr>
            <a:r>
              <a:rPr sz="1800" spc="-110" dirty="0">
                <a:solidFill>
                  <a:srgbClr val="585858"/>
                </a:solidFill>
                <a:latin typeface="Trebuchet MS"/>
                <a:cs typeface="Trebuchet MS"/>
              </a:rPr>
              <a:t>L'approche </a:t>
            </a:r>
            <a:r>
              <a:rPr sz="1800" spc="-140" dirty="0">
                <a:solidFill>
                  <a:srgbClr val="585858"/>
                </a:solidFill>
                <a:latin typeface="Trebuchet MS"/>
                <a:cs typeface="Trebuchet MS"/>
              </a:rPr>
              <a:t>orientée </a:t>
            </a:r>
            <a:r>
              <a:rPr sz="1800" spc="-160" dirty="0">
                <a:solidFill>
                  <a:srgbClr val="585858"/>
                </a:solidFill>
                <a:latin typeface="Trebuchet MS"/>
                <a:cs typeface="Trebuchet MS"/>
              </a:rPr>
              <a:t>objet </a:t>
            </a:r>
            <a:r>
              <a:rPr sz="1800" spc="-110" dirty="0">
                <a:solidFill>
                  <a:srgbClr val="585858"/>
                </a:solidFill>
                <a:latin typeface="Trebuchet MS"/>
                <a:cs typeface="Trebuchet MS"/>
              </a:rPr>
              <a:t>considère </a:t>
            </a:r>
            <a:r>
              <a:rPr sz="1800" spc="-155" dirty="0">
                <a:solidFill>
                  <a:srgbClr val="585858"/>
                </a:solidFill>
                <a:latin typeface="Trebuchet MS"/>
                <a:cs typeface="Trebuchet MS"/>
              </a:rPr>
              <a:t>le </a:t>
            </a:r>
            <a:r>
              <a:rPr sz="1800" spc="-110" dirty="0">
                <a:solidFill>
                  <a:srgbClr val="585858"/>
                </a:solidFill>
                <a:latin typeface="Trebuchet MS"/>
                <a:cs typeface="Trebuchet MS"/>
              </a:rPr>
              <a:t>logiciel </a:t>
            </a:r>
            <a:r>
              <a:rPr sz="1800" spc="-135" dirty="0">
                <a:solidFill>
                  <a:srgbClr val="585858"/>
                </a:solidFill>
                <a:latin typeface="Trebuchet MS"/>
                <a:cs typeface="Trebuchet MS"/>
              </a:rPr>
              <a:t>comme une </a:t>
            </a:r>
            <a:r>
              <a:rPr sz="1800" spc="-120" dirty="0">
                <a:solidFill>
                  <a:srgbClr val="585858"/>
                </a:solidFill>
                <a:latin typeface="Trebuchet MS"/>
                <a:cs typeface="Trebuchet MS"/>
              </a:rPr>
              <a:t>collection </a:t>
            </a:r>
            <a:r>
              <a:rPr sz="1800" spc="-130" dirty="0">
                <a:solidFill>
                  <a:srgbClr val="585858"/>
                </a:solidFill>
                <a:latin typeface="Trebuchet MS"/>
                <a:cs typeface="Trebuchet MS"/>
              </a:rPr>
              <a:t>d'</a:t>
            </a:r>
            <a:r>
              <a:rPr sz="1800" b="1" spc="-130" dirty="0">
                <a:solidFill>
                  <a:srgbClr val="585858"/>
                </a:solidFill>
                <a:latin typeface="Trebuchet MS"/>
                <a:cs typeface="Trebuchet MS"/>
              </a:rPr>
              <a:t>objets </a:t>
            </a:r>
            <a:r>
              <a:rPr sz="1800" spc="-60" dirty="0">
                <a:solidFill>
                  <a:srgbClr val="585858"/>
                </a:solidFill>
                <a:latin typeface="Trebuchet MS"/>
                <a:cs typeface="Trebuchet MS"/>
              </a:rPr>
              <a:t>dissociés </a:t>
            </a:r>
            <a:r>
              <a:rPr sz="1800" spc="-55" dirty="0">
                <a:solidFill>
                  <a:srgbClr val="585858"/>
                </a:solidFill>
                <a:latin typeface="Trebuchet MS"/>
                <a:cs typeface="Trebuchet MS"/>
              </a:rPr>
              <a:t> </a:t>
            </a:r>
            <a:r>
              <a:rPr sz="1800" spc="-100" dirty="0">
                <a:solidFill>
                  <a:srgbClr val="585858"/>
                </a:solidFill>
                <a:latin typeface="Trebuchet MS"/>
                <a:cs typeface="Trebuchet MS"/>
              </a:rPr>
              <a:t>définis </a:t>
            </a:r>
            <a:r>
              <a:rPr sz="1800" spc="-130" dirty="0">
                <a:solidFill>
                  <a:srgbClr val="585858"/>
                </a:solidFill>
                <a:latin typeface="Trebuchet MS"/>
                <a:cs typeface="Trebuchet MS"/>
              </a:rPr>
              <a:t>par </a:t>
            </a:r>
            <a:r>
              <a:rPr sz="1800" spc="-80" dirty="0">
                <a:solidFill>
                  <a:srgbClr val="585858"/>
                </a:solidFill>
                <a:latin typeface="Trebuchet MS"/>
                <a:cs typeface="Trebuchet MS"/>
              </a:rPr>
              <a:t>des </a:t>
            </a:r>
            <a:r>
              <a:rPr sz="1800" b="1" spc="-165" dirty="0">
                <a:solidFill>
                  <a:srgbClr val="585858"/>
                </a:solidFill>
                <a:latin typeface="Trebuchet MS"/>
                <a:cs typeface="Trebuchet MS"/>
              </a:rPr>
              <a:t>propriétés</a:t>
            </a:r>
            <a:r>
              <a:rPr sz="1800" spc="-165" dirty="0">
                <a:solidFill>
                  <a:srgbClr val="585858"/>
                </a:solidFill>
                <a:latin typeface="Trebuchet MS"/>
                <a:cs typeface="Trebuchet MS"/>
              </a:rPr>
              <a:t>. </a:t>
            </a:r>
            <a:r>
              <a:rPr sz="1800" spc="-145" dirty="0">
                <a:solidFill>
                  <a:srgbClr val="585858"/>
                </a:solidFill>
                <a:latin typeface="Trebuchet MS"/>
                <a:cs typeface="Trebuchet MS"/>
              </a:rPr>
              <a:t>Une </a:t>
            </a:r>
            <a:r>
              <a:rPr sz="1800" spc="-140" dirty="0">
                <a:solidFill>
                  <a:srgbClr val="585858"/>
                </a:solidFill>
                <a:latin typeface="Trebuchet MS"/>
                <a:cs typeface="Trebuchet MS"/>
              </a:rPr>
              <a:t>propriété </a:t>
            </a:r>
            <a:r>
              <a:rPr sz="1800" spc="-95" dirty="0">
                <a:solidFill>
                  <a:srgbClr val="585858"/>
                </a:solidFill>
                <a:latin typeface="Trebuchet MS"/>
                <a:cs typeface="Trebuchet MS"/>
              </a:rPr>
              <a:t>est </a:t>
            </a:r>
            <a:r>
              <a:rPr sz="1800" spc="-85" dirty="0">
                <a:solidFill>
                  <a:srgbClr val="585858"/>
                </a:solidFill>
                <a:latin typeface="Trebuchet MS"/>
                <a:cs typeface="Trebuchet MS"/>
              </a:rPr>
              <a:t>soit </a:t>
            </a:r>
            <a:r>
              <a:rPr sz="1800" spc="-110" dirty="0">
                <a:solidFill>
                  <a:srgbClr val="585858"/>
                </a:solidFill>
                <a:latin typeface="Trebuchet MS"/>
                <a:cs typeface="Trebuchet MS"/>
              </a:rPr>
              <a:t>un </a:t>
            </a:r>
            <a:r>
              <a:rPr sz="1800" b="1" spc="-155" dirty="0">
                <a:solidFill>
                  <a:srgbClr val="585858"/>
                </a:solidFill>
                <a:latin typeface="Trebuchet MS"/>
                <a:cs typeface="Trebuchet MS"/>
              </a:rPr>
              <a:t>attribut </a:t>
            </a:r>
            <a:r>
              <a:rPr sz="1800" spc="-85" dirty="0">
                <a:solidFill>
                  <a:srgbClr val="585858"/>
                </a:solidFill>
                <a:latin typeface="Trebuchet MS"/>
                <a:cs typeface="Trebuchet MS"/>
              </a:rPr>
              <a:t>soit </a:t>
            </a:r>
            <a:r>
              <a:rPr sz="1800" spc="-130" dirty="0">
                <a:solidFill>
                  <a:srgbClr val="585858"/>
                </a:solidFill>
                <a:latin typeface="Trebuchet MS"/>
                <a:cs typeface="Trebuchet MS"/>
              </a:rPr>
              <a:t>une </a:t>
            </a:r>
            <a:r>
              <a:rPr sz="1800" b="1" spc="-170" dirty="0">
                <a:solidFill>
                  <a:srgbClr val="585858"/>
                </a:solidFill>
                <a:latin typeface="Trebuchet MS"/>
                <a:cs typeface="Trebuchet MS"/>
              </a:rPr>
              <a:t>opération</a:t>
            </a:r>
            <a:r>
              <a:rPr sz="1800" spc="-170" dirty="0">
                <a:solidFill>
                  <a:srgbClr val="585858"/>
                </a:solidFill>
                <a:latin typeface="Trebuchet MS"/>
                <a:cs typeface="Trebuchet MS"/>
              </a:rPr>
              <a:t>. </a:t>
            </a:r>
            <a:r>
              <a:rPr sz="1800" spc="-130" dirty="0">
                <a:solidFill>
                  <a:srgbClr val="585858"/>
                </a:solidFill>
                <a:latin typeface="Trebuchet MS"/>
                <a:cs typeface="Trebuchet MS"/>
              </a:rPr>
              <a:t>Un </a:t>
            </a:r>
            <a:r>
              <a:rPr sz="1800" spc="-160" dirty="0">
                <a:solidFill>
                  <a:srgbClr val="585858"/>
                </a:solidFill>
                <a:latin typeface="Trebuchet MS"/>
                <a:cs typeface="Trebuchet MS"/>
              </a:rPr>
              <a:t>objet </a:t>
            </a:r>
            <a:r>
              <a:rPr sz="1800" spc="-155" dirty="0">
                <a:solidFill>
                  <a:srgbClr val="585858"/>
                </a:solidFill>
                <a:latin typeface="Trebuchet MS"/>
                <a:cs typeface="Trebuchet MS"/>
              </a:rPr>
              <a:t> </a:t>
            </a:r>
            <a:r>
              <a:rPr sz="1800" spc="-130" dirty="0">
                <a:solidFill>
                  <a:srgbClr val="585858"/>
                </a:solidFill>
                <a:latin typeface="Trebuchet MS"/>
                <a:cs typeface="Trebuchet MS"/>
              </a:rPr>
              <a:t>comprend </a:t>
            </a:r>
            <a:r>
              <a:rPr sz="1800" spc="-105" dirty="0">
                <a:solidFill>
                  <a:srgbClr val="585858"/>
                </a:solidFill>
                <a:latin typeface="Trebuchet MS"/>
                <a:cs typeface="Trebuchet MS"/>
              </a:rPr>
              <a:t>donc </a:t>
            </a:r>
            <a:r>
              <a:rPr sz="1800" spc="-110" dirty="0">
                <a:solidFill>
                  <a:srgbClr val="585858"/>
                </a:solidFill>
                <a:latin typeface="Trebuchet MS"/>
                <a:cs typeface="Trebuchet MS"/>
              </a:rPr>
              <a:t>à </a:t>
            </a:r>
            <a:r>
              <a:rPr sz="1800" spc="-120" dirty="0">
                <a:solidFill>
                  <a:srgbClr val="585858"/>
                </a:solidFill>
                <a:latin typeface="Trebuchet MS"/>
                <a:cs typeface="Trebuchet MS"/>
              </a:rPr>
              <a:t>la </a:t>
            </a:r>
            <a:r>
              <a:rPr sz="1800" spc="-70" dirty="0">
                <a:solidFill>
                  <a:srgbClr val="585858"/>
                </a:solidFill>
                <a:latin typeface="Trebuchet MS"/>
                <a:cs typeface="Trebuchet MS"/>
              </a:rPr>
              <a:t>fois </a:t>
            </a:r>
            <a:r>
              <a:rPr sz="1800" spc="-130" dirty="0">
                <a:solidFill>
                  <a:srgbClr val="585858"/>
                </a:solidFill>
                <a:latin typeface="Trebuchet MS"/>
                <a:cs typeface="Trebuchet MS"/>
              </a:rPr>
              <a:t>une </a:t>
            </a:r>
            <a:r>
              <a:rPr sz="1800" spc="-120" dirty="0">
                <a:solidFill>
                  <a:srgbClr val="585858"/>
                </a:solidFill>
                <a:latin typeface="Trebuchet MS"/>
                <a:cs typeface="Trebuchet MS"/>
              </a:rPr>
              <a:t>structure </a:t>
            </a:r>
            <a:r>
              <a:rPr sz="1800" spc="-150" dirty="0">
                <a:solidFill>
                  <a:srgbClr val="585858"/>
                </a:solidFill>
                <a:latin typeface="Trebuchet MS"/>
                <a:cs typeface="Trebuchet MS"/>
              </a:rPr>
              <a:t>de </a:t>
            </a:r>
            <a:r>
              <a:rPr sz="1800" spc="-105" dirty="0">
                <a:solidFill>
                  <a:srgbClr val="585858"/>
                </a:solidFill>
                <a:latin typeface="Trebuchet MS"/>
                <a:cs typeface="Trebuchet MS"/>
              </a:rPr>
              <a:t>données </a:t>
            </a:r>
            <a:r>
              <a:rPr sz="1800" spc="-170" dirty="0">
                <a:solidFill>
                  <a:srgbClr val="585858"/>
                </a:solidFill>
                <a:latin typeface="Trebuchet MS"/>
                <a:cs typeface="Trebuchet MS"/>
              </a:rPr>
              <a:t>et </a:t>
            </a:r>
            <a:r>
              <a:rPr sz="1800" spc="-135" dirty="0">
                <a:solidFill>
                  <a:srgbClr val="585858"/>
                </a:solidFill>
                <a:latin typeface="Trebuchet MS"/>
                <a:cs typeface="Trebuchet MS"/>
              </a:rPr>
              <a:t>une </a:t>
            </a:r>
            <a:r>
              <a:rPr sz="1800" spc="-120" dirty="0">
                <a:solidFill>
                  <a:srgbClr val="585858"/>
                </a:solidFill>
                <a:latin typeface="Trebuchet MS"/>
                <a:cs typeface="Trebuchet MS"/>
              </a:rPr>
              <a:t>collection </a:t>
            </a:r>
            <a:r>
              <a:rPr sz="1800" spc="-105" dirty="0">
                <a:solidFill>
                  <a:srgbClr val="585858"/>
                </a:solidFill>
                <a:latin typeface="Trebuchet MS"/>
                <a:cs typeface="Trebuchet MS"/>
              </a:rPr>
              <a:t>d'opérations </a:t>
            </a:r>
            <a:r>
              <a:rPr sz="1800" spc="-70" dirty="0">
                <a:solidFill>
                  <a:srgbClr val="585858"/>
                </a:solidFill>
                <a:latin typeface="Trebuchet MS"/>
                <a:cs typeface="Trebuchet MS"/>
              </a:rPr>
              <a:t>(son </a:t>
            </a:r>
            <a:r>
              <a:rPr sz="1800" spc="-65" dirty="0">
                <a:solidFill>
                  <a:srgbClr val="585858"/>
                </a:solidFill>
                <a:latin typeface="Trebuchet MS"/>
                <a:cs typeface="Trebuchet MS"/>
              </a:rPr>
              <a:t> </a:t>
            </a:r>
            <a:r>
              <a:rPr sz="1800" spc="-145" dirty="0">
                <a:solidFill>
                  <a:srgbClr val="585858"/>
                </a:solidFill>
                <a:latin typeface="Trebuchet MS"/>
                <a:cs typeface="Trebuchet MS"/>
              </a:rPr>
              <a:t>comportement).</a:t>
            </a:r>
            <a:endParaRPr sz="1800" dirty="0">
              <a:latin typeface="Trebuchet MS"/>
              <a:cs typeface="Trebuchet MS"/>
            </a:endParaRPr>
          </a:p>
        </p:txBody>
      </p:sp>
      <p:sp>
        <p:nvSpPr>
          <p:cNvPr id="3" name="object 3"/>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a:t>
            </a:r>
            <a:r>
              <a:rPr spc="5" dirty="0"/>
              <a:t> </a:t>
            </a:r>
            <a:r>
              <a:rPr spc="-5" dirty="0">
                <a:solidFill>
                  <a:srgbClr val="ED795B"/>
                </a:solidFill>
              </a:rPr>
              <a:t>orientées</a:t>
            </a:r>
            <a:r>
              <a:rPr spc="25" dirty="0">
                <a:solidFill>
                  <a:srgbClr val="ED795B"/>
                </a:solidFill>
              </a:rPr>
              <a:t> </a:t>
            </a:r>
            <a:r>
              <a:rPr spc="-5" dirty="0">
                <a:solidFill>
                  <a:srgbClr val="ED795B"/>
                </a:solidFill>
              </a:rPr>
              <a:t>objets	</a:t>
            </a:r>
          </a:p>
        </p:txBody>
      </p:sp>
      <p:grpSp>
        <p:nvGrpSpPr>
          <p:cNvPr id="4" name="object 4"/>
          <p:cNvGrpSpPr/>
          <p:nvPr/>
        </p:nvGrpSpPr>
        <p:grpSpPr>
          <a:xfrm>
            <a:off x="2595372" y="2660904"/>
            <a:ext cx="1369060" cy="1430020"/>
            <a:chOff x="2595372" y="2660904"/>
            <a:chExt cx="1369060" cy="1430020"/>
          </a:xfrm>
        </p:grpSpPr>
        <p:sp>
          <p:nvSpPr>
            <p:cNvPr id="5" name="object 5"/>
            <p:cNvSpPr/>
            <p:nvPr/>
          </p:nvSpPr>
          <p:spPr>
            <a:xfrm>
              <a:off x="2595372" y="2721864"/>
              <a:ext cx="1369060" cy="1369060"/>
            </a:xfrm>
            <a:custGeom>
              <a:avLst/>
              <a:gdLst/>
              <a:ahLst/>
              <a:cxnLst/>
              <a:rect l="l" t="t" r="r" b="b"/>
              <a:pathLst>
                <a:path w="1369060" h="1369060">
                  <a:moveTo>
                    <a:pt x="684276" y="0"/>
                  </a:moveTo>
                  <a:lnTo>
                    <a:pt x="635403" y="1717"/>
                  </a:lnTo>
                  <a:lnTo>
                    <a:pt x="587458" y="6794"/>
                  </a:lnTo>
                  <a:lnTo>
                    <a:pt x="540558" y="15113"/>
                  </a:lnTo>
                  <a:lnTo>
                    <a:pt x="494817" y="26560"/>
                  </a:lnTo>
                  <a:lnTo>
                    <a:pt x="450351" y="41018"/>
                  </a:lnTo>
                  <a:lnTo>
                    <a:pt x="407277" y="58372"/>
                  </a:lnTo>
                  <a:lnTo>
                    <a:pt x="365709" y="78505"/>
                  </a:lnTo>
                  <a:lnTo>
                    <a:pt x="325764" y="101303"/>
                  </a:lnTo>
                  <a:lnTo>
                    <a:pt x="287558" y="126650"/>
                  </a:lnTo>
                  <a:lnTo>
                    <a:pt x="251205" y="154429"/>
                  </a:lnTo>
                  <a:lnTo>
                    <a:pt x="216822" y="184525"/>
                  </a:lnTo>
                  <a:lnTo>
                    <a:pt x="184525" y="216822"/>
                  </a:lnTo>
                  <a:lnTo>
                    <a:pt x="154429" y="251205"/>
                  </a:lnTo>
                  <a:lnTo>
                    <a:pt x="126650" y="287558"/>
                  </a:lnTo>
                  <a:lnTo>
                    <a:pt x="101303" y="325764"/>
                  </a:lnTo>
                  <a:lnTo>
                    <a:pt x="78505" y="365709"/>
                  </a:lnTo>
                  <a:lnTo>
                    <a:pt x="58372" y="407277"/>
                  </a:lnTo>
                  <a:lnTo>
                    <a:pt x="41018" y="450351"/>
                  </a:lnTo>
                  <a:lnTo>
                    <a:pt x="26560" y="494817"/>
                  </a:lnTo>
                  <a:lnTo>
                    <a:pt x="15113" y="540558"/>
                  </a:lnTo>
                  <a:lnTo>
                    <a:pt x="6794" y="587458"/>
                  </a:lnTo>
                  <a:lnTo>
                    <a:pt x="1717" y="635403"/>
                  </a:lnTo>
                  <a:lnTo>
                    <a:pt x="0" y="684276"/>
                  </a:lnTo>
                  <a:lnTo>
                    <a:pt x="1717" y="733148"/>
                  </a:lnTo>
                  <a:lnTo>
                    <a:pt x="6794" y="781093"/>
                  </a:lnTo>
                  <a:lnTo>
                    <a:pt x="15113" y="827993"/>
                  </a:lnTo>
                  <a:lnTo>
                    <a:pt x="26560" y="873734"/>
                  </a:lnTo>
                  <a:lnTo>
                    <a:pt x="41018" y="918200"/>
                  </a:lnTo>
                  <a:lnTo>
                    <a:pt x="58372" y="961274"/>
                  </a:lnTo>
                  <a:lnTo>
                    <a:pt x="78505" y="1002842"/>
                  </a:lnTo>
                  <a:lnTo>
                    <a:pt x="101303" y="1042787"/>
                  </a:lnTo>
                  <a:lnTo>
                    <a:pt x="126650" y="1080993"/>
                  </a:lnTo>
                  <a:lnTo>
                    <a:pt x="154429" y="1117346"/>
                  </a:lnTo>
                  <a:lnTo>
                    <a:pt x="184525" y="1151729"/>
                  </a:lnTo>
                  <a:lnTo>
                    <a:pt x="216822" y="1184026"/>
                  </a:lnTo>
                  <a:lnTo>
                    <a:pt x="251205" y="1214122"/>
                  </a:lnTo>
                  <a:lnTo>
                    <a:pt x="287558" y="1241901"/>
                  </a:lnTo>
                  <a:lnTo>
                    <a:pt x="325764" y="1267248"/>
                  </a:lnTo>
                  <a:lnTo>
                    <a:pt x="365709" y="1290046"/>
                  </a:lnTo>
                  <a:lnTo>
                    <a:pt x="407277" y="1310179"/>
                  </a:lnTo>
                  <a:lnTo>
                    <a:pt x="450351" y="1327533"/>
                  </a:lnTo>
                  <a:lnTo>
                    <a:pt x="494817" y="1341991"/>
                  </a:lnTo>
                  <a:lnTo>
                    <a:pt x="540558" y="1353438"/>
                  </a:lnTo>
                  <a:lnTo>
                    <a:pt x="587458" y="1361757"/>
                  </a:lnTo>
                  <a:lnTo>
                    <a:pt x="635403" y="1366834"/>
                  </a:lnTo>
                  <a:lnTo>
                    <a:pt x="684276" y="1368552"/>
                  </a:lnTo>
                  <a:lnTo>
                    <a:pt x="733148" y="1366834"/>
                  </a:lnTo>
                  <a:lnTo>
                    <a:pt x="781093" y="1361757"/>
                  </a:lnTo>
                  <a:lnTo>
                    <a:pt x="827993" y="1353438"/>
                  </a:lnTo>
                  <a:lnTo>
                    <a:pt x="873734" y="1341991"/>
                  </a:lnTo>
                  <a:lnTo>
                    <a:pt x="918200" y="1327533"/>
                  </a:lnTo>
                  <a:lnTo>
                    <a:pt x="961274" y="1310179"/>
                  </a:lnTo>
                  <a:lnTo>
                    <a:pt x="1002842" y="1290046"/>
                  </a:lnTo>
                  <a:lnTo>
                    <a:pt x="1042787" y="1267248"/>
                  </a:lnTo>
                  <a:lnTo>
                    <a:pt x="1080993" y="1241901"/>
                  </a:lnTo>
                  <a:lnTo>
                    <a:pt x="1117346" y="1214122"/>
                  </a:lnTo>
                  <a:lnTo>
                    <a:pt x="1151729" y="1184026"/>
                  </a:lnTo>
                  <a:lnTo>
                    <a:pt x="1184026" y="1151729"/>
                  </a:lnTo>
                  <a:lnTo>
                    <a:pt x="1214122" y="1117346"/>
                  </a:lnTo>
                  <a:lnTo>
                    <a:pt x="1241901" y="1080993"/>
                  </a:lnTo>
                  <a:lnTo>
                    <a:pt x="1267248" y="1042787"/>
                  </a:lnTo>
                  <a:lnTo>
                    <a:pt x="1290046" y="1002842"/>
                  </a:lnTo>
                  <a:lnTo>
                    <a:pt x="1310179" y="961274"/>
                  </a:lnTo>
                  <a:lnTo>
                    <a:pt x="1327533" y="918200"/>
                  </a:lnTo>
                  <a:lnTo>
                    <a:pt x="1341991" y="873734"/>
                  </a:lnTo>
                  <a:lnTo>
                    <a:pt x="1353438" y="827993"/>
                  </a:lnTo>
                  <a:lnTo>
                    <a:pt x="1361757" y="781093"/>
                  </a:lnTo>
                  <a:lnTo>
                    <a:pt x="1366834" y="733148"/>
                  </a:lnTo>
                  <a:lnTo>
                    <a:pt x="1368552" y="684276"/>
                  </a:lnTo>
                  <a:lnTo>
                    <a:pt x="1366834" y="635403"/>
                  </a:lnTo>
                  <a:lnTo>
                    <a:pt x="1361757" y="587458"/>
                  </a:lnTo>
                  <a:lnTo>
                    <a:pt x="1353438" y="540558"/>
                  </a:lnTo>
                  <a:lnTo>
                    <a:pt x="1341991" y="494817"/>
                  </a:lnTo>
                  <a:lnTo>
                    <a:pt x="1327533" y="450351"/>
                  </a:lnTo>
                  <a:lnTo>
                    <a:pt x="1310179" y="407277"/>
                  </a:lnTo>
                  <a:lnTo>
                    <a:pt x="1290046" y="365709"/>
                  </a:lnTo>
                  <a:lnTo>
                    <a:pt x="1267248" y="325764"/>
                  </a:lnTo>
                  <a:lnTo>
                    <a:pt x="1241901" y="287558"/>
                  </a:lnTo>
                  <a:lnTo>
                    <a:pt x="1214122" y="251205"/>
                  </a:lnTo>
                  <a:lnTo>
                    <a:pt x="1184026" y="216822"/>
                  </a:lnTo>
                  <a:lnTo>
                    <a:pt x="1151729" y="184525"/>
                  </a:lnTo>
                  <a:lnTo>
                    <a:pt x="1117346" y="154429"/>
                  </a:lnTo>
                  <a:lnTo>
                    <a:pt x="1080993" y="126650"/>
                  </a:lnTo>
                  <a:lnTo>
                    <a:pt x="1042787" y="101303"/>
                  </a:lnTo>
                  <a:lnTo>
                    <a:pt x="1002842" y="78505"/>
                  </a:lnTo>
                  <a:lnTo>
                    <a:pt x="961274" y="58372"/>
                  </a:lnTo>
                  <a:lnTo>
                    <a:pt x="918200" y="41018"/>
                  </a:lnTo>
                  <a:lnTo>
                    <a:pt x="873734" y="26560"/>
                  </a:lnTo>
                  <a:lnTo>
                    <a:pt x="827993" y="15113"/>
                  </a:lnTo>
                  <a:lnTo>
                    <a:pt x="781093" y="6794"/>
                  </a:lnTo>
                  <a:lnTo>
                    <a:pt x="733148" y="1717"/>
                  </a:lnTo>
                  <a:lnTo>
                    <a:pt x="684276" y="0"/>
                  </a:lnTo>
                  <a:close/>
                </a:path>
              </a:pathLst>
            </a:custGeom>
            <a:solidFill>
              <a:srgbClr val="ED795B"/>
            </a:solidFill>
          </p:spPr>
          <p:txBody>
            <a:bodyPr wrap="square" lIns="0" tIns="0" rIns="0" bIns="0" rtlCol="0"/>
            <a:lstStyle/>
            <a:p>
              <a:endParaRPr/>
            </a:p>
          </p:txBody>
        </p:sp>
        <p:pic>
          <p:nvPicPr>
            <p:cNvPr id="6" name="object 6"/>
            <p:cNvPicPr/>
            <p:nvPr/>
          </p:nvPicPr>
          <p:blipFill>
            <a:blip r:embed="rId2" cstate="print"/>
            <a:stretch>
              <a:fillRect/>
            </a:stretch>
          </p:blipFill>
          <p:spPr>
            <a:xfrm>
              <a:off x="2618232" y="2660904"/>
              <a:ext cx="1277112" cy="1277112"/>
            </a:xfrm>
            <a:prstGeom prst="rect">
              <a:avLst/>
            </a:prstGeom>
          </p:spPr>
        </p:pic>
      </p:grpSp>
      <p:pic>
        <p:nvPicPr>
          <p:cNvPr id="7" name="object 7"/>
          <p:cNvPicPr/>
          <p:nvPr/>
        </p:nvPicPr>
        <p:blipFill>
          <a:blip r:embed="rId3" cstate="print"/>
          <a:stretch>
            <a:fillRect/>
          </a:stretch>
        </p:blipFill>
        <p:spPr>
          <a:xfrm>
            <a:off x="4496287" y="2909864"/>
            <a:ext cx="992672" cy="994074"/>
          </a:xfrm>
          <a:prstGeom prst="rect">
            <a:avLst/>
          </a:prstGeom>
        </p:spPr>
      </p:pic>
    </p:spTree>
    <p:extLst>
      <p:ext uri="{BB962C8B-B14F-4D97-AF65-F5344CB8AC3E}">
        <p14:creationId xmlns:p14="http://schemas.microsoft.com/office/powerpoint/2010/main" val="7869369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 </a:t>
            </a:r>
            <a:r>
              <a:rPr spc="-5" dirty="0">
                <a:solidFill>
                  <a:srgbClr val="ED795B"/>
                </a:solidFill>
              </a:rPr>
              <a:t>orientées</a:t>
            </a:r>
            <a:r>
              <a:rPr spc="20" dirty="0">
                <a:solidFill>
                  <a:srgbClr val="ED795B"/>
                </a:solidFill>
              </a:rPr>
              <a:t> </a:t>
            </a:r>
            <a:r>
              <a:rPr spc="-5" dirty="0">
                <a:solidFill>
                  <a:srgbClr val="ED795B"/>
                </a:solidFill>
              </a:rPr>
              <a:t>objets	</a:t>
            </a:r>
          </a:p>
        </p:txBody>
      </p:sp>
      <p:pic>
        <p:nvPicPr>
          <p:cNvPr id="3" name="object 3"/>
          <p:cNvPicPr/>
          <p:nvPr/>
        </p:nvPicPr>
        <p:blipFill>
          <a:blip r:embed="rId2" cstate="print"/>
          <a:stretch>
            <a:fillRect/>
          </a:stretch>
        </p:blipFill>
        <p:spPr>
          <a:xfrm>
            <a:off x="1251203" y="2646116"/>
            <a:ext cx="1080516" cy="439531"/>
          </a:xfrm>
          <a:prstGeom prst="rect">
            <a:avLst/>
          </a:prstGeom>
        </p:spPr>
      </p:pic>
      <p:pic>
        <p:nvPicPr>
          <p:cNvPr id="4" name="object 4"/>
          <p:cNvPicPr/>
          <p:nvPr/>
        </p:nvPicPr>
        <p:blipFill>
          <a:blip r:embed="rId3" cstate="print"/>
          <a:stretch>
            <a:fillRect/>
          </a:stretch>
        </p:blipFill>
        <p:spPr>
          <a:xfrm>
            <a:off x="6943343" y="2470584"/>
            <a:ext cx="1080516" cy="824122"/>
          </a:xfrm>
          <a:prstGeom prst="rect">
            <a:avLst/>
          </a:prstGeom>
        </p:spPr>
      </p:pic>
      <p:pic>
        <p:nvPicPr>
          <p:cNvPr id="6" name="object 6"/>
          <p:cNvPicPr/>
          <p:nvPr/>
        </p:nvPicPr>
        <p:blipFill>
          <a:blip r:embed="rId4" cstate="print"/>
          <a:stretch>
            <a:fillRect/>
          </a:stretch>
        </p:blipFill>
        <p:spPr>
          <a:xfrm>
            <a:off x="4289632" y="2414016"/>
            <a:ext cx="468723" cy="900684"/>
          </a:xfrm>
          <a:prstGeom prst="rect">
            <a:avLst/>
          </a:prstGeom>
        </p:spPr>
      </p:pic>
      <p:grpSp>
        <p:nvGrpSpPr>
          <p:cNvPr id="7" name="object 7"/>
          <p:cNvGrpSpPr/>
          <p:nvPr/>
        </p:nvGrpSpPr>
        <p:grpSpPr>
          <a:xfrm>
            <a:off x="417576" y="3344417"/>
            <a:ext cx="2738755" cy="1331595"/>
            <a:chOff x="417576" y="3344417"/>
            <a:chExt cx="2738755" cy="1331595"/>
          </a:xfrm>
        </p:grpSpPr>
        <p:sp>
          <p:nvSpPr>
            <p:cNvPr id="8" name="object 8"/>
            <p:cNvSpPr/>
            <p:nvPr/>
          </p:nvSpPr>
          <p:spPr>
            <a:xfrm>
              <a:off x="959358" y="3364229"/>
              <a:ext cx="2160270" cy="635"/>
            </a:xfrm>
            <a:custGeom>
              <a:avLst/>
              <a:gdLst/>
              <a:ahLst/>
              <a:cxnLst/>
              <a:rect l="l" t="t" r="r" b="b"/>
              <a:pathLst>
                <a:path w="2160270" h="635">
                  <a:moveTo>
                    <a:pt x="2160016" y="0"/>
                  </a:moveTo>
                  <a:lnTo>
                    <a:pt x="0" y="381"/>
                  </a:lnTo>
                </a:path>
              </a:pathLst>
            </a:custGeom>
            <a:ln w="38100">
              <a:solidFill>
                <a:srgbClr val="C5C5C5"/>
              </a:solidFill>
            </a:ln>
          </p:spPr>
          <p:txBody>
            <a:bodyPr wrap="square" lIns="0" tIns="0" rIns="0" bIns="0" rtlCol="0"/>
            <a:lstStyle/>
            <a:p>
              <a:endParaRPr/>
            </a:p>
          </p:txBody>
        </p:sp>
        <p:sp>
          <p:nvSpPr>
            <p:cNvPr id="9" name="object 9"/>
            <p:cNvSpPr/>
            <p:nvPr/>
          </p:nvSpPr>
          <p:spPr>
            <a:xfrm>
              <a:off x="920496" y="3344417"/>
              <a:ext cx="2235835" cy="360045"/>
            </a:xfrm>
            <a:custGeom>
              <a:avLst/>
              <a:gdLst/>
              <a:ahLst/>
              <a:cxnLst/>
              <a:rect l="l" t="t" r="r" b="b"/>
              <a:pathLst>
                <a:path w="2235835" h="360045">
                  <a:moveTo>
                    <a:pt x="114300" y="245745"/>
                  </a:moveTo>
                  <a:lnTo>
                    <a:pt x="76200" y="245745"/>
                  </a:lnTo>
                  <a:lnTo>
                    <a:pt x="76200" y="0"/>
                  </a:lnTo>
                  <a:lnTo>
                    <a:pt x="38100" y="0"/>
                  </a:lnTo>
                  <a:lnTo>
                    <a:pt x="38100" y="245745"/>
                  </a:lnTo>
                  <a:lnTo>
                    <a:pt x="0" y="245745"/>
                  </a:lnTo>
                  <a:lnTo>
                    <a:pt x="57150" y="360045"/>
                  </a:lnTo>
                  <a:lnTo>
                    <a:pt x="104775" y="264795"/>
                  </a:lnTo>
                  <a:lnTo>
                    <a:pt x="114300" y="245745"/>
                  </a:lnTo>
                  <a:close/>
                </a:path>
                <a:path w="2235835" h="360045">
                  <a:moveTo>
                    <a:pt x="2235708" y="245745"/>
                  </a:moveTo>
                  <a:lnTo>
                    <a:pt x="2197608" y="245745"/>
                  </a:lnTo>
                  <a:lnTo>
                    <a:pt x="2197608" y="0"/>
                  </a:lnTo>
                  <a:lnTo>
                    <a:pt x="2159508" y="0"/>
                  </a:lnTo>
                  <a:lnTo>
                    <a:pt x="2159508" y="245745"/>
                  </a:lnTo>
                  <a:lnTo>
                    <a:pt x="2121408" y="245745"/>
                  </a:lnTo>
                  <a:lnTo>
                    <a:pt x="2178558" y="360045"/>
                  </a:lnTo>
                  <a:lnTo>
                    <a:pt x="2226183" y="264795"/>
                  </a:lnTo>
                  <a:lnTo>
                    <a:pt x="2235708" y="245745"/>
                  </a:lnTo>
                  <a:close/>
                </a:path>
              </a:pathLst>
            </a:custGeom>
            <a:solidFill>
              <a:srgbClr val="C5C5C5"/>
            </a:solidFill>
          </p:spPr>
          <p:txBody>
            <a:bodyPr wrap="square" lIns="0" tIns="0" rIns="0" bIns="0" rtlCol="0"/>
            <a:lstStyle/>
            <a:p>
              <a:endParaRPr/>
            </a:p>
          </p:txBody>
        </p:sp>
        <p:pic>
          <p:nvPicPr>
            <p:cNvPr id="10" name="object 10"/>
            <p:cNvPicPr/>
            <p:nvPr/>
          </p:nvPicPr>
          <p:blipFill>
            <a:blip r:embed="rId5" cstate="print"/>
            <a:stretch>
              <a:fillRect/>
            </a:stretch>
          </p:blipFill>
          <p:spPr>
            <a:xfrm>
              <a:off x="417576" y="3523487"/>
              <a:ext cx="1152144" cy="1152144"/>
            </a:xfrm>
            <a:prstGeom prst="rect">
              <a:avLst/>
            </a:prstGeom>
          </p:spPr>
        </p:pic>
      </p:grpSp>
      <p:grpSp>
        <p:nvGrpSpPr>
          <p:cNvPr id="11" name="object 11"/>
          <p:cNvGrpSpPr/>
          <p:nvPr/>
        </p:nvGrpSpPr>
        <p:grpSpPr>
          <a:xfrm>
            <a:off x="1603247" y="1956816"/>
            <a:ext cx="5835650" cy="403225"/>
            <a:chOff x="1603247" y="1956816"/>
            <a:chExt cx="5835650" cy="403225"/>
          </a:xfrm>
        </p:grpSpPr>
        <p:sp>
          <p:nvSpPr>
            <p:cNvPr id="12" name="object 12"/>
            <p:cNvSpPr/>
            <p:nvPr/>
          </p:nvSpPr>
          <p:spPr>
            <a:xfrm>
              <a:off x="1642109" y="1975866"/>
              <a:ext cx="5760085" cy="635"/>
            </a:xfrm>
            <a:custGeom>
              <a:avLst/>
              <a:gdLst/>
              <a:ahLst/>
              <a:cxnLst/>
              <a:rect l="l" t="t" r="r" b="b"/>
              <a:pathLst>
                <a:path w="5760084" h="635">
                  <a:moveTo>
                    <a:pt x="5759958" y="0"/>
                  </a:moveTo>
                  <a:lnTo>
                    <a:pt x="0" y="381"/>
                  </a:lnTo>
                </a:path>
              </a:pathLst>
            </a:custGeom>
            <a:ln w="38100">
              <a:solidFill>
                <a:srgbClr val="C5C5C5"/>
              </a:solidFill>
            </a:ln>
          </p:spPr>
          <p:txBody>
            <a:bodyPr wrap="square" lIns="0" tIns="0" rIns="0" bIns="0" rtlCol="0"/>
            <a:lstStyle/>
            <a:p>
              <a:endParaRPr/>
            </a:p>
          </p:txBody>
        </p:sp>
        <p:sp>
          <p:nvSpPr>
            <p:cNvPr id="13" name="object 13"/>
            <p:cNvSpPr/>
            <p:nvPr/>
          </p:nvSpPr>
          <p:spPr>
            <a:xfrm>
              <a:off x="1603248" y="1957577"/>
              <a:ext cx="5835650" cy="402590"/>
            </a:xfrm>
            <a:custGeom>
              <a:avLst/>
              <a:gdLst/>
              <a:ahLst/>
              <a:cxnLst/>
              <a:rect l="l" t="t" r="r" b="b"/>
              <a:pathLst>
                <a:path w="5835650" h="402589">
                  <a:moveTo>
                    <a:pt x="114300" y="287782"/>
                  </a:moveTo>
                  <a:lnTo>
                    <a:pt x="76200" y="287782"/>
                  </a:lnTo>
                  <a:lnTo>
                    <a:pt x="76200" y="6096"/>
                  </a:lnTo>
                  <a:lnTo>
                    <a:pt x="38100" y="6096"/>
                  </a:lnTo>
                  <a:lnTo>
                    <a:pt x="38100" y="287782"/>
                  </a:lnTo>
                  <a:lnTo>
                    <a:pt x="0" y="287782"/>
                  </a:lnTo>
                  <a:lnTo>
                    <a:pt x="57150" y="402082"/>
                  </a:lnTo>
                  <a:lnTo>
                    <a:pt x="104775" y="306832"/>
                  </a:lnTo>
                  <a:lnTo>
                    <a:pt x="114300" y="287782"/>
                  </a:lnTo>
                  <a:close/>
                </a:path>
                <a:path w="5835650" h="402589">
                  <a:moveTo>
                    <a:pt x="3026664" y="287782"/>
                  </a:moveTo>
                  <a:lnTo>
                    <a:pt x="2988564" y="287782"/>
                  </a:lnTo>
                  <a:lnTo>
                    <a:pt x="2988564" y="6096"/>
                  </a:lnTo>
                  <a:lnTo>
                    <a:pt x="2950464" y="6096"/>
                  </a:lnTo>
                  <a:lnTo>
                    <a:pt x="2950464" y="287782"/>
                  </a:lnTo>
                  <a:lnTo>
                    <a:pt x="2912364" y="287782"/>
                  </a:lnTo>
                  <a:lnTo>
                    <a:pt x="2969514" y="402082"/>
                  </a:lnTo>
                  <a:lnTo>
                    <a:pt x="3017139" y="306832"/>
                  </a:lnTo>
                  <a:lnTo>
                    <a:pt x="3026664" y="287782"/>
                  </a:lnTo>
                  <a:close/>
                </a:path>
                <a:path w="5835650" h="402589">
                  <a:moveTo>
                    <a:pt x="5835396" y="281686"/>
                  </a:moveTo>
                  <a:lnTo>
                    <a:pt x="5797296" y="281686"/>
                  </a:lnTo>
                  <a:lnTo>
                    <a:pt x="5797296" y="0"/>
                  </a:lnTo>
                  <a:lnTo>
                    <a:pt x="5759196" y="0"/>
                  </a:lnTo>
                  <a:lnTo>
                    <a:pt x="5759196" y="281686"/>
                  </a:lnTo>
                  <a:lnTo>
                    <a:pt x="5721096" y="281686"/>
                  </a:lnTo>
                  <a:lnTo>
                    <a:pt x="5778246" y="395986"/>
                  </a:lnTo>
                  <a:lnTo>
                    <a:pt x="5825871" y="300736"/>
                  </a:lnTo>
                  <a:lnTo>
                    <a:pt x="5835396" y="281686"/>
                  </a:lnTo>
                  <a:close/>
                </a:path>
              </a:pathLst>
            </a:custGeom>
            <a:solidFill>
              <a:srgbClr val="C5C5C5"/>
            </a:solidFill>
          </p:spPr>
          <p:txBody>
            <a:bodyPr wrap="square" lIns="0" tIns="0" rIns="0" bIns="0" rtlCol="0"/>
            <a:lstStyle/>
            <a:p>
              <a:endParaRPr/>
            </a:p>
          </p:txBody>
        </p:sp>
      </p:grpSp>
      <p:sp>
        <p:nvSpPr>
          <p:cNvPr id="14" name="object 14"/>
          <p:cNvSpPr txBox="1"/>
          <p:nvPr/>
        </p:nvSpPr>
        <p:spPr>
          <a:xfrm>
            <a:off x="5140578" y="1222324"/>
            <a:ext cx="1909445" cy="300355"/>
          </a:xfrm>
          <a:prstGeom prst="rect">
            <a:avLst/>
          </a:prstGeom>
        </p:spPr>
        <p:txBody>
          <a:bodyPr vert="horz" wrap="square" lIns="0" tIns="12700" rIns="0" bIns="0" rtlCol="0">
            <a:spAutoFit/>
          </a:bodyPr>
          <a:lstStyle/>
          <a:p>
            <a:pPr marL="12700">
              <a:lnSpc>
                <a:spcPct val="100000"/>
              </a:lnSpc>
              <a:spcBef>
                <a:spcPts val="100"/>
              </a:spcBef>
            </a:pPr>
            <a:r>
              <a:rPr lang="fr-FR" spc="-140" dirty="0">
                <a:solidFill>
                  <a:srgbClr val="556479"/>
                </a:solidFill>
                <a:latin typeface="Trebuchet MS"/>
                <a:cs typeface="Trebuchet MS"/>
              </a:rPr>
              <a:t>V</a:t>
            </a:r>
            <a:r>
              <a:rPr sz="1800" spc="-120" dirty="0" err="1">
                <a:solidFill>
                  <a:srgbClr val="556479"/>
                </a:solidFill>
                <a:latin typeface="Trebuchet MS"/>
                <a:cs typeface="Trebuchet MS"/>
              </a:rPr>
              <a:t>éhi</a:t>
            </a:r>
            <a:r>
              <a:rPr sz="1800" spc="-135" dirty="0" err="1">
                <a:solidFill>
                  <a:srgbClr val="556479"/>
                </a:solidFill>
                <a:latin typeface="Trebuchet MS"/>
                <a:cs typeface="Trebuchet MS"/>
              </a:rPr>
              <a:t>c</a:t>
            </a:r>
            <a:r>
              <a:rPr sz="1800" spc="-85" dirty="0" err="1">
                <a:solidFill>
                  <a:srgbClr val="556479"/>
                </a:solidFill>
                <a:latin typeface="Trebuchet MS"/>
                <a:cs typeface="Trebuchet MS"/>
              </a:rPr>
              <a:t>ules</a:t>
            </a:r>
            <a:endParaRPr sz="1800" dirty="0">
              <a:latin typeface="Trebuchet MS"/>
              <a:cs typeface="Trebuchet MS"/>
            </a:endParaRPr>
          </a:p>
        </p:txBody>
      </p:sp>
      <p:sp>
        <p:nvSpPr>
          <p:cNvPr id="15" name="object 15"/>
          <p:cNvSpPr txBox="1"/>
          <p:nvPr/>
        </p:nvSpPr>
        <p:spPr>
          <a:xfrm>
            <a:off x="2472054" y="2719273"/>
            <a:ext cx="668655" cy="300355"/>
          </a:xfrm>
          <a:prstGeom prst="rect">
            <a:avLst/>
          </a:prstGeom>
        </p:spPr>
        <p:txBody>
          <a:bodyPr vert="horz" wrap="square" lIns="0" tIns="12700" rIns="0" bIns="0" rtlCol="0">
            <a:spAutoFit/>
          </a:bodyPr>
          <a:lstStyle/>
          <a:p>
            <a:pPr marL="12700">
              <a:lnSpc>
                <a:spcPct val="100000"/>
              </a:lnSpc>
              <a:spcBef>
                <a:spcPts val="100"/>
              </a:spcBef>
            </a:pPr>
            <a:r>
              <a:rPr sz="1800" spc="-130" dirty="0">
                <a:solidFill>
                  <a:srgbClr val="556479"/>
                </a:solidFill>
                <a:latin typeface="Trebuchet MS"/>
                <a:cs typeface="Trebuchet MS"/>
              </a:rPr>
              <a:t>Voiture</a:t>
            </a:r>
            <a:endParaRPr sz="1800">
              <a:latin typeface="Trebuchet MS"/>
              <a:cs typeface="Trebuchet MS"/>
            </a:endParaRPr>
          </a:p>
        </p:txBody>
      </p:sp>
      <p:sp>
        <p:nvSpPr>
          <p:cNvPr id="16" name="object 16"/>
          <p:cNvSpPr txBox="1"/>
          <p:nvPr/>
        </p:nvSpPr>
        <p:spPr>
          <a:xfrm>
            <a:off x="4968366" y="2719273"/>
            <a:ext cx="1271905" cy="300355"/>
          </a:xfrm>
          <a:prstGeom prst="rect">
            <a:avLst/>
          </a:prstGeom>
        </p:spPr>
        <p:txBody>
          <a:bodyPr vert="horz" wrap="square" lIns="0" tIns="12700" rIns="0" bIns="0" rtlCol="0">
            <a:spAutoFit/>
          </a:bodyPr>
          <a:lstStyle/>
          <a:p>
            <a:pPr marL="12700">
              <a:lnSpc>
                <a:spcPct val="100000"/>
              </a:lnSpc>
              <a:spcBef>
                <a:spcPts val="100"/>
              </a:spcBef>
            </a:pPr>
            <a:r>
              <a:rPr sz="1800" spc="-100" dirty="0">
                <a:solidFill>
                  <a:srgbClr val="556479"/>
                </a:solidFill>
                <a:latin typeface="Trebuchet MS"/>
                <a:cs typeface="Trebuchet MS"/>
              </a:rPr>
              <a:t>Bâton</a:t>
            </a:r>
            <a:r>
              <a:rPr sz="1800" spc="-165" dirty="0">
                <a:solidFill>
                  <a:srgbClr val="556479"/>
                </a:solidFill>
                <a:latin typeface="Trebuchet MS"/>
                <a:cs typeface="Trebuchet MS"/>
              </a:rPr>
              <a:t> </a:t>
            </a:r>
            <a:r>
              <a:rPr sz="1800" spc="-100" dirty="0">
                <a:solidFill>
                  <a:srgbClr val="556479"/>
                </a:solidFill>
                <a:latin typeface="Trebuchet MS"/>
                <a:cs typeface="Trebuchet MS"/>
              </a:rPr>
              <a:t>saut</a:t>
            </a:r>
            <a:r>
              <a:rPr sz="1800" spc="-120" dirty="0">
                <a:solidFill>
                  <a:srgbClr val="556479"/>
                </a:solidFill>
                <a:latin typeface="Trebuchet MS"/>
                <a:cs typeface="Trebuchet MS"/>
              </a:rPr>
              <a:t>e</a:t>
            </a:r>
            <a:r>
              <a:rPr sz="1800" spc="-130" dirty="0">
                <a:solidFill>
                  <a:srgbClr val="556479"/>
                </a:solidFill>
                <a:latin typeface="Trebuchet MS"/>
                <a:cs typeface="Trebuchet MS"/>
              </a:rPr>
              <a:t>ur</a:t>
            </a:r>
            <a:endParaRPr sz="1800">
              <a:latin typeface="Trebuchet MS"/>
              <a:cs typeface="Trebuchet MS"/>
            </a:endParaRPr>
          </a:p>
        </p:txBody>
      </p:sp>
      <p:sp>
        <p:nvSpPr>
          <p:cNvPr id="17" name="object 17"/>
          <p:cNvSpPr txBox="1"/>
          <p:nvPr/>
        </p:nvSpPr>
        <p:spPr>
          <a:xfrm>
            <a:off x="8127872" y="2719273"/>
            <a:ext cx="906144" cy="300355"/>
          </a:xfrm>
          <a:prstGeom prst="rect">
            <a:avLst/>
          </a:prstGeom>
        </p:spPr>
        <p:txBody>
          <a:bodyPr vert="horz" wrap="square" lIns="0" tIns="12700" rIns="0" bIns="0" rtlCol="0">
            <a:spAutoFit/>
          </a:bodyPr>
          <a:lstStyle/>
          <a:p>
            <a:pPr marL="12700">
              <a:lnSpc>
                <a:spcPct val="100000"/>
              </a:lnSpc>
              <a:spcBef>
                <a:spcPts val="100"/>
              </a:spcBef>
            </a:pPr>
            <a:r>
              <a:rPr sz="1800" spc="-125" dirty="0">
                <a:solidFill>
                  <a:srgbClr val="556479"/>
                </a:solidFill>
                <a:latin typeface="Trebuchet MS"/>
                <a:cs typeface="Trebuchet MS"/>
              </a:rPr>
              <a:t>Bicyclette</a:t>
            </a:r>
            <a:endParaRPr sz="1800">
              <a:latin typeface="Trebuchet MS"/>
              <a:cs typeface="Trebuchet MS"/>
            </a:endParaRPr>
          </a:p>
        </p:txBody>
      </p:sp>
      <p:sp>
        <p:nvSpPr>
          <p:cNvPr id="18" name="object 18"/>
          <p:cNvSpPr txBox="1"/>
          <p:nvPr/>
        </p:nvSpPr>
        <p:spPr>
          <a:xfrm>
            <a:off x="242417" y="4372457"/>
            <a:ext cx="1442085" cy="299720"/>
          </a:xfrm>
          <a:prstGeom prst="rect">
            <a:avLst/>
          </a:prstGeom>
        </p:spPr>
        <p:txBody>
          <a:bodyPr vert="horz" wrap="square" lIns="0" tIns="12700" rIns="0" bIns="0" rtlCol="0">
            <a:spAutoFit/>
          </a:bodyPr>
          <a:lstStyle/>
          <a:p>
            <a:pPr marL="12700">
              <a:lnSpc>
                <a:spcPct val="100000"/>
              </a:lnSpc>
              <a:spcBef>
                <a:spcPts val="100"/>
              </a:spcBef>
            </a:pPr>
            <a:r>
              <a:rPr sz="1800" spc="-125" dirty="0">
                <a:solidFill>
                  <a:srgbClr val="556479"/>
                </a:solidFill>
                <a:latin typeface="Trebuchet MS"/>
                <a:cs typeface="Trebuchet MS"/>
              </a:rPr>
              <a:t>Voitur</a:t>
            </a:r>
            <a:r>
              <a:rPr sz="1800" spc="-145" dirty="0">
                <a:solidFill>
                  <a:srgbClr val="556479"/>
                </a:solidFill>
                <a:latin typeface="Trebuchet MS"/>
                <a:cs typeface="Trebuchet MS"/>
              </a:rPr>
              <a:t>e</a:t>
            </a:r>
            <a:r>
              <a:rPr sz="1800" spc="-165" dirty="0">
                <a:solidFill>
                  <a:srgbClr val="556479"/>
                </a:solidFill>
                <a:latin typeface="Trebuchet MS"/>
                <a:cs typeface="Trebuchet MS"/>
              </a:rPr>
              <a:t> </a:t>
            </a:r>
            <a:r>
              <a:rPr sz="1800" spc="-150" dirty="0">
                <a:solidFill>
                  <a:srgbClr val="556479"/>
                </a:solidFill>
                <a:latin typeface="Trebuchet MS"/>
                <a:cs typeface="Trebuchet MS"/>
              </a:rPr>
              <a:t>de</a:t>
            </a:r>
            <a:r>
              <a:rPr sz="1800" spc="-160" dirty="0">
                <a:solidFill>
                  <a:srgbClr val="556479"/>
                </a:solidFill>
                <a:latin typeface="Trebuchet MS"/>
                <a:cs typeface="Trebuchet MS"/>
              </a:rPr>
              <a:t> </a:t>
            </a:r>
            <a:r>
              <a:rPr sz="1800" spc="-100" dirty="0">
                <a:solidFill>
                  <a:srgbClr val="556479"/>
                </a:solidFill>
                <a:latin typeface="Trebuchet MS"/>
                <a:cs typeface="Trebuchet MS"/>
              </a:rPr>
              <a:t>sport</a:t>
            </a:r>
            <a:endParaRPr sz="1800">
              <a:latin typeface="Trebuchet MS"/>
              <a:cs typeface="Trebuchet MS"/>
            </a:endParaRPr>
          </a:p>
        </p:txBody>
      </p:sp>
      <p:sp>
        <p:nvSpPr>
          <p:cNvPr id="19" name="object 19"/>
          <p:cNvSpPr txBox="1"/>
          <p:nvPr/>
        </p:nvSpPr>
        <p:spPr>
          <a:xfrm>
            <a:off x="2347722" y="4354474"/>
            <a:ext cx="1456690" cy="300355"/>
          </a:xfrm>
          <a:prstGeom prst="rect">
            <a:avLst/>
          </a:prstGeom>
        </p:spPr>
        <p:txBody>
          <a:bodyPr vert="horz" wrap="square" lIns="0" tIns="12700" rIns="0" bIns="0" rtlCol="0">
            <a:spAutoFit/>
          </a:bodyPr>
          <a:lstStyle/>
          <a:p>
            <a:pPr marL="12700">
              <a:lnSpc>
                <a:spcPct val="100000"/>
              </a:lnSpc>
              <a:spcBef>
                <a:spcPts val="100"/>
              </a:spcBef>
            </a:pPr>
            <a:r>
              <a:rPr sz="1800" spc="-105" dirty="0">
                <a:solidFill>
                  <a:srgbClr val="556479"/>
                </a:solidFill>
                <a:latin typeface="Trebuchet MS"/>
                <a:cs typeface="Trebuchet MS"/>
              </a:rPr>
              <a:t>v</a:t>
            </a:r>
            <a:r>
              <a:rPr sz="1800" spc="-125" dirty="0">
                <a:solidFill>
                  <a:srgbClr val="556479"/>
                </a:solidFill>
                <a:latin typeface="Trebuchet MS"/>
                <a:cs typeface="Trebuchet MS"/>
              </a:rPr>
              <a:t>oitu</a:t>
            </a:r>
            <a:r>
              <a:rPr sz="1800" spc="-120" dirty="0">
                <a:solidFill>
                  <a:srgbClr val="556479"/>
                </a:solidFill>
                <a:latin typeface="Trebuchet MS"/>
                <a:cs typeface="Trebuchet MS"/>
              </a:rPr>
              <a:t>r</a:t>
            </a:r>
            <a:r>
              <a:rPr sz="1800" spc="-165" dirty="0">
                <a:solidFill>
                  <a:srgbClr val="556479"/>
                </a:solidFill>
                <a:latin typeface="Trebuchet MS"/>
                <a:cs typeface="Trebuchet MS"/>
              </a:rPr>
              <a:t>e </a:t>
            </a:r>
            <a:r>
              <a:rPr sz="1800" spc="-145" dirty="0">
                <a:solidFill>
                  <a:srgbClr val="556479"/>
                </a:solidFill>
                <a:latin typeface="Trebuchet MS"/>
                <a:cs typeface="Trebuchet MS"/>
              </a:rPr>
              <a:t>fam</a:t>
            </a:r>
            <a:r>
              <a:rPr sz="1800" spc="-70" dirty="0">
                <a:solidFill>
                  <a:srgbClr val="556479"/>
                </a:solidFill>
                <a:latin typeface="Trebuchet MS"/>
                <a:cs typeface="Trebuchet MS"/>
              </a:rPr>
              <a:t>i</a:t>
            </a:r>
            <a:r>
              <a:rPr sz="1800" spc="-125" dirty="0">
                <a:solidFill>
                  <a:srgbClr val="556479"/>
                </a:solidFill>
                <a:latin typeface="Trebuchet MS"/>
                <a:cs typeface="Trebuchet MS"/>
              </a:rPr>
              <a:t>liale</a:t>
            </a:r>
            <a:endParaRPr sz="1800">
              <a:latin typeface="Trebuchet MS"/>
              <a:cs typeface="Trebuchet MS"/>
            </a:endParaRPr>
          </a:p>
        </p:txBody>
      </p:sp>
      <p:pic>
        <p:nvPicPr>
          <p:cNvPr id="20" name="object 20"/>
          <p:cNvPicPr/>
          <p:nvPr/>
        </p:nvPicPr>
        <p:blipFill>
          <a:blip r:embed="rId6" cstate="print"/>
          <a:stretch>
            <a:fillRect/>
          </a:stretch>
        </p:blipFill>
        <p:spPr>
          <a:xfrm>
            <a:off x="2738627" y="3666744"/>
            <a:ext cx="720851" cy="719328"/>
          </a:xfrm>
          <a:prstGeom prst="rect">
            <a:avLst/>
          </a:prstGeom>
        </p:spPr>
      </p:pic>
      <p:sp>
        <p:nvSpPr>
          <p:cNvPr id="21" name="Rectangle : coins arrondis 20">
            <a:extLst>
              <a:ext uri="{FF2B5EF4-FFF2-40B4-BE49-F238E27FC236}">
                <a16:creationId xmlns:a16="http://schemas.microsoft.com/office/drawing/2014/main" id="{6D2D20E4-F43A-526B-01A9-93AE0DC3DFC1}"/>
              </a:ext>
            </a:extLst>
          </p:cNvPr>
          <p:cNvSpPr/>
          <p:nvPr/>
        </p:nvSpPr>
        <p:spPr>
          <a:xfrm>
            <a:off x="4009938" y="1082180"/>
            <a:ext cx="1090568" cy="68789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23" name="Connecteur droit 22">
            <a:extLst>
              <a:ext uri="{FF2B5EF4-FFF2-40B4-BE49-F238E27FC236}">
                <a16:creationId xmlns:a16="http://schemas.microsoft.com/office/drawing/2014/main" id="{704D11A2-03FD-7EF7-4735-EDCC308633F3}"/>
              </a:ext>
            </a:extLst>
          </p:cNvPr>
          <p:cNvCxnSpPr>
            <a:cxnSpLocks/>
          </p:cNvCxnSpPr>
          <p:nvPr/>
        </p:nvCxnSpPr>
        <p:spPr>
          <a:xfrm flipH="1">
            <a:off x="4572000" y="1770077"/>
            <a:ext cx="8389" cy="205789"/>
          </a:xfrm>
          <a:prstGeom prst="line">
            <a:avLst/>
          </a:prstGeom>
          <a:ln w="127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7744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 </a:t>
            </a:r>
            <a:r>
              <a:rPr spc="-5" dirty="0">
                <a:solidFill>
                  <a:srgbClr val="ED795B"/>
                </a:solidFill>
              </a:rPr>
              <a:t>orientées</a:t>
            </a:r>
            <a:r>
              <a:rPr spc="20" dirty="0">
                <a:solidFill>
                  <a:srgbClr val="ED795B"/>
                </a:solidFill>
              </a:rPr>
              <a:t> </a:t>
            </a:r>
            <a:r>
              <a:rPr spc="-5" dirty="0">
                <a:solidFill>
                  <a:srgbClr val="ED795B"/>
                </a:solidFill>
              </a:rPr>
              <a:t>objets	</a:t>
            </a:r>
          </a:p>
        </p:txBody>
      </p:sp>
      <p:pic>
        <p:nvPicPr>
          <p:cNvPr id="3" name="object 3"/>
          <p:cNvPicPr/>
          <p:nvPr/>
        </p:nvPicPr>
        <p:blipFill>
          <a:blip r:embed="rId2" cstate="print"/>
          <a:stretch>
            <a:fillRect/>
          </a:stretch>
        </p:blipFill>
        <p:spPr>
          <a:xfrm>
            <a:off x="2069603" y="868702"/>
            <a:ext cx="5740547" cy="3998827"/>
          </a:xfrm>
          <a:prstGeom prst="rect">
            <a:avLst/>
          </a:prstGeom>
        </p:spPr>
      </p:pic>
    </p:spTree>
    <p:extLst>
      <p:ext uri="{BB962C8B-B14F-4D97-AF65-F5344CB8AC3E}">
        <p14:creationId xmlns:p14="http://schemas.microsoft.com/office/powerpoint/2010/main" val="1239193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p:cNvSpPr>
            <a:spLocks noChangeArrowheads="1"/>
          </p:cNvSpPr>
          <p:nvPr/>
        </p:nvSpPr>
        <p:spPr bwMode="auto">
          <a:xfrm>
            <a:off x="2192617" y="1792079"/>
            <a:ext cx="3943350" cy="4572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800" dirty="0">
                <a:effectLst>
                  <a:outerShdw blurRad="38100" dist="38100" dir="2700000" algn="tl">
                    <a:srgbClr val="C0C0C0"/>
                  </a:outerShdw>
                </a:effectLst>
              </a:rPr>
              <a:t>Objet = État + Comportement + Identité </a:t>
            </a:r>
          </a:p>
        </p:txBody>
      </p:sp>
      <p:sp>
        <p:nvSpPr>
          <p:cNvPr id="1053699"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3700" name="Rectangle 4"/>
          <p:cNvSpPr>
            <a:spLocks noGrp="1" noChangeArrowheads="1"/>
          </p:cNvSpPr>
          <p:nvPr>
            <p:ph idx="1"/>
          </p:nvPr>
        </p:nvSpPr>
        <p:spPr>
          <a:xfrm>
            <a:off x="165473" y="1451372"/>
            <a:ext cx="7200900" cy="3245957"/>
          </a:xfrm>
        </p:spPr>
        <p:txBody>
          <a:bodyPr>
            <a:normAutofit/>
          </a:bodyPr>
          <a:lstStyle/>
          <a:p>
            <a:pPr lvl="1"/>
            <a:r>
              <a:rPr lang="fr-FR" altLang="fr-FR" sz="1500" dirty="0">
                <a:effectLst>
                  <a:outerShdw blurRad="38100" dist="38100" dir="2700000" algn="tl">
                    <a:srgbClr val="C0C0C0"/>
                  </a:outerShdw>
                </a:effectLst>
              </a:rPr>
              <a:t>Caractéristique fondamentales d’</a:t>
            </a:r>
            <a:r>
              <a:rPr lang="fr-FR" altLang="ja-JP" sz="1500" dirty="0">
                <a:effectLst>
                  <a:outerShdw blurRad="38100" dist="38100" dir="2700000" algn="tl">
                    <a:srgbClr val="C0C0C0"/>
                  </a:outerShdw>
                </a:effectLst>
              </a:rPr>
              <a:t>un objet (informatique)</a:t>
            </a:r>
          </a:p>
          <a:p>
            <a:pPr lvl="2">
              <a:buFont typeface="Wingdings" panose="05000000000000000000" pitchFamily="2" charset="2"/>
              <a:buNone/>
            </a:pPr>
            <a:endParaRPr lang="fr-FR" altLang="fr-FR" sz="600" dirty="0">
              <a:effectLst>
                <a:outerShdw blurRad="38100" dist="38100" dir="2700000" algn="tl">
                  <a:srgbClr val="C0C0C0"/>
                </a:outerShdw>
              </a:effectLst>
            </a:endParaRPr>
          </a:p>
          <a:p>
            <a:pPr lvl="2">
              <a:buFont typeface="Wingdings" panose="05000000000000000000" pitchFamily="2" charset="2"/>
              <a:buNone/>
            </a:pPr>
            <a:endParaRPr lang="fr-FR" altLang="fr-FR" sz="600" dirty="0">
              <a:effectLst>
                <a:outerShdw blurRad="38100" dist="38100" dir="2700000" algn="tl">
                  <a:srgbClr val="C0C0C0"/>
                </a:outerShdw>
              </a:effectLst>
            </a:endParaRPr>
          </a:p>
          <a:p>
            <a:pPr marL="288036" lvl="2" indent="0">
              <a:buNone/>
            </a:pPr>
            <a:r>
              <a:rPr lang="fr-FR" altLang="fr-FR" sz="2400" b="1" dirty="0">
                <a:solidFill>
                  <a:schemeClr val="accent1"/>
                </a:solidFill>
                <a:effectLst>
                  <a:outerShdw blurRad="38100" dist="38100" dir="2700000" algn="tl">
                    <a:srgbClr val="C0C0C0"/>
                  </a:outerShdw>
                </a:effectLst>
              </a:rPr>
              <a:t>État </a:t>
            </a:r>
          </a:p>
          <a:p>
            <a:pPr lvl="2"/>
            <a:endParaRPr lang="fr-FR" altLang="fr-FR" sz="1500" dirty="0">
              <a:effectLst>
                <a:outerShdw blurRad="38100" dist="38100" dir="2700000" algn="tl">
                  <a:srgbClr val="C0C0C0"/>
                </a:outerShdw>
              </a:effectLst>
            </a:endParaRPr>
          </a:p>
          <a:p>
            <a:pPr lvl="3"/>
            <a:r>
              <a:rPr lang="fr-FR" altLang="fr-FR" sz="1600" dirty="0"/>
              <a:t>Regroupe les valeurs instantanées de tous les attributs d’</a:t>
            </a:r>
            <a:r>
              <a:rPr lang="fr-FR" altLang="ja-JP" sz="1600" dirty="0"/>
              <a:t>un objet :  </a:t>
            </a:r>
          </a:p>
          <a:p>
            <a:pPr lvl="4"/>
            <a:r>
              <a:rPr lang="fr-FR" altLang="fr-FR" sz="1600" dirty="0"/>
              <a:t>Un attribut est une information qui qualifie l’</a:t>
            </a:r>
            <a:r>
              <a:rPr lang="fr-FR" altLang="ja-JP" sz="1600" dirty="0"/>
              <a:t>objet qui le contient</a:t>
            </a:r>
          </a:p>
          <a:p>
            <a:pPr lvl="4"/>
            <a:r>
              <a:rPr lang="fr-FR" altLang="fr-FR" sz="1600" dirty="0"/>
              <a:t>Chaque attribut peut prendre une valeur dans un domaine de définition donné</a:t>
            </a:r>
          </a:p>
          <a:p>
            <a:pPr lvl="3"/>
            <a:r>
              <a:rPr lang="fr-FR" altLang="fr-FR" sz="1600" dirty="0"/>
              <a:t>Exemple : Un objet voiture regroupe les valeurs des attributs couleur, masse et puissance fiscale</a:t>
            </a:r>
          </a:p>
        </p:txBody>
      </p:sp>
      <p:grpSp>
        <p:nvGrpSpPr>
          <p:cNvPr id="2" name="Groupe 1"/>
          <p:cNvGrpSpPr/>
          <p:nvPr/>
        </p:nvGrpSpPr>
        <p:grpSpPr>
          <a:xfrm>
            <a:off x="7510439" y="3108879"/>
            <a:ext cx="1314450" cy="1191815"/>
            <a:chOff x="7510439" y="3108879"/>
            <a:chExt cx="1314450" cy="1191815"/>
          </a:xfrm>
        </p:grpSpPr>
        <p:sp>
          <p:nvSpPr>
            <p:cNvPr id="54276" name="Rectangle 5"/>
            <p:cNvSpPr>
              <a:spLocks noChangeArrowheads="1"/>
            </p:cNvSpPr>
            <p:nvPr/>
          </p:nvSpPr>
          <p:spPr bwMode="auto">
            <a:xfrm>
              <a:off x="7510439" y="3108879"/>
              <a:ext cx="1314450" cy="1191815"/>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54277" name="Text Box 6"/>
            <p:cNvSpPr txBox="1">
              <a:spLocks noChangeArrowheads="1"/>
            </p:cNvSpPr>
            <p:nvPr/>
          </p:nvSpPr>
          <p:spPr bwMode="auto">
            <a:xfrm>
              <a:off x="7782111" y="3108879"/>
              <a:ext cx="82266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Une voiture</a:t>
              </a:r>
            </a:p>
          </p:txBody>
        </p:sp>
        <p:sp>
          <p:nvSpPr>
            <p:cNvPr id="54278" name="Text Box 7"/>
            <p:cNvSpPr txBox="1">
              <a:spLocks noChangeArrowheads="1"/>
            </p:cNvSpPr>
            <p:nvPr/>
          </p:nvSpPr>
          <p:spPr bwMode="auto">
            <a:xfrm>
              <a:off x="7926177" y="3323191"/>
              <a:ext cx="437940" cy="253916"/>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Bleu</a:t>
              </a:r>
            </a:p>
          </p:txBody>
        </p:sp>
        <p:sp>
          <p:nvSpPr>
            <p:cNvPr id="54279" name="Text Box 8"/>
            <p:cNvSpPr txBox="1">
              <a:spLocks noChangeArrowheads="1"/>
            </p:cNvSpPr>
            <p:nvPr/>
          </p:nvSpPr>
          <p:spPr bwMode="auto">
            <a:xfrm>
              <a:off x="7869027" y="3648231"/>
              <a:ext cx="554960" cy="253916"/>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950 kg</a:t>
              </a:r>
            </a:p>
          </p:txBody>
        </p:sp>
        <p:sp>
          <p:nvSpPr>
            <p:cNvPr id="54280" name="Text Box 9"/>
            <p:cNvSpPr txBox="1">
              <a:spLocks noChangeArrowheads="1"/>
            </p:cNvSpPr>
            <p:nvPr/>
          </p:nvSpPr>
          <p:spPr bwMode="auto">
            <a:xfrm>
              <a:off x="7876171" y="3974463"/>
              <a:ext cx="540533" cy="253916"/>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15 CV</a:t>
              </a:r>
            </a:p>
          </p:txBody>
        </p:sp>
      </p:grpSp>
    </p:spTree>
    <p:extLst>
      <p:ext uri="{BB962C8B-B14F-4D97-AF65-F5344CB8AC3E}">
        <p14:creationId xmlns:p14="http://schemas.microsoft.com/office/powerpoint/2010/main" val="2933486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18163" y="499825"/>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3700" name="Rectangle 4"/>
          <p:cNvSpPr>
            <a:spLocks noGrp="1" noChangeArrowheads="1"/>
          </p:cNvSpPr>
          <p:nvPr>
            <p:ph idx="1"/>
          </p:nvPr>
        </p:nvSpPr>
        <p:spPr>
          <a:xfrm>
            <a:off x="149426" y="1403560"/>
            <a:ext cx="7200900" cy="3245957"/>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État </a:t>
            </a:r>
            <a:endParaRPr lang="fr-FR" altLang="fr-FR" sz="1500" dirty="0">
              <a:effectLst>
                <a:outerShdw blurRad="38100" dist="38100" dir="2700000" algn="tl">
                  <a:srgbClr val="C0C0C0"/>
                </a:outerShdw>
              </a:effectLst>
            </a:endParaRPr>
          </a:p>
          <a:p>
            <a:pPr lvl="3"/>
            <a:r>
              <a:rPr lang="fr-FR" altLang="fr-FR" sz="1600" dirty="0"/>
              <a:t>L’état d’un objet à un instant donné, correspond à une sélection de valeurs, parmi toutes les valeurs possibles des différent attributs</a:t>
            </a:r>
          </a:p>
          <a:p>
            <a:pPr lvl="3"/>
            <a:r>
              <a:rPr lang="fr-FR" altLang="fr-FR" sz="1600" dirty="0"/>
              <a:t>L’état évolue au cours du temps,  il est la conséquence de ses comportements passés</a:t>
            </a:r>
          </a:p>
          <a:p>
            <a:pPr lvl="5"/>
            <a:r>
              <a:rPr lang="fr-FR" altLang="fr-FR" sz="1400" dirty="0"/>
              <a:t>Une voiture roule, la quantité de carburant diminue, les pneus s’usent, etc.</a:t>
            </a:r>
          </a:p>
          <a:p>
            <a:pPr lvl="3"/>
            <a:r>
              <a:rPr lang="fr-FR" altLang="fr-FR" sz="1600" dirty="0"/>
              <a:t>Certaines composantes de l’état peuvent être constantes</a:t>
            </a:r>
          </a:p>
          <a:p>
            <a:pPr lvl="5"/>
            <a:r>
              <a:rPr lang="fr-FR" altLang="fr-FR" sz="1400" dirty="0"/>
              <a:t>La marque de la voiture, pays de la construction de la voiture</a:t>
            </a:r>
          </a:p>
          <a:p>
            <a:pPr lvl="3"/>
            <a:endParaRPr lang="fr-FR" altLang="fr-FR" sz="1600" dirty="0"/>
          </a:p>
        </p:txBody>
      </p:sp>
      <p:grpSp>
        <p:nvGrpSpPr>
          <p:cNvPr id="11" name="Group 4"/>
          <p:cNvGrpSpPr>
            <a:grpSpLocks/>
          </p:cNvGrpSpPr>
          <p:nvPr/>
        </p:nvGrpSpPr>
        <p:grpSpPr bwMode="auto">
          <a:xfrm>
            <a:off x="2638379" y="3792267"/>
            <a:ext cx="5943600" cy="857250"/>
            <a:chOff x="960" y="2976"/>
            <a:chExt cx="4992" cy="720"/>
          </a:xfrm>
        </p:grpSpPr>
        <p:sp>
          <p:nvSpPr>
            <p:cNvPr id="12" name="Rectangle 5"/>
            <p:cNvSpPr>
              <a:spLocks noChangeArrowheads="1"/>
            </p:cNvSpPr>
            <p:nvPr/>
          </p:nvSpPr>
          <p:spPr bwMode="auto">
            <a:xfrm>
              <a:off x="4896" y="2976"/>
              <a:ext cx="1056" cy="72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3" name="Text Box 6"/>
            <p:cNvSpPr txBox="1">
              <a:spLocks noChangeArrowheads="1"/>
            </p:cNvSpPr>
            <p:nvPr/>
          </p:nvSpPr>
          <p:spPr bwMode="auto">
            <a:xfrm>
              <a:off x="4994" y="2976"/>
              <a:ext cx="69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Une voiture</a:t>
              </a:r>
            </a:p>
          </p:txBody>
        </p:sp>
        <p:sp>
          <p:nvSpPr>
            <p:cNvPr id="14" name="Text Box 7"/>
            <p:cNvSpPr txBox="1">
              <a:spLocks noChangeArrowheads="1"/>
            </p:cNvSpPr>
            <p:nvPr/>
          </p:nvSpPr>
          <p:spPr bwMode="auto">
            <a:xfrm>
              <a:off x="5174" y="3271"/>
              <a:ext cx="521" cy="213"/>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40 litres</a:t>
              </a:r>
            </a:p>
          </p:txBody>
        </p:sp>
        <p:sp>
          <p:nvSpPr>
            <p:cNvPr id="15" name="Rectangle 8"/>
            <p:cNvSpPr>
              <a:spLocks noChangeArrowheads="1"/>
            </p:cNvSpPr>
            <p:nvPr/>
          </p:nvSpPr>
          <p:spPr bwMode="auto">
            <a:xfrm>
              <a:off x="960" y="2976"/>
              <a:ext cx="1056" cy="72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6" name="Text Box 9"/>
            <p:cNvSpPr txBox="1">
              <a:spLocks noChangeArrowheads="1"/>
            </p:cNvSpPr>
            <p:nvPr/>
          </p:nvSpPr>
          <p:spPr bwMode="auto">
            <a:xfrm>
              <a:off x="1058" y="2976"/>
              <a:ext cx="691"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Une voiture</a:t>
              </a:r>
            </a:p>
          </p:txBody>
        </p:sp>
        <p:sp>
          <p:nvSpPr>
            <p:cNvPr id="17" name="Text Box 10"/>
            <p:cNvSpPr txBox="1">
              <a:spLocks noChangeArrowheads="1"/>
            </p:cNvSpPr>
            <p:nvPr/>
          </p:nvSpPr>
          <p:spPr bwMode="auto">
            <a:xfrm>
              <a:off x="1238" y="3271"/>
              <a:ext cx="521" cy="213"/>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50 litres</a:t>
              </a:r>
            </a:p>
          </p:txBody>
        </p:sp>
        <p:grpSp>
          <p:nvGrpSpPr>
            <p:cNvPr id="18" name="Group 11"/>
            <p:cNvGrpSpPr>
              <a:grpSpLocks/>
            </p:cNvGrpSpPr>
            <p:nvPr/>
          </p:nvGrpSpPr>
          <p:grpSpPr bwMode="auto">
            <a:xfrm>
              <a:off x="2592" y="3007"/>
              <a:ext cx="1573" cy="495"/>
              <a:chOff x="720" y="2232"/>
              <a:chExt cx="432" cy="504"/>
            </a:xfrm>
          </p:grpSpPr>
          <p:sp>
            <p:nvSpPr>
              <p:cNvPr id="24" name="Line 12"/>
              <p:cNvSpPr>
                <a:spLocks noChangeShapeType="1"/>
              </p:cNvSpPr>
              <p:nvPr/>
            </p:nvSpPr>
            <p:spPr bwMode="auto">
              <a:xfrm>
                <a:off x="720" y="2232"/>
                <a:ext cx="0" cy="5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5" name="Line 13"/>
              <p:cNvSpPr>
                <a:spLocks noChangeShapeType="1"/>
              </p:cNvSpPr>
              <p:nvPr/>
            </p:nvSpPr>
            <p:spPr bwMode="auto">
              <a:xfrm>
                <a:off x="720" y="2232"/>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6" name="Line 14"/>
              <p:cNvSpPr>
                <a:spLocks noChangeShapeType="1"/>
              </p:cNvSpPr>
              <p:nvPr/>
            </p:nvSpPr>
            <p:spPr bwMode="auto">
              <a:xfrm>
                <a:off x="1008" y="2232"/>
                <a:ext cx="144"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7" name="Line 15"/>
              <p:cNvSpPr>
                <a:spLocks noChangeShapeType="1"/>
              </p:cNvSpPr>
              <p:nvPr/>
            </p:nvSpPr>
            <p:spPr bwMode="auto">
              <a:xfrm>
                <a:off x="1152" y="2424"/>
                <a:ext cx="0" cy="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8" name="Line 16"/>
              <p:cNvSpPr>
                <a:spLocks noChangeShapeType="1"/>
              </p:cNvSpPr>
              <p:nvPr/>
            </p:nvSpPr>
            <p:spPr bwMode="auto">
              <a:xfrm flipH="1">
                <a:off x="720" y="273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19" name="Line 17"/>
            <p:cNvSpPr>
              <a:spLocks noChangeShapeType="1"/>
            </p:cNvSpPr>
            <p:nvPr/>
          </p:nvSpPr>
          <p:spPr bwMode="auto">
            <a:xfrm>
              <a:off x="3641" y="3007"/>
              <a:ext cx="0" cy="189"/>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cxnSp>
          <p:nvCxnSpPr>
            <p:cNvPr id="20" name="AutoShape 18"/>
            <p:cNvCxnSpPr>
              <a:cxnSpLocks noChangeShapeType="1"/>
              <a:stCxn id="19" idx="1"/>
              <a:endCxn id="27" idx="0"/>
            </p:cNvCxnSpPr>
            <p:nvPr/>
          </p:nvCxnSpPr>
          <p:spPr bwMode="auto">
            <a:xfrm>
              <a:off x="3641" y="3196"/>
              <a:ext cx="52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21" name="Text Box 19"/>
            <p:cNvSpPr txBox="1">
              <a:spLocks noChangeArrowheads="1"/>
            </p:cNvSpPr>
            <p:nvPr/>
          </p:nvSpPr>
          <p:spPr bwMode="auto">
            <a:xfrm>
              <a:off x="2592" y="3279"/>
              <a:ext cx="1489"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Après un parcours de 150 km</a:t>
              </a:r>
            </a:p>
          </p:txBody>
        </p:sp>
        <p:sp>
          <p:nvSpPr>
            <p:cNvPr id="22" name="Line 20"/>
            <p:cNvSpPr>
              <a:spLocks noChangeShapeType="1"/>
            </p:cNvSpPr>
            <p:nvPr/>
          </p:nvSpPr>
          <p:spPr bwMode="auto">
            <a:xfrm>
              <a:off x="4165" y="3336"/>
              <a:ext cx="731" cy="0"/>
            </a:xfrm>
            <a:prstGeom prst="line">
              <a:avLst/>
            </a:prstGeom>
            <a:noFill/>
            <a:ln w="1270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3" name="Line 21"/>
            <p:cNvSpPr>
              <a:spLocks noChangeShapeType="1"/>
            </p:cNvSpPr>
            <p:nvPr/>
          </p:nvSpPr>
          <p:spPr bwMode="auto">
            <a:xfrm>
              <a:off x="2016" y="3336"/>
              <a:ext cx="576" cy="0"/>
            </a:xfrm>
            <a:prstGeom prst="line">
              <a:avLst/>
            </a:prstGeom>
            <a:noFill/>
            <a:ln w="12700">
              <a:solidFill>
                <a:schemeClr val="tx1"/>
              </a:solidFill>
              <a:prstDash val="dashDot"/>
              <a:round/>
              <a:headEnd/>
              <a:tailEnd/>
            </a:ln>
            <a:extLst>
              <a:ext uri="{909E8E84-426E-40DD-AFC4-6F175D3DCCD1}">
                <a14:hiddenFill xmlns:a14="http://schemas.microsoft.com/office/drawing/2010/main">
                  <a:noFill/>
                </a14:hiddenFill>
              </a:ext>
            </a:extLst>
          </p:spPr>
          <p:txBody>
            <a:bodyPr/>
            <a:lstStyle/>
            <a:p>
              <a:endParaRPr lang="fr-FR" sz="1350"/>
            </a:p>
          </p:txBody>
        </p:sp>
      </p:grpSp>
    </p:spTree>
    <p:extLst>
      <p:ext uri="{BB962C8B-B14F-4D97-AF65-F5344CB8AC3E}">
        <p14:creationId xmlns:p14="http://schemas.microsoft.com/office/powerpoint/2010/main" val="1197422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3700" name="Rectangle 4"/>
          <p:cNvSpPr>
            <a:spLocks noGrp="1" noChangeArrowheads="1"/>
          </p:cNvSpPr>
          <p:nvPr>
            <p:ph idx="1"/>
          </p:nvPr>
        </p:nvSpPr>
        <p:spPr>
          <a:xfrm>
            <a:off x="185285" y="1278514"/>
            <a:ext cx="7200900" cy="3245957"/>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Le comportement </a:t>
            </a:r>
            <a:endParaRPr lang="fr-FR" altLang="fr-FR" sz="1500" dirty="0">
              <a:effectLst>
                <a:outerShdw blurRad="38100" dist="38100" dir="2700000" algn="tl">
                  <a:srgbClr val="C0C0C0"/>
                </a:outerShdw>
              </a:effectLst>
            </a:endParaRPr>
          </a:p>
          <a:p>
            <a:pPr lvl="3"/>
            <a:r>
              <a:rPr lang="fr-FR" altLang="fr-FR" sz="1600" dirty="0"/>
              <a:t>Regroupe toutes les compétences d’un objet et décrit les actions et les réactions de cet objet</a:t>
            </a:r>
          </a:p>
          <a:p>
            <a:pPr lvl="3"/>
            <a:r>
              <a:rPr lang="fr-FR" altLang="fr-FR" sz="1600" dirty="0"/>
              <a:t>Chaque atome (partie) de comportement est appelé opération</a:t>
            </a:r>
          </a:p>
          <a:p>
            <a:pPr lvl="5"/>
            <a:r>
              <a:rPr lang="fr-FR" altLang="fr-FR" sz="1400" dirty="0"/>
              <a:t>Les opérations d’un objet sont déclenchées suite à une stimulation externe, représentée sous la forme d’un message envoyé par un autre objet</a:t>
            </a:r>
          </a:p>
          <a:p>
            <a:pPr lvl="5"/>
            <a:r>
              <a:rPr lang="fr-FR" altLang="fr-FR" sz="1400" dirty="0"/>
              <a:t>L’état et le comportement sont liés</a:t>
            </a:r>
          </a:p>
          <a:p>
            <a:pPr lvl="3"/>
            <a:endParaRPr lang="fr-FR" altLang="fr-FR" sz="1600" dirty="0"/>
          </a:p>
        </p:txBody>
      </p:sp>
      <p:grpSp>
        <p:nvGrpSpPr>
          <p:cNvPr id="29" name="Groupe 28"/>
          <p:cNvGrpSpPr/>
          <p:nvPr/>
        </p:nvGrpSpPr>
        <p:grpSpPr>
          <a:xfrm>
            <a:off x="2306965" y="3394635"/>
            <a:ext cx="6615113" cy="1254882"/>
            <a:chOff x="1207294" y="3600450"/>
            <a:chExt cx="6615113" cy="1428750"/>
          </a:xfrm>
        </p:grpSpPr>
        <p:sp>
          <p:nvSpPr>
            <p:cNvPr id="30" name="Rectangle 2"/>
            <p:cNvSpPr>
              <a:spLocks noChangeArrowheads="1"/>
            </p:cNvSpPr>
            <p:nvPr/>
          </p:nvSpPr>
          <p:spPr bwMode="auto">
            <a:xfrm>
              <a:off x="1207294" y="3600450"/>
              <a:ext cx="6615113" cy="1428750"/>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31" name="Rectangle 5"/>
            <p:cNvSpPr>
              <a:spLocks noChangeArrowheads="1"/>
            </p:cNvSpPr>
            <p:nvPr/>
          </p:nvSpPr>
          <p:spPr bwMode="auto">
            <a:xfrm>
              <a:off x="4007644" y="3771900"/>
              <a:ext cx="1143000" cy="4572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u="sng"/>
                <a:t>Un autre objet</a:t>
              </a:r>
            </a:p>
          </p:txBody>
        </p:sp>
        <p:sp>
          <p:nvSpPr>
            <p:cNvPr id="32" name="Rectangle 6"/>
            <p:cNvSpPr>
              <a:spLocks noChangeArrowheads="1"/>
            </p:cNvSpPr>
            <p:nvPr/>
          </p:nvSpPr>
          <p:spPr bwMode="auto">
            <a:xfrm>
              <a:off x="1493044" y="4457700"/>
              <a:ext cx="971550" cy="40005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r>
                <a:rPr lang="fr-FR" altLang="fr-FR" sz="1050" u="sng"/>
                <a:t>Un objet</a:t>
              </a:r>
            </a:p>
          </p:txBody>
        </p:sp>
        <p:sp>
          <p:nvSpPr>
            <p:cNvPr id="33" name="Text Box 7"/>
            <p:cNvSpPr txBox="1">
              <a:spLocks noChangeArrowheads="1"/>
            </p:cNvSpPr>
            <p:nvPr/>
          </p:nvSpPr>
          <p:spPr bwMode="auto">
            <a:xfrm>
              <a:off x="2464594" y="3886200"/>
              <a:ext cx="838691" cy="253916"/>
            </a:xfrm>
            <a:prstGeom prst="rect">
              <a:avLst/>
            </a:prstGeom>
            <a:solidFill>
              <a:srgbClr val="FFCC00"/>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Un message</a:t>
              </a:r>
            </a:p>
          </p:txBody>
        </p:sp>
        <p:sp>
          <p:nvSpPr>
            <p:cNvPr id="34" name="Line 8"/>
            <p:cNvSpPr>
              <a:spLocks noChangeShapeType="1"/>
            </p:cNvSpPr>
            <p:nvPr/>
          </p:nvSpPr>
          <p:spPr bwMode="auto">
            <a:xfrm flipV="1">
              <a:off x="2464594" y="3951685"/>
              <a:ext cx="1543050" cy="734615"/>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nvGrpSpPr>
            <p:cNvPr id="35" name="Group 9"/>
            <p:cNvGrpSpPr>
              <a:grpSpLocks/>
            </p:cNvGrpSpPr>
            <p:nvPr/>
          </p:nvGrpSpPr>
          <p:grpSpPr bwMode="auto">
            <a:xfrm>
              <a:off x="4493419" y="4488656"/>
              <a:ext cx="1314450" cy="395288"/>
              <a:chOff x="720" y="2232"/>
              <a:chExt cx="432" cy="504"/>
            </a:xfrm>
          </p:grpSpPr>
          <p:grpSp>
            <p:nvGrpSpPr>
              <p:cNvPr id="50" name="Group 10"/>
              <p:cNvGrpSpPr>
                <a:grpSpLocks/>
              </p:cNvGrpSpPr>
              <p:nvPr/>
            </p:nvGrpSpPr>
            <p:grpSpPr bwMode="auto">
              <a:xfrm>
                <a:off x="720" y="2232"/>
                <a:ext cx="432" cy="504"/>
                <a:chOff x="720" y="2232"/>
                <a:chExt cx="432" cy="504"/>
              </a:xfrm>
            </p:grpSpPr>
            <p:sp>
              <p:nvSpPr>
                <p:cNvPr id="53" name="Line 11"/>
                <p:cNvSpPr>
                  <a:spLocks noChangeShapeType="1"/>
                </p:cNvSpPr>
                <p:nvPr/>
              </p:nvSpPr>
              <p:spPr bwMode="auto">
                <a:xfrm>
                  <a:off x="720" y="2232"/>
                  <a:ext cx="0" cy="5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54" name="Line 12"/>
                <p:cNvSpPr>
                  <a:spLocks noChangeShapeType="1"/>
                </p:cNvSpPr>
                <p:nvPr/>
              </p:nvSpPr>
              <p:spPr bwMode="auto">
                <a:xfrm>
                  <a:off x="720" y="2232"/>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55" name="Line 13"/>
                <p:cNvSpPr>
                  <a:spLocks noChangeShapeType="1"/>
                </p:cNvSpPr>
                <p:nvPr/>
              </p:nvSpPr>
              <p:spPr bwMode="auto">
                <a:xfrm>
                  <a:off x="1008" y="2232"/>
                  <a:ext cx="144"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56" name="Line 14"/>
                <p:cNvSpPr>
                  <a:spLocks noChangeShapeType="1"/>
                </p:cNvSpPr>
                <p:nvPr/>
              </p:nvSpPr>
              <p:spPr bwMode="auto">
                <a:xfrm>
                  <a:off x="1152" y="2424"/>
                  <a:ext cx="0" cy="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57" name="Line 15"/>
                <p:cNvSpPr>
                  <a:spLocks noChangeShapeType="1"/>
                </p:cNvSpPr>
                <p:nvPr/>
              </p:nvSpPr>
              <p:spPr bwMode="auto">
                <a:xfrm flipH="1">
                  <a:off x="720" y="273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51" name="Line 16"/>
              <p:cNvSpPr>
                <a:spLocks noChangeShapeType="1"/>
              </p:cNvSpPr>
              <p:nvPr/>
            </p:nvSpPr>
            <p:spPr bwMode="auto">
              <a:xfrm>
                <a:off x="1008" y="2232"/>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cxnSp>
            <p:nvCxnSpPr>
              <p:cNvPr id="52" name="AutoShape 17"/>
              <p:cNvCxnSpPr>
                <a:cxnSpLocks noChangeShapeType="1"/>
                <a:stCxn id="51" idx="1"/>
                <a:endCxn id="56" idx="0"/>
              </p:cNvCxnSpPr>
              <p:nvPr/>
            </p:nvCxnSpPr>
            <p:spPr bwMode="auto">
              <a:xfrm>
                <a:off x="1008" y="2424"/>
                <a:ext cx="14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grpSp>
          <p:nvGrpSpPr>
            <p:cNvPr id="36" name="Group 18"/>
            <p:cNvGrpSpPr>
              <a:grpSpLocks/>
            </p:cNvGrpSpPr>
            <p:nvPr/>
          </p:nvGrpSpPr>
          <p:grpSpPr bwMode="auto">
            <a:xfrm>
              <a:off x="6122194" y="4488656"/>
              <a:ext cx="1314450" cy="395288"/>
              <a:chOff x="720" y="2232"/>
              <a:chExt cx="432" cy="504"/>
            </a:xfrm>
          </p:grpSpPr>
          <p:grpSp>
            <p:nvGrpSpPr>
              <p:cNvPr id="42" name="Group 19"/>
              <p:cNvGrpSpPr>
                <a:grpSpLocks/>
              </p:cNvGrpSpPr>
              <p:nvPr/>
            </p:nvGrpSpPr>
            <p:grpSpPr bwMode="auto">
              <a:xfrm>
                <a:off x="720" y="2232"/>
                <a:ext cx="432" cy="504"/>
                <a:chOff x="720" y="2232"/>
                <a:chExt cx="432" cy="504"/>
              </a:xfrm>
            </p:grpSpPr>
            <p:sp>
              <p:nvSpPr>
                <p:cNvPr id="45" name="Line 20"/>
                <p:cNvSpPr>
                  <a:spLocks noChangeShapeType="1"/>
                </p:cNvSpPr>
                <p:nvPr/>
              </p:nvSpPr>
              <p:spPr bwMode="auto">
                <a:xfrm>
                  <a:off x="720" y="2232"/>
                  <a:ext cx="0" cy="50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46" name="Line 21"/>
                <p:cNvSpPr>
                  <a:spLocks noChangeShapeType="1"/>
                </p:cNvSpPr>
                <p:nvPr/>
              </p:nvSpPr>
              <p:spPr bwMode="auto">
                <a:xfrm>
                  <a:off x="720" y="2232"/>
                  <a:ext cx="28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47" name="Line 22"/>
                <p:cNvSpPr>
                  <a:spLocks noChangeShapeType="1"/>
                </p:cNvSpPr>
                <p:nvPr/>
              </p:nvSpPr>
              <p:spPr bwMode="auto">
                <a:xfrm>
                  <a:off x="1008" y="2232"/>
                  <a:ext cx="144"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48" name="Line 23"/>
                <p:cNvSpPr>
                  <a:spLocks noChangeShapeType="1"/>
                </p:cNvSpPr>
                <p:nvPr/>
              </p:nvSpPr>
              <p:spPr bwMode="auto">
                <a:xfrm>
                  <a:off x="1152" y="2424"/>
                  <a:ext cx="0" cy="31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49" name="Line 24"/>
                <p:cNvSpPr>
                  <a:spLocks noChangeShapeType="1"/>
                </p:cNvSpPr>
                <p:nvPr/>
              </p:nvSpPr>
              <p:spPr bwMode="auto">
                <a:xfrm flipH="1">
                  <a:off x="720" y="2736"/>
                  <a:ext cx="43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grpSp>
          <p:sp>
            <p:nvSpPr>
              <p:cNvPr id="43" name="Line 25"/>
              <p:cNvSpPr>
                <a:spLocks noChangeShapeType="1"/>
              </p:cNvSpPr>
              <p:nvPr/>
            </p:nvSpPr>
            <p:spPr bwMode="auto">
              <a:xfrm>
                <a:off x="1008" y="2232"/>
                <a:ext cx="0" cy="19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cxnSp>
            <p:nvCxnSpPr>
              <p:cNvPr id="44" name="AutoShape 26"/>
              <p:cNvCxnSpPr>
                <a:cxnSpLocks noChangeShapeType="1"/>
                <a:stCxn id="43" idx="1"/>
                <a:endCxn id="48" idx="0"/>
              </p:cNvCxnSpPr>
              <p:nvPr/>
            </p:nvCxnSpPr>
            <p:spPr bwMode="auto">
              <a:xfrm>
                <a:off x="1008" y="2424"/>
                <a:ext cx="144" cy="0"/>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grpSp>
        <p:sp>
          <p:nvSpPr>
            <p:cNvPr id="37" name="Line 27"/>
            <p:cNvSpPr>
              <a:spLocks noChangeShapeType="1"/>
            </p:cNvSpPr>
            <p:nvPr/>
          </p:nvSpPr>
          <p:spPr bwMode="auto">
            <a:xfrm>
              <a:off x="4693444" y="4229101"/>
              <a:ext cx="171450" cy="259556"/>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38" name="Line 28"/>
            <p:cNvSpPr>
              <a:spLocks noChangeShapeType="1"/>
            </p:cNvSpPr>
            <p:nvPr/>
          </p:nvSpPr>
          <p:spPr bwMode="auto">
            <a:xfrm>
              <a:off x="5150644" y="3951685"/>
              <a:ext cx="1428750" cy="536972"/>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39" name="Text Box 29"/>
            <p:cNvSpPr txBox="1">
              <a:spLocks noChangeArrowheads="1"/>
            </p:cNvSpPr>
            <p:nvPr/>
          </p:nvSpPr>
          <p:spPr bwMode="auto">
            <a:xfrm>
              <a:off x="4493419" y="4488656"/>
              <a:ext cx="82266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Opération 2</a:t>
              </a:r>
            </a:p>
            <a:p>
              <a:r>
                <a:rPr lang="fr-FR" altLang="fr-FR" sz="1050"/>
                <a:t>{…}</a:t>
              </a:r>
            </a:p>
          </p:txBody>
        </p:sp>
        <p:sp>
          <p:nvSpPr>
            <p:cNvPr id="40" name="Text Box 30"/>
            <p:cNvSpPr txBox="1">
              <a:spLocks noChangeArrowheads="1"/>
            </p:cNvSpPr>
            <p:nvPr/>
          </p:nvSpPr>
          <p:spPr bwMode="auto">
            <a:xfrm>
              <a:off x="6193632" y="4457700"/>
              <a:ext cx="82266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Opération 1</a:t>
              </a:r>
            </a:p>
            <a:p>
              <a:r>
                <a:rPr lang="fr-FR" altLang="fr-FR" sz="1050"/>
                <a:t>{…}</a:t>
              </a:r>
            </a:p>
          </p:txBody>
        </p:sp>
        <p:sp>
          <p:nvSpPr>
            <p:cNvPr id="41" name="Line 31"/>
            <p:cNvSpPr>
              <a:spLocks noChangeShapeType="1"/>
            </p:cNvSpPr>
            <p:nvPr/>
          </p:nvSpPr>
          <p:spPr bwMode="auto">
            <a:xfrm flipV="1">
              <a:off x="2750344" y="4229100"/>
              <a:ext cx="502444" cy="228600"/>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fr-FR" sz="1350"/>
            </a:p>
          </p:txBody>
        </p:sp>
      </p:grpSp>
    </p:spTree>
    <p:extLst>
      <p:ext uri="{BB962C8B-B14F-4D97-AF65-F5344CB8AC3E}">
        <p14:creationId xmlns:p14="http://schemas.microsoft.com/office/powerpoint/2010/main" val="31226506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3700" name="Rectangle 4"/>
          <p:cNvSpPr>
            <a:spLocks noGrp="1" noChangeArrowheads="1"/>
          </p:cNvSpPr>
          <p:nvPr>
            <p:ph idx="1"/>
          </p:nvPr>
        </p:nvSpPr>
        <p:spPr>
          <a:xfrm>
            <a:off x="185285" y="1278514"/>
            <a:ext cx="7200900" cy="3245957"/>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Le comportement </a:t>
            </a:r>
            <a:endParaRPr lang="fr-FR" altLang="fr-FR" sz="1500" dirty="0">
              <a:effectLst>
                <a:outerShdw blurRad="38100" dist="38100" dir="2700000" algn="tl">
                  <a:srgbClr val="C0C0C0"/>
                </a:outerShdw>
              </a:effectLst>
            </a:endParaRPr>
          </a:p>
          <a:p>
            <a:pPr lvl="3"/>
            <a:r>
              <a:rPr lang="fr-FR" altLang="fr-FR" sz="1600" dirty="0"/>
              <a:t>Le comportement à un instant donné dépend de l’état courant et l’état peut être modifié par le comportement</a:t>
            </a:r>
          </a:p>
          <a:p>
            <a:pPr lvl="4"/>
            <a:r>
              <a:rPr lang="fr-FR" altLang="fr-FR" sz="1400" dirty="0"/>
              <a:t>Exemple : il n’est pas possible de faire atterrir un avion que s’il est en train de voler: le comportement Atterrir n’est valide que si l’information En vol est valide</a:t>
            </a:r>
          </a:p>
          <a:p>
            <a:pPr lvl="4"/>
            <a:r>
              <a:rPr lang="fr-FR" altLang="fr-FR" sz="1400" dirty="0"/>
              <a:t>Après l’atterrissage, l’information En vol devient invalide et l’opération Atterrir n’ plus de sens</a:t>
            </a:r>
          </a:p>
          <a:p>
            <a:pPr lvl="3"/>
            <a:endParaRPr lang="fr-FR" altLang="fr-FR" sz="1600" dirty="0"/>
          </a:p>
        </p:txBody>
      </p:sp>
      <p:grpSp>
        <p:nvGrpSpPr>
          <p:cNvPr id="59" name="Groupe 58"/>
          <p:cNvGrpSpPr/>
          <p:nvPr/>
        </p:nvGrpSpPr>
        <p:grpSpPr>
          <a:xfrm>
            <a:off x="2651849" y="3421996"/>
            <a:ext cx="6330553" cy="1212370"/>
            <a:chOff x="1348979" y="3690937"/>
            <a:chExt cx="6330553" cy="1212370"/>
          </a:xfrm>
        </p:grpSpPr>
        <p:sp>
          <p:nvSpPr>
            <p:cNvPr id="60" name="Rectangle 2"/>
            <p:cNvSpPr>
              <a:spLocks noChangeArrowheads="1"/>
            </p:cNvSpPr>
            <p:nvPr/>
          </p:nvSpPr>
          <p:spPr bwMode="auto">
            <a:xfrm>
              <a:off x="1348979" y="3690937"/>
              <a:ext cx="6330553" cy="1187054"/>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sp>
          <p:nvSpPr>
            <p:cNvPr id="61" name="Rectangle 5"/>
            <p:cNvSpPr>
              <a:spLocks noChangeArrowheads="1"/>
            </p:cNvSpPr>
            <p:nvPr/>
          </p:nvSpPr>
          <p:spPr bwMode="auto">
            <a:xfrm>
              <a:off x="1521619" y="4527947"/>
              <a:ext cx="1543050" cy="284559"/>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u="sng"/>
            </a:p>
          </p:txBody>
        </p:sp>
        <p:sp>
          <p:nvSpPr>
            <p:cNvPr id="62" name="Rectangle 6"/>
            <p:cNvSpPr>
              <a:spLocks noChangeArrowheads="1"/>
            </p:cNvSpPr>
            <p:nvPr/>
          </p:nvSpPr>
          <p:spPr bwMode="auto">
            <a:xfrm>
              <a:off x="3864769" y="3831432"/>
              <a:ext cx="1371600" cy="54530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63" name="Rectangle 7"/>
            <p:cNvSpPr>
              <a:spLocks noChangeArrowheads="1"/>
            </p:cNvSpPr>
            <p:nvPr/>
          </p:nvSpPr>
          <p:spPr bwMode="auto">
            <a:xfrm>
              <a:off x="5865019" y="4148138"/>
              <a:ext cx="1600200" cy="68580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u="sng"/>
            </a:p>
          </p:txBody>
        </p:sp>
        <p:sp>
          <p:nvSpPr>
            <p:cNvPr id="64" name="Text Box 8"/>
            <p:cNvSpPr txBox="1">
              <a:spLocks noChangeArrowheads="1"/>
            </p:cNvSpPr>
            <p:nvPr/>
          </p:nvSpPr>
          <p:spPr bwMode="auto">
            <a:xfrm>
              <a:off x="1738312" y="4527947"/>
              <a:ext cx="1149674"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 Tour de contrôle</a:t>
              </a:r>
            </a:p>
          </p:txBody>
        </p:sp>
        <p:sp>
          <p:nvSpPr>
            <p:cNvPr id="65" name="Text Box 9"/>
            <p:cNvSpPr txBox="1">
              <a:spLocks noChangeArrowheads="1"/>
            </p:cNvSpPr>
            <p:nvPr/>
          </p:nvSpPr>
          <p:spPr bwMode="auto">
            <a:xfrm>
              <a:off x="4152900" y="3831431"/>
              <a:ext cx="5918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 Avion</a:t>
              </a:r>
            </a:p>
          </p:txBody>
        </p:sp>
        <p:sp>
          <p:nvSpPr>
            <p:cNvPr id="66" name="Text Box 10"/>
            <p:cNvSpPr txBox="1">
              <a:spLocks noChangeArrowheads="1"/>
            </p:cNvSpPr>
            <p:nvPr/>
          </p:nvSpPr>
          <p:spPr bwMode="auto">
            <a:xfrm>
              <a:off x="6267450" y="4156472"/>
              <a:ext cx="591829"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 Avion</a:t>
              </a:r>
            </a:p>
          </p:txBody>
        </p:sp>
        <p:sp>
          <p:nvSpPr>
            <p:cNvPr id="67" name="Text Box 11"/>
            <p:cNvSpPr txBox="1">
              <a:spLocks noChangeArrowheads="1"/>
            </p:cNvSpPr>
            <p:nvPr/>
          </p:nvSpPr>
          <p:spPr bwMode="auto">
            <a:xfrm>
              <a:off x="6275785" y="4432697"/>
              <a:ext cx="574196" cy="253916"/>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Au sol</a:t>
              </a:r>
              <a:r>
                <a:rPr lang="fr-FR" altLang="fr-FR" sz="1050"/>
                <a:t> </a:t>
              </a:r>
            </a:p>
          </p:txBody>
        </p:sp>
        <p:sp>
          <p:nvSpPr>
            <p:cNvPr id="68" name="Text Box 12"/>
            <p:cNvSpPr txBox="1">
              <a:spLocks noChangeArrowheads="1"/>
            </p:cNvSpPr>
            <p:nvPr/>
          </p:nvSpPr>
          <p:spPr bwMode="auto">
            <a:xfrm>
              <a:off x="4195762" y="4060031"/>
              <a:ext cx="538930" cy="253916"/>
            </a:xfrm>
            <a:prstGeom prst="rect">
              <a:avLst/>
            </a:prstGeom>
            <a:solidFill>
              <a:srgbClr val="00CCFF"/>
            </a:solidFill>
            <a:ln w="12700">
              <a:solidFill>
                <a:schemeClr val="tx1"/>
              </a:solidFill>
              <a:miter lim="800000"/>
              <a:headEnd/>
              <a:tailEnd/>
            </a:ln>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En vol</a:t>
              </a:r>
            </a:p>
          </p:txBody>
        </p:sp>
        <p:sp>
          <p:nvSpPr>
            <p:cNvPr id="69" name="Line 13"/>
            <p:cNvSpPr>
              <a:spLocks noChangeShapeType="1"/>
            </p:cNvSpPr>
            <p:nvPr/>
          </p:nvSpPr>
          <p:spPr bwMode="auto">
            <a:xfrm flipV="1">
              <a:off x="3064669" y="3985022"/>
              <a:ext cx="800100" cy="6858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70" name="Line 14"/>
            <p:cNvSpPr>
              <a:spLocks noChangeShapeType="1"/>
            </p:cNvSpPr>
            <p:nvPr/>
          </p:nvSpPr>
          <p:spPr bwMode="auto">
            <a:xfrm>
              <a:off x="3064669" y="4670822"/>
              <a:ext cx="28003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71" name="Line 15"/>
            <p:cNvSpPr>
              <a:spLocks noChangeShapeType="1"/>
            </p:cNvSpPr>
            <p:nvPr/>
          </p:nvSpPr>
          <p:spPr bwMode="auto">
            <a:xfrm>
              <a:off x="3693319" y="4833938"/>
              <a:ext cx="1001316" cy="0"/>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sz="1350"/>
            </a:p>
          </p:txBody>
        </p:sp>
        <p:sp>
          <p:nvSpPr>
            <p:cNvPr id="72" name="Line 16"/>
            <p:cNvSpPr>
              <a:spLocks noChangeShapeType="1"/>
            </p:cNvSpPr>
            <p:nvPr/>
          </p:nvSpPr>
          <p:spPr bwMode="auto">
            <a:xfrm flipV="1">
              <a:off x="3064669" y="3927873"/>
              <a:ext cx="628650" cy="448865"/>
            </a:xfrm>
            <a:prstGeom prst="line">
              <a:avLst/>
            </a:prstGeom>
            <a:noFill/>
            <a:ln w="12700">
              <a:solidFill>
                <a:schemeClr val="tx1"/>
              </a:solidFill>
              <a:round/>
              <a:headEnd/>
              <a:tailEnd type="stealth" w="lg" len="lg"/>
            </a:ln>
            <a:extLst>
              <a:ext uri="{909E8E84-426E-40DD-AFC4-6F175D3DCCD1}">
                <a14:hiddenFill xmlns:a14="http://schemas.microsoft.com/office/drawing/2010/main">
                  <a:noFill/>
                </a14:hiddenFill>
              </a:ext>
            </a:extLst>
          </p:spPr>
          <p:txBody>
            <a:bodyPr/>
            <a:lstStyle/>
            <a:p>
              <a:endParaRPr lang="fr-FR" sz="1350"/>
            </a:p>
          </p:txBody>
        </p:sp>
        <p:sp>
          <p:nvSpPr>
            <p:cNvPr id="73" name="Text Box 17"/>
            <p:cNvSpPr txBox="1">
              <a:spLocks noChangeArrowheads="1"/>
            </p:cNvSpPr>
            <p:nvPr/>
          </p:nvSpPr>
          <p:spPr bwMode="auto">
            <a:xfrm>
              <a:off x="2765822" y="4060031"/>
              <a:ext cx="587020"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Atterrir</a:t>
              </a:r>
            </a:p>
          </p:txBody>
        </p:sp>
        <p:sp>
          <p:nvSpPr>
            <p:cNvPr id="74" name="Text Box 18"/>
            <p:cNvSpPr txBox="1">
              <a:spLocks noChangeArrowheads="1"/>
            </p:cNvSpPr>
            <p:nvPr/>
          </p:nvSpPr>
          <p:spPr bwMode="auto">
            <a:xfrm>
              <a:off x="3795713" y="4649391"/>
              <a:ext cx="64633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Décoller</a:t>
              </a:r>
            </a:p>
          </p:txBody>
        </p:sp>
      </p:grpSp>
    </p:spTree>
    <p:extLst>
      <p:ext uri="{BB962C8B-B14F-4D97-AF65-F5344CB8AC3E}">
        <p14:creationId xmlns:p14="http://schemas.microsoft.com/office/powerpoint/2010/main" val="12852167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3700" name="Rectangle 4"/>
          <p:cNvSpPr>
            <a:spLocks noGrp="1" noChangeArrowheads="1"/>
          </p:cNvSpPr>
          <p:nvPr>
            <p:ph idx="1"/>
          </p:nvPr>
        </p:nvSpPr>
        <p:spPr>
          <a:xfrm>
            <a:off x="215167" y="1380114"/>
            <a:ext cx="8331186" cy="3245957"/>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L’identité</a:t>
            </a:r>
          </a:p>
          <a:p>
            <a:pPr lvl="3"/>
            <a:r>
              <a:rPr lang="fr-FR" altLang="fr-FR" sz="1600" dirty="0"/>
              <a:t>Chaque objet possède une identité qui caractérise son existence propre</a:t>
            </a:r>
          </a:p>
          <a:p>
            <a:pPr lvl="3"/>
            <a:r>
              <a:rPr lang="fr-FR" altLang="fr-FR" sz="1600" dirty="0"/>
              <a:t>L’identité permet de distinguer tout objet de façon non ambiguë, indépendamment de son état</a:t>
            </a:r>
          </a:p>
          <a:p>
            <a:pPr lvl="3"/>
            <a:r>
              <a:rPr lang="fr-FR" altLang="fr-FR" sz="1600" dirty="0"/>
              <a:t>Permet de distinguer deux objets dont toutes les valeurs d’attributs sont identiques</a:t>
            </a:r>
          </a:p>
          <a:p>
            <a:pPr lvl="5"/>
            <a:r>
              <a:rPr lang="fr-FR" altLang="fr-FR" sz="1400" dirty="0"/>
              <a:t>Deux pommes de la même couleur, du même poids et de la même taille sont deux objets distincts. </a:t>
            </a:r>
          </a:p>
          <a:p>
            <a:pPr lvl="5"/>
            <a:r>
              <a:rPr lang="fr-FR" altLang="fr-FR" sz="1400" dirty="0"/>
              <a:t>Deux véhicules de la même marque, de la même série et ayant exactement les mêmes options sont aussi deux objets distincts. </a:t>
            </a:r>
          </a:p>
          <a:p>
            <a:pPr lvl="3"/>
            <a:endParaRPr lang="fr-FR" altLang="fr-FR" sz="1600" dirty="0"/>
          </a:p>
        </p:txBody>
      </p:sp>
    </p:spTree>
    <p:extLst>
      <p:ext uri="{BB962C8B-B14F-4D97-AF65-F5344CB8AC3E}">
        <p14:creationId xmlns:p14="http://schemas.microsoft.com/office/powerpoint/2010/main" val="41870841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699"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3700" name="Rectangle 4"/>
          <p:cNvSpPr>
            <a:spLocks noGrp="1" noChangeArrowheads="1"/>
          </p:cNvSpPr>
          <p:nvPr>
            <p:ph idx="1"/>
          </p:nvPr>
        </p:nvSpPr>
        <p:spPr>
          <a:xfrm>
            <a:off x="215167" y="1380114"/>
            <a:ext cx="8331186" cy="3245957"/>
          </a:xfrm>
        </p:spPr>
        <p:txBody>
          <a:bodyPr>
            <a:normAutofit/>
          </a:bodyPr>
          <a:lstStyle/>
          <a:p>
            <a:pPr marL="288036" lvl="2" indent="0">
              <a:buNone/>
            </a:pPr>
            <a:r>
              <a:rPr lang="fr-FR" altLang="fr-FR" sz="2400" b="1" dirty="0">
                <a:solidFill>
                  <a:schemeClr val="accent1"/>
                </a:solidFill>
                <a:effectLst>
                  <a:outerShdw blurRad="38100" dist="38100" dir="2700000" algn="tl">
                    <a:srgbClr val="C0C0C0"/>
                  </a:outerShdw>
                </a:effectLst>
              </a:rPr>
              <a:t>L’identité</a:t>
            </a:r>
          </a:p>
          <a:p>
            <a:pPr lvl="3"/>
            <a:r>
              <a:rPr lang="fr-FR" altLang="fr-FR" sz="1600" dirty="0"/>
              <a:t>L’identité est un concept, elle ne se représente pas de manière spécifique en modélisation. chaque objet possède une identité de manière implicite</a:t>
            </a:r>
          </a:p>
          <a:p>
            <a:pPr lvl="3"/>
            <a:r>
              <a:rPr lang="fr-FR" altLang="fr-FR" sz="1600" dirty="0"/>
              <a:t>En phase de réalisation, l’identité est souvent construite à partir d’un identifiant issu naturellement du domaine du problème.</a:t>
            </a:r>
          </a:p>
          <a:p>
            <a:pPr lvl="5"/>
            <a:r>
              <a:rPr lang="fr-FR" altLang="fr-FR" sz="1400" dirty="0"/>
              <a:t>Nos voitures possèdent toutes un numéro d’immatriculation, nos téléphones un numéro d’appel et nous-mêmes sommes identifiés par nos numéros de sécurité social</a:t>
            </a:r>
          </a:p>
          <a:p>
            <a:pPr lvl="3"/>
            <a:endParaRPr lang="fr-FR" altLang="fr-FR" sz="1600" dirty="0"/>
          </a:p>
        </p:txBody>
      </p:sp>
    </p:spTree>
    <p:extLst>
      <p:ext uri="{BB962C8B-B14F-4D97-AF65-F5344CB8AC3E}">
        <p14:creationId xmlns:p14="http://schemas.microsoft.com/office/powerpoint/2010/main" val="35586267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Objet</a:t>
            </a:r>
          </a:p>
        </p:txBody>
      </p:sp>
      <p:sp>
        <p:nvSpPr>
          <p:cNvPr id="1059843" name="Rectangle 3"/>
          <p:cNvSpPr>
            <a:spLocks noGrp="1" noChangeArrowheads="1"/>
          </p:cNvSpPr>
          <p:nvPr>
            <p:ph idx="1"/>
          </p:nvPr>
        </p:nvSpPr>
        <p:spPr>
          <a:xfrm>
            <a:off x="155358" y="1392536"/>
            <a:ext cx="5749230" cy="3600450"/>
          </a:xfrm>
        </p:spPr>
        <p:txBody>
          <a:bodyPr>
            <a:normAutofit/>
          </a:bodyPr>
          <a:lstStyle/>
          <a:p>
            <a:pPr lvl="1">
              <a:lnSpc>
                <a:spcPct val="90000"/>
              </a:lnSpc>
            </a:pPr>
            <a:r>
              <a:rPr lang="fr-FR" altLang="fr-FR" dirty="0">
                <a:effectLst>
                  <a:outerShdw blurRad="38100" dist="38100" dir="2700000" algn="tl">
                    <a:srgbClr val="C0C0C0"/>
                  </a:outerShdw>
                </a:effectLst>
              </a:rPr>
              <a:t>Communication entre objets : le concept de message</a:t>
            </a:r>
          </a:p>
          <a:p>
            <a:pPr lvl="2">
              <a:lnSpc>
                <a:spcPct val="90000"/>
              </a:lnSpc>
            </a:pPr>
            <a:r>
              <a:rPr lang="fr-FR" altLang="fr-FR" sz="1350" dirty="0">
                <a:effectLst>
                  <a:outerShdw blurRad="38100" dist="38100" dir="2700000" algn="tl">
                    <a:srgbClr val="C0C0C0"/>
                  </a:outerShdw>
                </a:effectLst>
              </a:rPr>
              <a:t>Les systèmes informatiques à objets peuvent être vus comme des sociétés d’</a:t>
            </a:r>
            <a:r>
              <a:rPr lang="fr-FR" altLang="ja-JP" sz="1350" dirty="0">
                <a:effectLst>
                  <a:outerShdw blurRad="38100" dist="38100" dir="2700000" algn="tl">
                    <a:srgbClr val="C0C0C0"/>
                  </a:outerShdw>
                </a:effectLst>
              </a:rPr>
              <a:t>objets qui travaillent en synergie afin de réaliser les fonctions de l’application</a:t>
            </a:r>
            <a:endParaRPr lang="fr-FR" altLang="fr-FR" sz="600" dirty="0">
              <a:effectLst>
                <a:outerShdw blurRad="38100" dist="38100" dir="2700000" algn="tl">
                  <a:srgbClr val="C0C0C0"/>
                </a:outerShdw>
              </a:effectLst>
            </a:endParaRPr>
          </a:p>
          <a:p>
            <a:pPr lvl="2">
              <a:lnSpc>
                <a:spcPct val="90000"/>
              </a:lnSpc>
            </a:pPr>
            <a:r>
              <a:rPr lang="fr-FR" altLang="fr-FR" sz="1350" dirty="0">
                <a:effectLst>
                  <a:outerShdw blurRad="38100" dist="38100" dir="2700000" algn="tl">
                    <a:srgbClr val="C0C0C0"/>
                  </a:outerShdw>
                </a:effectLst>
              </a:rPr>
              <a:t>Le comportement global d‘</a:t>
            </a:r>
            <a:r>
              <a:rPr lang="fr-FR" altLang="ja-JP" sz="1350" dirty="0">
                <a:effectLst>
                  <a:outerShdw blurRad="38100" dist="38100" dir="2700000" algn="tl">
                    <a:srgbClr val="C0C0C0"/>
                  </a:outerShdw>
                </a:effectLst>
              </a:rPr>
              <a:t>une application repose sur la communication entre les objets qui la composent</a:t>
            </a:r>
            <a:endParaRPr lang="fr-FR" altLang="fr-FR" sz="600" dirty="0">
              <a:effectLst>
                <a:outerShdw blurRad="38100" dist="38100" dir="2700000" algn="tl">
                  <a:srgbClr val="C0C0C0"/>
                </a:outerShdw>
              </a:effectLst>
            </a:endParaRPr>
          </a:p>
          <a:p>
            <a:pPr lvl="2">
              <a:lnSpc>
                <a:spcPct val="90000"/>
              </a:lnSpc>
            </a:pPr>
            <a:r>
              <a:rPr lang="fr-FR" altLang="fr-FR" sz="1350" dirty="0">
                <a:effectLst>
                  <a:outerShdw blurRad="38100" dist="38100" dir="2700000" algn="tl">
                    <a:srgbClr val="C0C0C0"/>
                  </a:outerShdw>
                </a:effectLst>
              </a:rPr>
              <a:t>L’</a:t>
            </a:r>
            <a:r>
              <a:rPr lang="fr-FR" altLang="ja-JP" sz="1350" dirty="0">
                <a:effectLst>
                  <a:outerShdw blurRad="38100" dist="38100" dir="2700000" algn="tl">
                    <a:srgbClr val="C0C0C0"/>
                  </a:outerShdw>
                </a:effectLst>
              </a:rPr>
              <a:t>unité de communication entre objets s‘appelle message</a:t>
            </a:r>
            <a:endParaRPr lang="fr-FR" altLang="fr-FR" sz="600" dirty="0">
              <a:effectLst>
                <a:outerShdw blurRad="38100" dist="38100" dir="2700000" algn="tl">
                  <a:srgbClr val="C0C0C0"/>
                </a:outerShdw>
              </a:effectLst>
            </a:endParaRPr>
          </a:p>
          <a:p>
            <a:pPr lvl="2">
              <a:lnSpc>
                <a:spcPct val="90000"/>
              </a:lnSpc>
            </a:pPr>
            <a:r>
              <a:rPr lang="fr-FR" altLang="fr-FR" sz="1350" dirty="0">
                <a:effectLst>
                  <a:outerShdw blurRad="38100" dist="38100" dir="2700000" algn="tl">
                    <a:srgbClr val="C0C0C0"/>
                  </a:outerShdw>
                </a:effectLst>
              </a:rPr>
              <a:t>Il existe cinq catégories principales de messages</a:t>
            </a:r>
          </a:p>
          <a:p>
            <a:pPr lvl="3">
              <a:lnSpc>
                <a:spcPct val="90000"/>
              </a:lnSpc>
            </a:pPr>
            <a:r>
              <a:rPr lang="fr-FR" altLang="fr-FR" sz="1350" dirty="0"/>
              <a:t>Les constructeurs qui créent des objets,</a:t>
            </a:r>
          </a:p>
          <a:p>
            <a:pPr lvl="3">
              <a:lnSpc>
                <a:spcPct val="90000"/>
              </a:lnSpc>
            </a:pPr>
            <a:r>
              <a:rPr lang="fr-FR" altLang="fr-FR" sz="1350" dirty="0"/>
              <a:t>Les destructeurs qui détruisent des objets,</a:t>
            </a:r>
          </a:p>
          <a:p>
            <a:pPr lvl="3">
              <a:lnSpc>
                <a:spcPct val="90000"/>
              </a:lnSpc>
            </a:pPr>
            <a:r>
              <a:rPr lang="fr-FR" altLang="fr-FR" sz="1350" dirty="0"/>
              <a:t>Les sélecteurs qui renvoient tout ou partie de l’</a:t>
            </a:r>
            <a:r>
              <a:rPr lang="fr-FR" altLang="ja-JP" sz="1350" dirty="0"/>
              <a:t>état de l’objet,</a:t>
            </a:r>
          </a:p>
          <a:p>
            <a:pPr lvl="3">
              <a:lnSpc>
                <a:spcPct val="90000"/>
              </a:lnSpc>
            </a:pPr>
            <a:r>
              <a:rPr lang="fr-FR" altLang="fr-FR" sz="1350" dirty="0"/>
              <a:t>Les modificateurs qui changent tout ou partie de l’</a:t>
            </a:r>
            <a:r>
              <a:rPr lang="fr-FR" altLang="ja-JP" sz="1350" dirty="0"/>
              <a:t>état d’un objet</a:t>
            </a:r>
          </a:p>
          <a:p>
            <a:pPr lvl="3">
              <a:lnSpc>
                <a:spcPct val="90000"/>
              </a:lnSpc>
            </a:pPr>
            <a:r>
              <a:rPr lang="fr-FR" altLang="fr-FR" sz="1350" dirty="0"/>
              <a:t>Les </a:t>
            </a:r>
            <a:r>
              <a:rPr lang="fr-FR" altLang="fr-FR" sz="1350" dirty="0" err="1"/>
              <a:t>itérateurs</a:t>
            </a:r>
            <a:r>
              <a:rPr lang="fr-FR" altLang="fr-FR" sz="1350" dirty="0"/>
              <a:t> qui visitent l’</a:t>
            </a:r>
            <a:r>
              <a:rPr lang="fr-FR" altLang="ja-JP" sz="1350" dirty="0"/>
              <a:t>état d’un objet ou le contenu d’une structure de données qui contient plusieurs objets.</a:t>
            </a:r>
            <a:endParaRPr lang="fr-FR" altLang="fr-FR" sz="1350" dirty="0"/>
          </a:p>
        </p:txBody>
      </p:sp>
      <p:grpSp>
        <p:nvGrpSpPr>
          <p:cNvPr id="66563" name="Group 4"/>
          <p:cNvGrpSpPr>
            <a:grpSpLocks/>
          </p:cNvGrpSpPr>
          <p:nvPr/>
        </p:nvGrpSpPr>
        <p:grpSpPr bwMode="auto">
          <a:xfrm>
            <a:off x="6168629" y="1419225"/>
            <a:ext cx="2057400" cy="3038475"/>
            <a:chOff x="73" y="1392"/>
            <a:chExt cx="2135" cy="2784"/>
          </a:xfrm>
        </p:grpSpPr>
        <p:sp>
          <p:nvSpPr>
            <p:cNvPr id="66564" name="Rectangle 5"/>
            <p:cNvSpPr>
              <a:spLocks noChangeArrowheads="1"/>
            </p:cNvSpPr>
            <p:nvPr/>
          </p:nvSpPr>
          <p:spPr bwMode="auto">
            <a:xfrm>
              <a:off x="73" y="1392"/>
              <a:ext cx="2135" cy="2784"/>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grpSp>
          <p:nvGrpSpPr>
            <p:cNvPr id="66565" name="Group 6"/>
            <p:cNvGrpSpPr>
              <a:grpSpLocks/>
            </p:cNvGrpSpPr>
            <p:nvPr/>
          </p:nvGrpSpPr>
          <p:grpSpPr bwMode="auto">
            <a:xfrm>
              <a:off x="144" y="1584"/>
              <a:ext cx="768" cy="336"/>
              <a:chOff x="144" y="1584"/>
              <a:chExt cx="768" cy="336"/>
            </a:xfrm>
          </p:grpSpPr>
          <p:sp>
            <p:nvSpPr>
              <p:cNvPr id="66590" name="Rectangle 7"/>
              <p:cNvSpPr>
                <a:spLocks noChangeArrowheads="1"/>
              </p:cNvSpPr>
              <p:nvPr/>
            </p:nvSpPr>
            <p:spPr bwMode="auto">
              <a:xfrm>
                <a:off x="144" y="1584"/>
                <a:ext cx="768" cy="33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66591" name="Text Box 8"/>
              <p:cNvSpPr txBox="1">
                <a:spLocks noChangeArrowheads="1"/>
              </p:cNvSpPr>
              <p:nvPr/>
            </p:nvSpPr>
            <p:spPr bwMode="auto">
              <a:xfrm>
                <a:off x="205" y="1619"/>
                <a:ext cx="641" cy="233"/>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dirty="0"/>
                  <a:t>Objet_1</a:t>
                </a:r>
              </a:p>
            </p:txBody>
          </p:sp>
        </p:grpSp>
        <p:grpSp>
          <p:nvGrpSpPr>
            <p:cNvPr id="66566" name="Group 9"/>
            <p:cNvGrpSpPr>
              <a:grpSpLocks/>
            </p:cNvGrpSpPr>
            <p:nvPr/>
          </p:nvGrpSpPr>
          <p:grpSpPr bwMode="auto">
            <a:xfrm>
              <a:off x="771" y="2208"/>
              <a:ext cx="768" cy="336"/>
              <a:chOff x="144" y="1584"/>
              <a:chExt cx="768" cy="336"/>
            </a:xfrm>
          </p:grpSpPr>
          <p:sp>
            <p:nvSpPr>
              <p:cNvPr id="66588" name="Rectangle 10"/>
              <p:cNvSpPr>
                <a:spLocks noChangeArrowheads="1"/>
              </p:cNvSpPr>
              <p:nvPr/>
            </p:nvSpPr>
            <p:spPr bwMode="auto">
              <a:xfrm>
                <a:off x="144" y="1584"/>
                <a:ext cx="768" cy="33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66589" name="Text Box 11"/>
              <p:cNvSpPr txBox="1">
                <a:spLocks noChangeArrowheads="1"/>
              </p:cNvSpPr>
              <p:nvPr/>
            </p:nvSpPr>
            <p:spPr bwMode="auto">
              <a:xfrm>
                <a:off x="191" y="1626"/>
                <a:ext cx="641" cy="233"/>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dirty="0"/>
                  <a:t>Objet_2</a:t>
                </a:r>
              </a:p>
            </p:txBody>
          </p:sp>
        </p:grpSp>
        <p:grpSp>
          <p:nvGrpSpPr>
            <p:cNvPr id="66567" name="Group 12"/>
            <p:cNvGrpSpPr>
              <a:grpSpLocks/>
            </p:cNvGrpSpPr>
            <p:nvPr/>
          </p:nvGrpSpPr>
          <p:grpSpPr bwMode="auto">
            <a:xfrm>
              <a:off x="96" y="3072"/>
              <a:ext cx="768" cy="336"/>
              <a:chOff x="144" y="1584"/>
              <a:chExt cx="768" cy="336"/>
            </a:xfrm>
          </p:grpSpPr>
          <p:sp>
            <p:nvSpPr>
              <p:cNvPr id="66586" name="Rectangle 13"/>
              <p:cNvSpPr>
                <a:spLocks noChangeArrowheads="1"/>
              </p:cNvSpPr>
              <p:nvPr/>
            </p:nvSpPr>
            <p:spPr bwMode="auto">
              <a:xfrm>
                <a:off x="144" y="1584"/>
                <a:ext cx="768" cy="33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66587" name="Text Box 14"/>
              <p:cNvSpPr txBox="1">
                <a:spLocks noChangeArrowheads="1"/>
              </p:cNvSpPr>
              <p:nvPr/>
            </p:nvSpPr>
            <p:spPr bwMode="auto">
              <a:xfrm>
                <a:off x="222" y="1619"/>
                <a:ext cx="641" cy="233"/>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dirty="0"/>
                  <a:t>Objet_3</a:t>
                </a:r>
              </a:p>
            </p:txBody>
          </p:sp>
        </p:grpSp>
        <p:grpSp>
          <p:nvGrpSpPr>
            <p:cNvPr id="66568" name="Group 15"/>
            <p:cNvGrpSpPr>
              <a:grpSpLocks/>
            </p:cNvGrpSpPr>
            <p:nvPr/>
          </p:nvGrpSpPr>
          <p:grpSpPr bwMode="auto">
            <a:xfrm>
              <a:off x="1248" y="3072"/>
              <a:ext cx="768" cy="336"/>
              <a:chOff x="144" y="1584"/>
              <a:chExt cx="768" cy="336"/>
            </a:xfrm>
          </p:grpSpPr>
          <p:sp>
            <p:nvSpPr>
              <p:cNvPr id="66584" name="Rectangle 16"/>
              <p:cNvSpPr>
                <a:spLocks noChangeArrowheads="1"/>
              </p:cNvSpPr>
              <p:nvPr/>
            </p:nvSpPr>
            <p:spPr bwMode="auto">
              <a:xfrm>
                <a:off x="144" y="1584"/>
                <a:ext cx="768" cy="33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66585" name="Text Box 17"/>
              <p:cNvSpPr txBox="1">
                <a:spLocks noChangeArrowheads="1"/>
              </p:cNvSpPr>
              <p:nvPr/>
            </p:nvSpPr>
            <p:spPr bwMode="auto">
              <a:xfrm>
                <a:off x="204" y="1626"/>
                <a:ext cx="641" cy="233"/>
              </a:xfrm>
              <a:prstGeom prst="rect">
                <a:avLst/>
              </a:prstGeom>
              <a:solidFill>
                <a:srgbClr val="FFFFCC"/>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u="sng"/>
                  <a:t>Objet_4</a:t>
                </a:r>
              </a:p>
            </p:txBody>
          </p:sp>
        </p:grpSp>
        <p:cxnSp>
          <p:nvCxnSpPr>
            <p:cNvPr id="66569" name="AutoShape 18"/>
            <p:cNvCxnSpPr>
              <a:cxnSpLocks noChangeShapeType="1"/>
              <a:stCxn id="66586" idx="2"/>
              <a:endCxn id="66584" idx="2"/>
            </p:cNvCxnSpPr>
            <p:nvPr/>
          </p:nvCxnSpPr>
          <p:spPr bwMode="auto">
            <a:xfrm rot="16200000" flipH="1">
              <a:off x="1055" y="2833"/>
              <a:ext cx="1" cy="1152"/>
            </a:xfrm>
            <a:prstGeom prst="bentConnector3">
              <a:avLst>
                <a:gd name="adj1" fmla="val 14400005"/>
              </a:avLst>
            </a:prstGeom>
            <a:noFill/>
            <a:ln w="12700">
              <a:solidFill>
                <a:schemeClr val="tx1"/>
              </a:solidFill>
              <a:miter lim="800000"/>
              <a:headEnd/>
              <a:tailEnd/>
            </a:ln>
            <a:extLst>
              <a:ext uri="{909E8E84-426E-40DD-AFC4-6F175D3DCCD1}">
                <a14:hiddenFill xmlns:a14="http://schemas.microsoft.com/office/drawing/2010/main">
                  <a:noFill/>
                </a14:hiddenFill>
              </a:ext>
            </a:extLst>
          </p:spPr>
        </p:cxnSp>
        <p:cxnSp>
          <p:nvCxnSpPr>
            <p:cNvPr id="66570" name="AutoShape 19"/>
            <p:cNvCxnSpPr>
              <a:cxnSpLocks noChangeShapeType="1"/>
              <a:stCxn id="66590" idx="2"/>
              <a:endCxn id="66588" idx="1"/>
            </p:cNvCxnSpPr>
            <p:nvPr/>
          </p:nvCxnSpPr>
          <p:spPr bwMode="auto">
            <a:xfrm>
              <a:off x="528" y="1920"/>
              <a:ext cx="243" cy="456"/>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66571" name="Freeform 20"/>
            <p:cNvSpPr>
              <a:spLocks/>
            </p:cNvSpPr>
            <p:nvPr/>
          </p:nvSpPr>
          <p:spPr bwMode="auto">
            <a:xfrm>
              <a:off x="1008" y="1816"/>
              <a:ext cx="432" cy="392"/>
            </a:xfrm>
            <a:custGeom>
              <a:avLst/>
              <a:gdLst>
                <a:gd name="T0" fmla="*/ 0 w 432"/>
                <a:gd name="T1" fmla="*/ 392 h 392"/>
                <a:gd name="T2" fmla="*/ 96 w 432"/>
                <a:gd name="T3" fmla="*/ 56 h 392"/>
                <a:gd name="T4" fmla="*/ 288 w 432"/>
                <a:gd name="T5" fmla="*/ 56 h 392"/>
                <a:gd name="T6" fmla="*/ 432 w 432"/>
                <a:gd name="T7" fmla="*/ 392 h 392"/>
                <a:gd name="T8" fmla="*/ 0 60000 65536"/>
                <a:gd name="T9" fmla="*/ 0 60000 65536"/>
                <a:gd name="T10" fmla="*/ 0 60000 65536"/>
                <a:gd name="T11" fmla="*/ 0 60000 65536"/>
                <a:gd name="T12" fmla="*/ 0 w 432"/>
                <a:gd name="T13" fmla="*/ 0 h 392"/>
                <a:gd name="T14" fmla="*/ 432 w 432"/>
                <a:gd name="T15" fmla="*/ 392 h 392"/>
              </a:gdLst>
              <a:ahLst/>
              <a:cxnLst>
                <a:cxn ang="T8">
                  <a:pos x="T0" y="T1"/>
                </a:cxn>
                <a:cxn ang="T9">
                  <a:pos x="T2" y="T3"/>
                </a:cxn>
                <a:cxn ang="T10">
                  <a:pos x="T4" y="T5"/>
                </a:cxn>
                <a:cxn ang="T11">
                  <a:pos x="T6" y="T7"/>
                </a:cxn>
              </a:cxnLst>
              <a:rect l="T12" t="T13" r="T14" b="T15"/>
              <a:pathLst>
                <a:path w="432" h="392">
                  <a:moveTo>
                    <a:pt x="0" y="392"/>
                  </a:moveTo>
                  <a:cubicBezTo>
                    <a:pt x="24" y="252"/>
                    <a:pt x="48" y="112"/>
                    <a:pt x="96" y="56"/>
                  </a:cubicBezTo>
                  <a:cubicBezTo>
                    <a:pt x="144" y="0"/>
                    <a:pt x="232" y="0"/>
                    <a:pt x="288" y="56"/>
                  </a:cubicBezTo>
                  <a:cubicBezTo>
                    <a:pt x="344" y="112"/>
                    <a:pt x="388" y="252"/>
                    <a:pt x="432" y="392"/>
                  </a:cubicBezTo>
                </a:path>
              </a:pathLst>
            </a:cu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fr-FR" sz="1350"/>
            </a:p>
          </p:txBody>
        </p:sp>
        <p:cxnSp>
          <p:nvCxnSpPr>
            <p:cNvPr id="66572" name="AutoShape 21"/>
            <p:cNvCxnSpPr>
              <a:cxnSpLocks noChangeShapeType="1"/>
              <a:stCxn id="66588" idx="2"/>
              <a:endCxn id="66587" idx="0"/>
            </p:cNvCxnSpPr>
            <p:nvPr/>
          </p:nvCxnSpPr>
          <p:spPr bwMode="auto">
            <a:xfrm flipH="1">
              <a:off x="482" y="2544"/>
              <a:ext cx="673" cy="52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cxnSp>
          <p:nvCxnSpPr>
            <p:cNvPr id="66573" name="AutoShape 22"/>
            <p:cNvCxnSpPr>
              <a:cxnSpLocks noChangeShapeType="1"/>
              <a:stCxn id="66588" idx="2"/>
              <a:endCxn id="66585" idx="0"/>
            </p:cNvCxnSpPr>
            <p:nvPr/>
          </p:nvCxnSpPr>
          <p:spPr bwMode="auto">
            <a:xfrm>
              <a:off x="1155" y="2544"/>
              <a:ext cx="479" cy="528"/>
            </a:xfrm>
            <a:prstGeom prst="straightConnector1">
              <a:avLst/>
            </a:prstGeom>
            <a:noFill/>
            <a:ln w="12700">
              <a:solidFill>
                <a:schemeClr val="tx1"/>
              </a:solidFill>
              <a:round/>
              <a:headEnd/>
              <a:tailEnd/>
            </a:ln>
            <a:extLst>
              <a:ext uri="{909E8E84-426E-40DD-AFC4-6F175D3DCCD1}">
                <a14:hiddenFill xmlns:a14="http://schemas.microsoft.com/office/drawing/2010/main">
                  <a:noFill/>
                </a14:hiddenFill>
              </a:ext>
            </a:extLst>
          </p:spPr>
        </p:cxnSp>
        <p:sp>
          <p:nvSpPr>
            <p:cNvPr id="66574" name="Text Box 23"/>
            <p:cNvSpPr txBox="1">
              <a:spLocks noChangeArrowheads="1"/>
            </p:cNvSpPr>
            <p:nvPr/>
          </p:nvSpPr>
          <p:spPr bwMode="auto">
            <a:xfrm>
              <a:off x="73" y="2239"/>
              <a:ext cx="8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Message A </a:t>
              </a:r>
            </a:p>
          </p:txBody>
        </p:sp>
        <p:sp>
          <p:nvSpPr>
            <p:cNvPr id="66575" name="Text Box 24"/>
            <p:cNvSpPr txBox="1">
              <a:spLocks noChangeArrowheads="1"/>
            </p:cNvSpPr>
            <p:nvPr/>
          </p:nvSpPr>
          <p:spPr bwMode="auto">
            <a:xfrm>
              <a:off x="1008" y="1624"/>
              <a:ext cx="8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Message B </a:t>
              </a:r>
            </a:p>
          </p:txBody>
        </p:sp>
        <p:sp>
          <p:nvSpPr>
            <p:cNvPr id="66576" name="Text Box 25"/>
            <p:cNvSpPr txBox="1">
              <a:spLocks noChangeArrowheads="1"/>
            </p:cNvSpPr>
            <p:nvPr/>
          </p:nvSpPr>
          <p:spPr bwMode="auto">
            <a:xfrm>
              <a:off x="96" y="2688"/>
              <a:ext cx="84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Message C </a:t>
              </a:r>
            </a:p>
          </p:txBody>
        </p:sp>
        <p:sp>
          <p:nvSpPr>
            <p:cNvPr id="66577" name="Text Box 26"/>
            <p:cNvSpPr txBox="1">
              <a:spLocks noChangeArrowheads="1"/>
            </p:cNvSpPr>
            <p:nvPr/>
          </p:nvSpPr>
          <p:spPr bwMode="auto">
            <a:xfrm>
              <a:off x="1116" y="2784"/>
              <a:ext cx="835"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Message E </a:t>
              </a:r>
            </a:p>
          </p:txBody>
        </p:sp>
        <p:sp>
          <p:nvSpPr>
            <p:cNvPr id="66578" name="Text Box 27"/>
            <p:cNvSpPr txBox="1">
              <a:spLocks noChangeArrowheads="1"/>
            </p:cNvSpPr>
            <p:nvPr/>
          </p:nvSpPr>
          <p:spPr bwMode="auto">
            <a:xfrm>
              <a:off x="720" y="3744"/>
              <a:ext cx="85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Message D </a:t>
              </a:r>
            </a:p>
          </p:txBody>
        </p:sp>
        <p:sp>
          <p:nvSpPr>
            <p:cNvPr id="66579" name="Line 28"/>
            <p:cNvSpPr>
              <a:spLocks noChangeShapeType="1"/>
            </p:cNvSpPr>
            <p:nvPr/>
          </p:nvSpPr>
          <p:spPr bwMode="auto">
            <a:xfrm>
              <a:off x="480" y="1920"/>
              <a:ext cx="240" cy="456"/>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sz="1350"/>
            </a:p>
          </p:txBody>
        </p:sp>
        <p:sp>
          <p:nvSpPr>
            <p:cNvPr id="66580" name="Line 29"/>
            <p:cNvSpPr>
              <a:spLocks noChangeShapeType="1"/>
            </p:cNvSpPr>
            <p:nvPr/>
          </p:nvSpPr>
          <p:spPr bwMode="auto">
            <a:xfrm>
              <a:off x="1008" y="1624"/>
              <a:ext cx="531"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sz="1350"/>
            </a:p>
          </p:txBody>
        </p:sp>
        <p:sp>
          <p:nvSpPr>
            <p:cNvPr id="66581" name="Line 30"/>
            <p:cNvSpPr>
              <a:spLocks noChangeShapeType="1"/>
            </p:cNvSpPr>
            <p:nvPr/>
          </p:nvSpPr>
          <p:spPr bwMode="auto">
            <a:xfrm flipH="1">
              <a:off x="480" y="2688"/>
              <a:ext cx="291" cy="288"/>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sz="1350"/>
            </a:p>
          </p:txBody>
        </p:sp>
        <p:sp>
          <p:nvSpPr>
            <p:cNvPr id="66582" name="Line 31"/>
            <p:cNvSpPr>
              <a:spLocks noChangeShapeType="1"/>
            </p:cNvSpPr>
            <p:nvPr/>
          </p:nvSpPr>
          <p:spPr bwMode="auto">
            <a:xfrm>
              <a:off x="720" y="3744"/>
              <a:ext cx="720" cy="0"/>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sz="1350"/>
            </a:p>
          </p:txBody>
        </p:sp>
        <p:sp>
          <p:nvSpPr>
            <p:cNvPr id="66583" name="Line 32"/>
            <p:cNvSpPr>
              <a:spLocks noChangeShapeType="1"/>
            </p:cNvSpPr>
            <p:nvPr/>
          </p:nvSpPr>
          <p:spPr bwMode="auto">
            <a:xfrm flipH="1" flipV="1">
              <a:off x="1632" y="2544"/>
              <a:ext cx="240" cy="336"/>
            </a:xfrm>
            <a:prstGeom prst="line">
              <a:avLst/>
            </a:prstGeom>
            <a:noFill/>
            <a:ln w="127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fr-FR" sz="1350"/>
            </a:p>
          </p:txBody>
        </p:sp>
      </p:grpSp>
    </p:spTree>
    <p:extLst>
      <p:ext uri="{BB962C8B-B14F-4D97-AF65-F5344CB8AC3E}">
        <p14:creationId xmlns:p14="http://schemas.microsoft.com/office/powerpoint/2010/main" val="5113539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Classe</a:t>
            </a:r>
          </a:p>
        </p:txBody>
      </p:sp>
      <p:sp>
        <p:nvSpPr>
          <p:cNvPr id="1060867" name="Rectangle 3"/>
          <p:cNvSpPr>
            <a:spLocks noGrp="1" noChangeArrowheads="1"/>
          </p:cNvSpPr>
          <p:nvPr>
            <p:ph idx="1"/>
          </p:nvPr>
        </p:nvSpPr>
        <p:spPr>
          <a:xfrm>
            <a:off x="472141" y="1541929"/>
            <a:ext cx="7623362" cy="3259044"/>
          </a:xfrm>
        </p:spPr>
        <p:txBody>
          <a:bodyPr>
            <a:normAutofit fontScale="92500"/>
          </a:bodyPr>
          <a:lstStyle/>
          <a:p>
            <a:pPr lvl="1">
              <a:lnSpc>
                <a:spcPct val="90000"/>
              </a:lnSpc>
            </a:pPr>
            <a:r>
              <a:rPr lang="fr-FR" altLang="fr-FR" sz="1500" dirty="0">
                <a:effectLst>
                  <a:outerShdw blurRad="38100" dist="38100" dir="2700000" algn="tl">
                    <a:srgbClr val="C0C0C0"/>
                  </a:outerShdw>
                </a:effectLst>
              </a:rPr>
              <a:t>Définition </a:t>
            </a:r>
          </a:p>
          <a:p>
            <a:pPr lvl="2">
              <a:lnSpc>
                <a:spcPct val="90000"/>
              </a:lnSpc>
            </a:pPr>
            <a:r>
              <a:rPr lang="fr-FR" altLang="fr-FR" sz="1500" dirty="0">
                <a:effectLst>
                  <a:outerShdw blurRad="38100" dist="38100" dir="2700000" algn="tl">
                    <a:srgbClr val="C0C0C0"/>
                  </a:outerShdw>
                </a:effectLst>
              </a:rPr>
              <a:t>Une classe décrit une abstraction d’</a:t>
            </a:r>
            <a:r>
              <a:rPr lang="fr-FR" altLang="ja-JP" sz="1500" dirty="0">
                <a:effectLst>
                  <a:outerShdw blurRad="38100" dist="38100" dir="2700000" algn="tl">
                    <a:srgbClr val="C0C0C0"/>
                  </a:outerShdw>
                </a:effectLst>
              </a:rPr>
              <a:t>objets ayant</a:t>
            </a:r>
          </a:p>
          <a:p>
            <a:pPr lvl="3">
              <a:lnSpc>
                <a:spcPct val="90000"/>
              </a:lnSpc>
            </a:pPr>
            <a:r>
              <a:rPr lang="fr-FR" altLang="fr-FR" sz="1350" dirty="0"/>
              <a:t>Des propriétés similaires</a:t>
            </a:r>
          </a:p>
          <a:p>
            <a:pPr lvl="3">
              <a:lnSpc>
                <a:spcPct val="90000"/>
              </a:lnSpc>
            </a:pPr>
            <a:r>
              <a:rPr lang="fr-FR" altLang="fr-FR" sz="1350" dirty="0"/>
              <a:t>Un comportement commun</a:t>
            </a:r>
          </a:p>
          <a:p>
            <a:pPr lvl="3">
              <a:lnSpc>
                <a:spcPct val="90000"/>
              </a:lnSpc>
            </a:pPr>
            <a:r>
              <a:rPr lang="fr-FR" altLang="fr-FR" sz="1350" dirty="0"/>
              <a:t>Des relations identiques avec les autres objets</a:t>
            </a:r>
          </a:p>
          <a:p>
            <a:pPr lvl="3">
              <a:lnSpc>
                <a:spcPct val="90000"/>
              </a:lnSpc>
            </a:pPr>
            <a:r>
              <a:rPr lang="fr-FR" altLang="fr-FR" sz="1350" dirty="0"/>
              <a:t>Une sémantique commune</a:t>
            </a:r>
          </a:p>
          <a:p>
            <a:pPr lvl="3">
              <a:lnSpc>
                <a:spcPct val="90000"/>
              </a:lnSpc>
              <a:buFontTx/>
              <a:buNone/>
            </a:pPr>
            <a:endParaRPr lang="fr-FR" altLang="fr-FR" sz="600" dirty="0"/>
          </a:p>
          <a:p>
            <a:pPr lvl="2">
              <a:lnSpc>
                <a:spcPct val="90000"/>
              </a:lnSpc>
            </a:pPr>
            <a:r>
              <a:rPr lang="fr-FR" altLang="fr-FR" sz="1500" dirty="0">
                <a:effectLst>
                  <a:outerShdw blurRad="38100" dist="38100" dir="2700000" algn="tl">
                    <a:srgbClr val="C0C0C0"/>
                  </a:outerShdw>
                </a:effectLst>
              </a:rPr>
              <a:t>Par exemple Fichier est la classe de tous les fichiers</a:t>
            </a:r>
            <a:endParaRPr lang="fr-FR" altLang="fr-FR" sz="600" dirty="0">
              <a:effectLst>
                <a:outerShdw blurRad="38100" dist="38100" dir="2700000" algn="tl">
                  <a:srgbClr val="C0C0C0"/>
                </a:outerShdw>
              </a:effectLst>
            </a:endParaRPr>
          </a:p>
          <a:p>
            <a:pPr lvl="2">
              <a:lnSpc>
                <a:spcPct val="90000"/>
              </a:lnSpc>
            </a:pPr>
            <a:r>
              <a:rPr lang="fr-FR" altLang="fr-FR" sz="1500" dirty="0">
                <a:effectLst>
                  <a:outerShdw blurRad="38100" dist="38100" dir="2700000" algn="tl">
                    <a:srgbClr val="C0C0C0"/>
                  </a:outerShdw>
                </a:effectLst>
              </a:rPr>
              <a:t>Une classe a trois fonctions: </a:t>
            </a:r>
          </a:p>
          <a:p>
            <a:pPr lvl="3">
              <a:lnSpc>
                <a:spcPct val="90000"/>
              </a:lnSpc>
            </a:pPr>
            <a:r>
              <a:rPr lang="fr-FR" altLang="fr-FR" sz="1350" dirty="0"/>
              <a:t>Sert de ‘patron’ (</a:t>
            </a:r>
            <a:r>
              <a:rPr lang="fr-FR" altLang="fr-FR" sz="1350" i="1" dirty="0" err="1"/>
              <a:t>template</a:t>
            </a:r>
            <a:r>
              <a:rPr lang="fr-FR" altLang="fr-FR" sz="1350" dirty="0"/>
              <a:t>) à objets : elle définit la structure générale des objets qu'elle crée en indiquant quelles sont les </a:t>
            </a:r>
            <a:r>
              <a:rPr lang="fr-FR" altLang="fr-FR" sz="1350" i="1" dirty="0"/>
              <a:t>variables d'instance</a:t>
            </a:r>
            <a:r>
              <a:rPr lang="fr-FR" altLang="fr-FR" sz="1350" dirty="0"/>
              <a:t> ; </a:t>
            </a:r>
            <a:endParaRPr lang="fr-FR" altLang="fr-FR" sz="600" dirty="0"/>
          </a:p>
          <a:p>
            <a:pPr lvl="3">
              <a:lnSpc>
                <a:spcPct val="90000"/>
              </a:lnSpc>
            </a:pPr>
            <a:r>
              <a:rPr lang="fr-FR" altLang="fr-FR" sz="1350" dirty="0"/>
              <a:t> Sert de ‘conteneur’ d'objets : contient et donc donne l'accès à l'ensemble des objets qu'elle a créés; </a:t>
            </a:r>
            <a:endParaRPr lang="fr-FR" altLang="fr-FR" sz="600" dirty="0"/>
          </a:p>
          <a:p>
            <a:pPr lvl="3">
              <a:lnSpc>
                <a:spcPct val="90000"/>
              </a:lnSpc>
            </a:pPr>
            <a:r>
              <a:rPr lang="fr-FR" altLang="fr-FR" sz="1350" dirty="0"/>
              <a:t>Sert de ‘réceptacle’ des </a:t>
            </a:r>
            <a:r>
              <a:rPr lang="fr-FR" altLang="fr-FR" sz="1350" i="1" dirty="0"/>
              <a:t>méthodes</a:t>
            </a:r>
            <a:r>
              <a:rPr lang="fr-FR" altLang="fr-FR" sz="1350" dirty="0"/>
              <a:t> que ses objets peuvent utiliser puisque tous les objets d'une classe utilisent les mêmes </a:t>
            </a:r>
            <a:r>
              <a:rPr lang="fr-FR" altLang="fr-FR" sz="1350" i="1" dirty="0"/>
              <a:t>méthodes</a:t>
            </a:r>
            <a:r>
              <a:rPr lang="fr-FR" altLang="fr-FR" sz="1350" dirty="0"/>
              <a:t> , il serait inutile de les dupliquer dans ces objets eux-mêmes. </a:t>
            </a:r>
          </a:p>
        </p:txBody>
      </p:sp>
    </p:spTree>
    <p:extLst>
      <p:ext uri="{BB962C8B-B14F-4D97-AF65-F5344CB8AC3E}">
        <p14:creationId xmlns:p14="http://schemas.microsoft.com/office/powerpoint/2010/main" val="8600292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Classe</a:t>
            </a:r>
          </a:p>
        </p:txBody>
      </p:sp>
      <p:sp>
        <p:nvSpPr>
          <p:cNvPr id="1060867" name="Rectangle 3"/>
          <p:cNvSpPr>
            <a:spLocks noGrp="1" noChangeArrowheads="1"/>
          </p:cNvSpPr>
          <p:nvPr>
            <p:ph idx="1"/>
          </p:nvPr>
        </p:nvSpPr>
        <p:spPr>
          <a:xfrm>
            <a:off x="472141" y="1541929"/>
            <a:ext cx="7623362" cy="3259044"/>
          </a:xfrm>
        </p:spPr>
        <p:txBody>
          <a:bodyPr>
            <a:normAutofit/>
          </a:bodyPr>
          <a:lstStyle/>
          <a:p>
            <a:pPr lvl="1"/>
            <a:r>
              <a:rPr lang="fr-FR" altLang="fr-FR" sz="1400" dirty="0">
                <a:effectLst>
                  <a:outerShdw blurRad="38100" dist="38100" dir="2700000" algn="tl">
                    <a:srgbClr val="C0C0C0"/>
                  </a:outerShdw>
                </a:effectLst>
              </a:rPr>
              <a:t>Caractéristiques d’</a:t>
            </a:r>
            <a:r>
              <a:rPr lang="fr-FR" altLang="ja-JP" sz="1400" dirty="0">
                <a:effectLst>
                  <a:outerShdw blurRad="38100" dist="38100" dir="2700000" algn="tl">
                    <a:srgbClr val="C0C0C0"/>
                  </a:outerShdw>
                </a:effectLst>
              </a:rPr>
              <a:t>une classe</a:t>
            </a:r>
          </a:p>
          <a:p>
            <a:pPr lvl="2"/>
            <a:r>
              <a:rPr lang="fr-FR" altLang="fr-FR" sz="1400" dirty="0">
                <a:effectLst>
                  <a:outerShdw blurRad="38100" dist="38100" dir="2700000" algn="tl">
                    <a:srgbClr val="C0C0C0"/>
                  </a:outerShdw>
                </a:effectLst>
              </a:rPr>
              <a:t>Un objet créé par (on dit également appartenant à) une classe sera appelé une </a:t>
            </a:r>
            <a:r>
              <a:rPr lang="fr-FR" altLang="fr-FR" sz="1400" i="1" dirty="0">
                <a:effectLst>
                  <a:outerShdw blurRad="38100" dist="38100" dir="2700000" algn="tl">
                    <a:srgbClr val="C0C0C0"/>
                  </a:outerShdw>
                </a:effectLst>
              </a:rPr>
              <a:t>instance de cette classe</a:t>
            </a:r>
            <a:r>
              <a:rPr lang="fr-FR" altLang="fr-FR" sz="1400" dirty="0">
                <a:effectLst>
                  <a:outerShdw blurRad="38100" dist="38100" dir="2700000" algn="tl">
                    <a:srgbClr val="C0C0C0"/>
                  </a:outerShdw>
                </a:effectLst>
              </a:rPr>
              <a:t> ce qui justifie le terme ‘</a:t>
            </a:r>
            <a:r>
              <a:rPr lang="fr-FR" altLang="fr-FR" sz="1400" i="1" dirty="0">
                <a:effectLst>
                  <a:outerShdw blurRad="38100" dist="38100" dir="2700000" algn="tl">
                    <a:srgbClr val="C0C0C0"/>
                  </a:outerShdw>
                </a:effectLst>
              </a:rPr>
              <a:t>variables d'instances</a:t>
            </a:r>
            <a:r>
              <a:rPr lang="fr-FR" altLang="fr-FR" sz="1400" dirty="0">
                <a:effectLst>
                  <a:outerShdw blurRad="38100" dist="38100" dir="2700000" algn="tl">
                    <a:srgbClr val="C0C0C0"/>
                  </a:outerShdw>
                </a:effectLst>
              </a:rPr>
              <a:t>‘</a:t>
            </a:r>
            <a:endParaRPr lang="fr-FR" altLang="ja-JP" sz="1400" dirty="0">
              <a:effectLst>
                <a:outerShdw blurRad="38100" dist="38100" dir="2700000" algn="tl">
                  <a:srgbClr val="C0C0C0"/>
                </a:outerShdw>
              </a:effectLst>
            </a:endParaRPr>
          </a:p>
          <a:p>
            <a:pPr lvl="2">
              <a:buNone/>
            </a:pPr>
            <a:endParaRPr lang="fr-FR" altLang="fr-FR" sz="500" dirty="0">
              <a:effectLst>
                <a:outerShdw blurRad="38100" dist="38100" dir="2700000" algn="tl">
                  <a:srgbClr val="C0C0C0"/>
                </a:outerShdw>
              </a:effectLst>
            </a:endParaRPr>
          </a:p>
          <a:p>
            <a:pPr lvl="2"/>
            <a:r>
              <a:rPr lang="fr-FR" altLang="fr-FR" sz="1400" dirty="0">
                <a:effectLst>
                  <a:outerShdw blurRad="38100" dist="38100" dir="2700000" algn="tl">
                    <a:srgbClr val="C0C0C0"/>
                  </a:outerShdw>
                </a:effectLst>
              </a:rPr>
              <a:t>les valeurs des </a:t>
            </a:r>
            <a:r>
              <a:rPr lang="fr-FR" altLang="fr-FR" sz="1400" i="1" dirty="0">
                <a:effectLst>
                  <a:outerShdw blurRad="38100" dist="38100" dir="2700000" algn="tl">
                    <a:srgbClr val="C0C0C0"/>
                  </a:outerShdw>
                </a:effectLst>
              </a:rPr>
              <a:t>variables d'instances</a:t>
            </a:r>
            <a:r>
              <a:rPr lang="fr-FR" altLang="fr-FR" sz="1400" dirty="0">
                <a:effectLst>
                  <a:outerShdw blurRad="38100" dist="38100" dir="2700000" algn="tl">
                    <a:srgbClr val="C0C0C0"/>
                  </a:outerShdw>
                </a:effectLst>
              </a:rPr>
              <a:t> sont propres à chacune de ces instances et les caractérisent</a:t>
            </a:r>
          </a:p>
          <a:p>
            <a:pPr lvl="2">
              <a:buNone/>
            </a:pPr>
            <a:endParaRPr lang="fr-FR" altLang="fr-FR" sz="500" dirty="0">
              <a:effectLst>
                <a:outerShdw blurRad="38100" dist="38100" dir="2700000" algn="tl">
                  <a:srgbClr val="C0C0C0"/>
                </a:outerShdw>
              </a:effectLst>
            </a:endParaRPr>
          </a:p>
          <a:p>
            <a:pPr lvl="2"/>
            <a:r>
              <a:rPr lang="fr-FR" altLang="fr-FR" sz="1400" dirty="0">
                <a:effectLst>
                  <a:outerShdw blurRad="38100" dist="38100" dir="2700000" algn="tl">
                    <a:srgbClr val="C0C0C0"/>
                  </a:outerShdw>
                </a:effectLst>
              </a:rPr>
              <a:t>Les généralités sont contenues dans la classe et les particularité sont contenues dans les objets</a:t>
            </a:r>
          </a:p>
          <a:p>
            <a:pPr lvl="2">
              <a:buNone/>
            </a:pPr>
            <a:endParaRPr lang="fr-FR" altLang="fr-FR" sz="500" dirty="0">
              <a:effectLst>
                <a:outerShdw blurRad="38100" dist="38100" dir="2700000" algn="tl">
                  <a:srgbClr val="C0C0C0"/>
                </a:outerShdw>
              </a:effectLst>
            </a:endParaRPr>
          </a:p>
          <a:p>
            <a:pPr lvl="2"/>
            <a:r>
              <a:rPr lang="fr-FR" altLang="fr-FR" sz="1400" dirty="0">
                <a:effectLst>
                  <a:outerShdw blurRad="38100" dist="38100" dir="2700000" algn="tl">
                    <a:srgbClr val="C0C0C0"/>
                  </a:outerShdw>
                </a:effectLst>
              </a:rPr>
              <a:t>Les objets sont construits à partir de la classe, par un processus appelé instanciation : tout objet est une instance de classe</a:t>
            </a:r>
          </a:p>
          <a:p>
            <a:pPr lvl="2">
              <a:buNone/>
            </a:pPr>
            <a:endParaRPr lang="fr-FR" altLang="fr-FR" sz="500" dirty="0">
              <a:effectLst>
                <a:outerShdw blurRad="38100" dist="38100" dir="2700000" algn="tl">
                  <a:srgbClr val="C0C0C0"/>
                </a:outerShdw>
              </a:effectLst>
            </a:endParaRPr>
          </a:p>
          <a:p>
            <a:pPr lvl="2"/>
            <a:r>
              <a:rPr lang="fr-FR" altLang="fr-FR" sz="1400" dirty="0">
                <a:effectLst>
                  <a:outerShdw blurRad="38100" dist="38100" dir="2700000" algn="tl">
                    <a:srgbClr val="C0C0C0"/>
                  </a:outerShdw>
                </a:effectLst>
              </a:rPr>
              <a:t>Nous distinguons deux types de classes</a:t>
            </a:r>
          </a:p>
          <a:p>
            <a:pPr lvl="4"/>
            <a:r>
              <a:rPr lang="fr-FR" altLang="fr-FR" sz="1200" dirty="0"/>
              <a:t>Classe concrète : peut être </a:t>
            </a:r>
            <a:r>
              <a:rPr lang="fr-FR" altLang="fr-FR" sz="1200" dirty="0" err="1"/>
              <a:t>instaciée</a:t>
            </a:r>
            <a:endParaRPr lang="fr-FR" altLang="fr-FR" sz="1200" dirty="0"/>
          </a:p>
          <a:p>
            <a:pPr lvl="4"/>
            <a:r>
              <a:rPr lang="fr-FR" altLang="fr-FR" sz="1200" dirty="0"/>
              <a:t>Classe abstraite : est une classe qui ne donne pas directement des objets. </a:t>
            </a:r>
          </a:p>
        </p:txBody>
      </p:sp>
    </p:spTree>
    <p:extLst>
      <p:ext uri="{BB962C8B-B14F-4D97-AF65-F5344CB8AC3E}">
        <p14:creationId xmlns:p14="http://schemas.microsoft.com/office/powerpoint/2010/main" val="28323312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3"/>
          <p:cNvSpPr>
            <a:spLocks noGrp="1" noChangeArrowheads="1"/>
          </p:cNvSpPr>
          <p:nvPr>
            <p:ph type="title"/>
          </p:nvPr>
        </p:nvSpPr>
        <p:spPr>
          <a:xfrm>
            <a:off x="352611" y="352612"/>
            <a:ext cx="7840831" cy="579868"/>
          </a:xfrm>
        </p:spPr>
        <p:txBody>
          <a:bodyPr>
            <a:normAutofit/>
          </a:bodyPr>
          <a:lstStyle/>
          <a:p>
            <a:r>
              <a:rPr lang="fr-FR" altLang="fr-FR" sz="3200" dirty="0"/>
              <a:t>Les concepts objet à travers UML - </a:t>
            </a:r>
            <a:r>
              <a:rPr lang="fr-FR" altLang="fr-FR" sz="3200" dirty="0">
                <a:solidFill>
                  <a:schemeClr val="accent1"/>
                </a:solidFill>
              </a:rPr>
              <a:t>Classe</a:t>
            </a:r>
          </a:p>
        </p:txBody>
      </p:sp>
      <p:sp>
        <p:nvSpPr>
          <p:cNvPr id="1060867" name="Rectangle 3"/>
          <p:cNvSpPr>
            <a:spLocks noGrp="1" noChangeArrowheads="1"/>
          </p:cNvSpPr>
          <p:nvPr>
            <p:ph idx="1"/>
          </p:nvPr>
        </p:nvSpPr>
        <p:spPr>
          <a:xfrm>
            <a:off x="343180" y="1370671"/>
            <a:ext cx="7623362" cy="1440330"/>
          </a:xfrm>
        </p:spPr>
        <p:txBody>
          <a:bodyPr>
            <a:normAutofit/>
          </a:bodyPr>
          <a:lstStyle/>
          <a:p>
            <a:pPr lvl="1"/>
            <a:r>
              <a:rPr lang="fr-FR" altLang="fr-FR" sz="1500" dirty="0">
                <a:effectLst>
                  <a:outerShdw blurRad="38100" dist="38100" dir="2700000" algn="tl">
                    <a:srgbClr val="C0C0C0"/>
                  </a:outerShdw>
                </a:effectLst>
              </a:rPr>
              <a:t>Représentation graphique d’</a:t>
            </a:r>
            <a:r>
              <a:rPr lang="fr-FR" altLang="ja-JP" sz="1500" dirty="0">
                <a:effectLst>
                  <a:outerShdw blurRad="38100" dist="38100" dir="2700000" algn="tl">
                    <a:srgbClr val="C0C0C0"/>
                  </a:outerShdw>
                </a:effectLst>
              </a:rPr>
              <a:t>une classe en UML</a:t>
            </a:r>
          </a:p>
          <a:p>
            <a:pPr lvl="2"/>
            <a:r>
              <a:rPr lang="fr-FR" altLang="fr-FR" sz="1350" dirty="0">
                <a:effectLst>
                  <a:outerShdw blurRad="38100" dist="38100" dir="2700000" algn="tl">
                    <a:srgbClr val="C0C0C0"/>
                  </a:outerShdw>
                </a:effectLst>
              </a:rPr>
              <a:t>Chaque classe est représentée sous la forme d’</a:t>
            </a:r>
            <a:r>
              <a:rPr lang="fr-FR" altLang="ja-JP" sz="1350" dirty="0">
                <a:effectLst>
                  <a:outerShdw blurRad="38100" dist="38100" dir="2700000" algn="tl">
                    <a:srgbClr val="C0C0C0"/>
                  </a:outerShdw>
                </a:effectLst>
              </a:rPr>
              <a:t>un rectangle divisé en trois compartiments</a:t>
            </a:r>
          </a:p>
          <a:p>
            <a:pPr lvl="3">
              <a:buFontTx/>
              <a:buNone/>
            </a:pPr>
            <a:endParaRPr lang="fr-FR" altLang="fr-FR" sz="600" dirty="0"/>
          </a:p>
          <a:p>
            <a:pPr lvl="2"/>
            <a:r>
              <a:rPr lang="fr-FR" altLang="fr-FR" sz="1350" dirty="0">
                <a:effectLst>
                  <a:outerShdw blurRad="38100" dist="38100" dir="2700000" algn="tl">
                    <a:srgbClr val="C0C0C0"/>
                  </a:outerShdw>
                </a:effectLst>
              </a:rPr>
              <a:t>Les compartiments peuvent être supprimés pour alléger les diagrammes</a:t>
            </a:r>
            <a:endParaRPr lang="fr-FR" altLang="fr-FR" sz="600" dirty="0">
              <a:effectLst>
                <a:outerShdw blurRad="38100" dist="38100" dir="2700000" algn="tl">
                  <a:srgbClr val="C0C0C0"/>
                </a:outerShdw>
              </a:effectLst>
            </a:endParaRPr>
          </a:p>
          <a:p>
            <a:pPr lvl="2">
              <a:buFont typeface="Wingdings" panose="05000000000000000000" pitchFamily="2" charset="2"/>
              <a:buNone/>
            </a:pPr>
            <a:endParaRPr lang="fr-FR" altLang="fr-FR" sz="600" dirty="0">
              <a:effectLst>
                <a:outerShdw blurRad="38100" dist="38100" dir="2700000" algn="tl">
                  <a:srgbClr val="C0C0C0"/>
                </a:outerShdw>
              </a:effectLst>
            </a:endParaRPr>
          </a:p>
          <a:p>
            <a:pPr lvl="2"/>
            <a:r>
              <a:rPr lang="fr-FR" altLang="fr-FR" sz="1350" dirty="0">
                <a:effectLst>
                  <a:outerShdw blurRad="38100" dist="38100" dir="2700000" algn="tl">
                    <a:srgbClr val="C0C0C0"/>
                  </a:outerShdw>
                </a:effectLst>
              </a:rPr>
              <a:t>Représentation des classes abstraites : le non d’</a:t>
            </a:r>
            <a:r>
              <a:rPr lang="fr-FR" altLang="ja-JP" sz="1350" dirty="0">
                <a:effectLst>
                  <a:outerShdw blurRad="38100" dist="38100" dir="2700000" algn="tl">
                    <a:srgbClr val="C0C0C0"/>
                  </a:outerShdw>
                </a:effectLst>
              </a:rPr>
              <a:t>une classe abstraite est en italique </a:t>
            </a:r>
          </a:p>
        </p:txBody>
      </p:sp>
      <p:grpSp>
        <p:nvGrpSpPr>
          <p:cNvPr id="4" name="Groupe 3"/>
          <p:cNvGrpSpPr/>
          <p:nvPr/>
        </p:nvGrpSpPr>
        <p:grpSpPr>
          <a:xfrm>
            <a:off x="3038662" y="2811001"/>
            <a:ext cx="5772150" cy="1821656"/>
            <a:chOff x="1771650" y="3321844"/>
            <a:chExt cx="5772150" cy="1821656"/>
          </a:xfrm>
        </p:grpSpPr>
        <p:sp>
          <p:nvSpPr>
            <p:cNvPr id="6" name="Rectangle 2"/>
            <p:cNvSpPr>
              <a:spLocks noChangeArrowheads="1"/>
            </p:cNvSpPr>
            <p:nvPr/>
          </p:nvSpPr>
          <p:spPr bwMode="auto">
            <a:xfrm>
              <a:off x="1771650" y="3321844"/>
              <a:ext cx="5772150" cy="1821656"/>
            </a:xfrm>
            <a:prstGeom prst="rect">
              <a:avLst/>
            </a:prstGeom>
            <a:solidFill>
              <a:srgbClr val="00CCFF"/>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endParaRPr lang="fr-FR" altLang="fr-FR" sz="1050"/>
            </a:p>
          </p:txBody>
        </p:sp>
        <p:grpSp>
          <p:nvGrpSpPr>
            <p:cNvPr id="7" name="Group 5"/>
            <p:cNvGrpSpPr>
              <a:grpSpLocks/>
            </p:cNvGrpSpPr>
            <p:nvPr/>
          </p:nvGrpSpPr>
          <p:grpSpPr bwMode="auto">
            <a:xfrm>
              <a:off x="2312194" y="3550444"/>
              <a:ext cx="1154906" cy="971550"/>
              <a:chOff x="710" y="3312"/>
              <a:chExt cx="970" cy="816"/>
            </a:xfrm>
          </p:grpSpPr>
          <p:sp>
            <p:nvSpPr>
              <p:cNvPr id="18" name="Rectangle 6"/>
              <p:cNvSpPr>
                <a:spLocks noChangeArrowheads="1"/>
              </p:cNvSpPr>
              <p:nvPr/>
            </p:nvSpPr>
            <p:spPr bwMode="auto">
              <a:xfrm>
                <a:off x="720" y="3312"/>
                <a:ext cx="960" cy="81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9" name="Text Box 7"/>
              <p:cNvSpPr txBox="1">
                <a:spLocks noChangeArrowheads="1"/>
              </p:cNvSpPr>
              <p:nvPr/>
            </p:nvSpPr>
            <p:spPr bwMode="auto">
              <a:xfrm>
                <a:off x="768" y="3312"/>
                <a:ext cx="813"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Nom de classe</a:t>
                </a:r>
              </a:p>
            </p:txBody>
          </p:sp>
          <p:sp>
            <p:nvSpPr>
              <p:cNvPr id="20" name="Line 8"/>
              <p:cNvSpPr>
                <a:spLocks noChangeShapeType="1"/>
              </p:cNvSpPr>
              <p:nvPr/>
            </p:nvSpPr>
            <p:spPr bwMode="auto">
              <a:xfrm>
                <a:off x="720" y="3504"/>
                <a:ext cx="9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1" name="Text Box 9"/>
              <p:cNvSpPr txBox="1">
                <a:spLocks noChangeArrowheads="1"/>
              </p:cNvSpPr>
              <p:nvPr/>
            </p:nvSpPr>
            <p:spPr bwMode="auto">
              <a:xfrm>
                <a:off x="768" y="3511"/>
                <a:ext cx="55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Attributs</a:t>
                </a:r>
              </a:p>
            </p:txBody>
          </p:sp>
          <p:sp>
            <p:nvSpPr>
              <p:cNvPr id="22" name="Line 10"/>
              <p:cNvSpPr>
                <a:spLocks noChangeShapeType="1"/>
              </p:cNvSpPr>
              <p:nvPr/>
            </p:nvSpPr>
            <p:spPr bwMode="auto">
              <a:xfrm>
                <a:off x="720" y="3703"/>
                <a:ext cx="9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23" name="Text Box 11"/>
              <p:cNvSpPr txBox="1">
                <a:spLocks noChangeArrowheads="1"/>
              </p:cNvSpPr>
              <p:nvPr/>
            </p:nvSpPr>
            <p:spPr bwMode="auto">
              <a:xfrm>
                <a:off x="710" y="3799"/>
                <a:ext cx="726"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Opérations()</a:t>
                </a:r>
              </a:p>
            </p:txBody>
          </p:sp>
        </p:grpSp>
        <p:sp>
          <p:nvSpPr>
            <p:cNvPr id="8" name="Rectangle 12"/>
            <p:cNvSpPr>
              <a:spLocks noChangeArrowheads="1"/>
            </p:cNvSpPr>
            <p:nvPr/>
          </p:nvSpPr>
          <p:spPr bwMode="auto">
            <a:xfrm>
              <a:off x="3749279" y="3358754"/>
              <a:ext cx="1533525" cy="1707356"/>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9" name="Text Box 13"/>
            <p:cNvSpPr txBox="1">
              <a:spLocks noChangeArrowheads="1"/>
            </p:cNvSpPr>
            <p:nvPr/>
          </p:nvSpPr>
          <p:spPr bwMode="auto">
            <a:xfrm>
              <a:off x="4035029" y="3358754"/>
              <a:ext cx="891591"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dirty="0"/>
                <a:t>Motocyclette</a:t>
              </a:r>
            </a:p>
          </p:txBody>
        </p:sp>
        <p:sp>
          <p:nvSpPr>
            <p:cNvPr id="10" name="Line 14"/>
            <p:cNvSpPr>
              <a:spLocks noChangeShapeType="1"/>
            </p:cNvSpPr>
            <p:nvPr/>
          </p:nvSpPr>
          <p:spPr bwMode="auto">
            <a:xfrm>
              <a:off x="3749279" y="3586163"/>
              <a:ext cx="1533525" cy="1191"/>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1" name="Text Box 15"/>
            <p:cNvSpPr txBox="1">
              <a:spLocks noChangeArrowheads="1"/>
            </p:cNvSpPr>
            <p:nvPr/>
          </p:nvSpPr>
          <p:spPr bwMode="auto">
            <a:xfrm>
              <a:off x="3749279" y="3615929"/>
              <a:ext cx="1141659"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Couleur</a:t>
              </a:r>
            </a:p>
            <a:p>
              <a:r>
                <a:rPr lang="fr-FR" altLang="fr-FR" sz="1050"/>
                <a:t>Cylindre</a:t>
              </a:r>
            </a:p>
            <a:p>
              <a:r>
                <a:rPr lang="fr-FR" altLang="fr-FR" sz="1050"/>
                <a:t>Vitesse </a:t>
              </a:r>
            </a:p>
            <a:p>
              <a:r>
                <a:rPr lang="fr-FR" altLang="fr-FR" sz="1050"/>
                <a:t>Vitesse maximale</a:t>
              </a:r>
            </a:p>
          </p:txBody>
        </p:sp>
        <p:sp>
          <p:nvSpPr>
            <p:cNvPr id="12" name="Line 16"/>
            <p:cNvSpPr>
              <a:spLocks noChangeShapeType="1"/>
            </p:cNvSpPr>
            <p:nvPr/>
          </p:nvSpPr>
          <p:spPr bwMode="auto">
            <a:xfrm>
              <a:off x="3749279" y="4358879"/>
              <a:ext cx="1533525" cy="119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3" name="Text Box 17"/>
            <p:cNvSpPr txBox="1">
              <a:spLocks noChangeArrowheads="1"/>
            </p:cNvSpPr>
            <p:nvPr/>
          </p:nvSpPr>
          <p:spPr bwMode="auto">
            <a:xfrm>
              <a:off x="3795713" y="4358879"/>
              <a:ext cx="141096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Démarrer()</a:t>
              </a:r>
            </a:p>
            <a:p>
              <a:r>
                <a:rPr lang="fr-FR" altLang="fr-FR" sz="1050"/>
                <a:t>Accélérer()</a:t>
              </a:r>
            </a:p>
            <a:p>
              <a:r>
                <a:rPr lang="fr-FR" altLang="fr-FR" sz="1050"/>
                <a:t>Freiner()</a:t>
              </a:r>
            </a:p>
            <a:p>
              <a:r>
                <a:rPr lang="fr-FR" altLang="fr-FR" sz="1050"/>
                <a:t>DonnerNombreMoto()</a:t>
              </a:r>
            </a:p>
          </p:txBody>
        </p:sp>
        <p:sp>
          <p:nvSpPr>
            <p:cNvPr id="14" name="Rectangle 18"/>
            <p:cNvSpPr>
              <a:spLocks noChangeArrowheads="1"/>
            </p:cNvSpPr>
            <p:nvPr/>
          </p:nvSpPr>
          <p:spPr bwMode="auto">
            <a:xfrm>
              <a:off x="5454254" y="3587354"/>
              <a:ext cx="1314450" cy="971550"/>
            </a:xfrm>
            <a:prstGeom prst="rect">
              <a:avLst/>
            </a:prstGeom>
            <a:solidFill>
              <a:srgbClr val="FFFFCC"/>
            </a:solidFill>
            <a:ln w="12700">
              <a:solidFill>
                <a:schemeClr val="tx1"/>
              </a:solidFill>
              <a:miter lim="800000"/>
              <a:headEnd/>
              <a:tailEnd/>
            </a:ln>
          </p:spPr>
          <p:txBody>
            <a:bodyPr wrap="none" anchor="ct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pPr algn="ctr"/>
              <a:endParaRPr lang="fr-FR" altLang="fr-FR" sz="1050"/>
            </a:p>
          </p:txBody>
        </p:sp>
        <p:sp>
          <p:nvSpPr>
            <p:cNvPr id="15" name="Text Box 19"/>
            <p:cNvSpPr txBox="1">
              <a:spLocks noChangeArrowheads="1"/>
            </p:cNvSpPr>
            <p:nvPr/>
          </p:nvSpPr>
          <p:spPr bwMode="auto">
            <a:xfrm>
              <a:off x="5605462" y="3587354"/>
              <a:ext cx="750526" cy="253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Téléviseur</a:t>
              </a:r>
            </a:p>
          </p:txBody>
        </p:sp>
        <p:sp>
          <p:nvSpPr>
            <p:cNvPr id="16" name="Line 20"/>
            <p:cNvSpPr>
              <a:spLocks noChangeShapeType="1"/>
            </p:cNvSpPr>
            <p:nvPr/>
          </p:nvSpPr>
          <p:spPr bwMode="auto">
            <a:xfrm>
              <a:off x="5454254" y="3779044"/>
              <a:ext cx="131445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fr-FR" sz="1350"/>
            </a:p>
          </p:txBody>
        </p:sp>
        <p:sp>
          <p:nvSpPr>
            <p:cNvPr id="17" name="Text Box 21"/>
            <p:cNvSpPr txBox="1">
              <a:spLocks noChangeArrowheads="1"/>
            </p:cNvSpPr>
            <p:nvPr/>
          </p:nvSpPr>
          <p:spPr bwMode="auto">
            <a:xfrm>
              <a:off x="5454254" y="3851672"/>
              <a:ext cx="142378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1400">
                  <a:solidFill>
                    <a:schemeClr val="tx1"/>
                  </a:solidFill>
                  <a:latin typeface="Times New Roman" panose="02020603050405020304" pitchFamily="18" charset="0"/>
                  <a:ea typeface="MS PGothic" panose="020B0600070205080204" pitchFamily="34" charset="-128"/>
                </a:defRPr>
              </a:lvl1pPr>
              <a:lvl2pPr marL="742950" indent="-285750">
                <a:defRPr sz="1400">
                  <a:solidFill>
                    <a:schemeClr val="tx1"/>
                  </a:solidFill>
                  <a:latin typeface="Times New Roman" panose="02020603050405020304" pitchFamily="18" charset="0"/>
                  <a:ea typeface="MS PGothic" panose="020B0600070205080204" pitchFamily="34" charset="-128"/>
                </a:defRPr>
              </a:lvl2pPr>
              <a:lvl3pPr marL="1143000" indent="-228600">
                <a:defRPr sz="1400">
                  <a:solidFill>
                    <a:schemeClr val="tx1"/>
                  </a:solidFill>
                  <a:latin typeface="Times New Roman" panose="02020603050405020304" pitchFamily="18" charset="0"/>
                  <a:ea typeface="MS PGothic" panose="020B0600070205080204" pitchFamily="34" charset="-128"/>
                </a:defRPr>
              </a:lvl3pPr>
              <a:lvl4pPr marL="1600200" indent="-228600">
                <a:defRPr sz="1400">
                  <a:solidFill>
                    <a:schemeClr val="tx1"/>
                  </a:solidFill>
                  <a:latin typeface="Times New Roman" panose="02020603050405020304" pitchFamily="18" charset="0"/>
                  <a:ea typeface="MS PGothic" panose="020B0600070205080204" pitchFamily="34" charset="-128"/>
                </a:defRPr>
              </a:lvl4pPr>
              <a:lvl5pPr marL="2057400" indent="-228600">
                <a:defRPr sz="1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1400">
                  <a:solidFill>
                    <a:schemeClr val="tx1"/>
                  </a:solidFill>
                  <a:latin typeface="Times New Roman" panose="02020603050405020304" pitchFamily="18" charset="0"/>
                  <a:ea typeface="MS PGothic" panose="020B0600070205080204" pitchFamily="34" charset="-128"/>
                </a:defRPr>
              </a:lvl9pPr>
            </a:lstStyle>
            <a:p>
              <a:r>
                <a:rPr lang="fr-FR" altLang="fr-FR" sz="1050"/>
                <a:t>Allumer()</a:t>
              </a:r>
            </a:p>
            <a:p>
              <a:r>
                <a:rPr lang="fr-FR" altLang="fr-FR" sz="1050"/>
                <a:t>Eteindre()</a:t>
              </a:r>
            </a:p>
            <a:p>
              <a:r>
                <a:rPr lang="fr-FR" altLang="fr-FR" sz="1050"/>
                <a:t>ChangerDeProgramme</a:t>
              </a:r>
            </a:p>
            <a:p>
              <a:r>
                <a:rPr lang="fr-FR" altLang="fr-FR" sz="1050"/>
                <a:t>RéglerVolume()</a:t>
              </a:r>
            </a:p>
          </p:txBody>
        </p:sp>
      </p:grpSp>
    </p:spTree>
    <p:extLst>
      <p:ext uri="{BB962C8B-B14F-4D97-AF65-F5344CB8AC3E}">
        <p14:creationId xmlns:p14="http://schemas.microsoft.com/office/powerpoint/2010/main" val="21188523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0550" y="275971"/>
            <a:ext cx="8333740" cy="452120"/>
          </a:xfrm>
          <a:prstGeom prst="rect">
            <a:avLst/>
          </a:prstGeom>
        </p:spPr>
        <p:txBody>
          <a:bodyPr vert="horz" wrap="square" lIns="0" tIns="12065" rIns="0" bIns="0" rtlCol="0">
            <a:spAutoFit/>
          </a:bodyPr>
          <a:lstStyle/>
          <a:p>
            <a:pPr marL="12700">
              <a:lnSpc>
                <a:spcPct val="100000"/>
              </a:lnSpc>
              <a:spcBef>
                <a:spcPts val="95"/>
              </a:spcBef>
              <a:tabLst>
                <a:tab pos="8320405" algn="l"/>
              </a:tabLst>
            </a:pPr>
            <a:r>
              <a:rPr u="none" dirty="0"/>
              <a:t>M</a:t>
            </a:r>
            <a:r>
              <a:rPr dirty="0"/>
              <a:t>éthodes </a:t>
            </a:r>
            <a:r>
              <a:rPr spc="-5" dirty="0">
                <a:solidFill>
                  <a:srgbClr val="ED795B"/>
                </a:solidFill>
              </a:rPr>
              <a:t>orientées</a:t>
            </a:r>
            <a:r>
              <a:rPr spc="20" dirty="0">
                <a:solidFill>
                  <a:srgbClr val="ED795B"/>
                </a:solidFill>
              </a:rPr>
              <a:t> </a:t>
            </a:r>
            <a:r>
              <a:rPr spc="-5" dirty="0">
                <a:solidFill>
                  <a:srgbClr val="ED795B"/>
                </a:solidFill>
              </a:rPr>
              <a:t>objets	</a:t>
            </a:r>
          </a:p>
        </p:txBody>
      </p:sp>
      <p:pic>
        <p:nvPicPr>
          <p:cNvPr id="3" name="object 3"/>
          <p:cNvPicPr/>
          <p:nvPr/>
        </p:nvPicPr>
        <p:blipFill>
          <a:blip r:embed="rId2" cstate="print"/>
          <a:stretch>
            <a:fillRect/>
          </a:stretch>
        </p:blipFill>
        <p:spPr>
          <a:xfrm>
            <a:off x="2069603" y="868702"/>
            <a:ext cx="4991069" cy="3748995"/>
          </a:xfrm>
          <a:prstGeom prst="rect">
            <a:avLst/>
          </a:prstGeom>
        </p:spPr>
      </p:pic>
    </p:spTree>
    <p:extLst>
      <p:ext uri="{BB962C8B-B14F-4D97-AF65-F5344CB8AC3E}">
        <p14:creationId xmlns:p14="http://schemas.microsoft.com/office/powerpoint/2010/main" val="26266803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050">
            <a:extLst>
              <a:ext uri="{FF2B5EF4-FFF2-40B4-BE49-F238E27FC236}">
                <a16:creationId xmlns:a16="http://schemas.microsoft.com/office/drawing/2014/main" id="{B267BEDA-77B2-058E-7476-982D29E98121}"/>
              </a:ext>
            </a:extLst>
          </p:cNvPr>
          <p:cNvSpPr>
            <a:spLocks noGrp="1" noChangeArrowheads="1"/>
          </p:cNvSpPr>
          <p:nvPr>
            <p:ph type="title"/>
          </p:nvPr>
        </p:nvSpPr>
        <p:spPr>
          <a:xfrm>
            <a:off x="457200" y="411475"/>
            <a:ext cx="8229600" cy="3659782"/>
          </a:xfrm>
        </p:spPr>
        <p:txBody>
          <a:bodyPr>
            <a:normAutofit/>
          </a:bodyPr>
          <a:lstStyle/>
          <a:p>
            <a:pPr algn="ctr"/>
            <a:r>
              <a:rPr lang="fr-FR" altLang="fr-FR" sz="8000" dirty="0">
                <a:solidFill>
                  <a:srgbClr val="C00000"/>
                </a:solidFill>
              </a:rPr>
              <a:t>MERCI</a:t>
            </a:r>
            <a:endParaRPr lang="fr-CA" altLang="fr-FR" sz="8000" dirty="0">
              <a:solidFill>
                <a:srgbClr val="C00000"/>
              </a:solidFill>
            </a:endParaRPr>
          </a:p>
        </p:txBody>
      </p:sp>
    </p:spTree>
    <p:extLst>
      <p:ext uri="{BB962C8B-B14F-4D97-AF65-F5344CB8AC3E}">
        <p14:creationId xmlns:p14="http://schemas.microsoft.com/office/powerpoint/2010/main" val="124138945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2668</TotalTime>
  <Words>2527</Words>
  <Application>Microsoft Office PowerPoint</Application>
  <PresentationFormat>Affichage à l'écran (16:9)</PresentationFormat>
  <Paragraphs>288</Paragraphs>
  <Slides>34</Slides>
  <Notes>21</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34</vt:i4>
      </vt:variant>
    </vt:vector>
  </HeadingPairs>
  <TitlesOfParts>
    <vt:vector size="44" baseType="lpstr">
      <vt:lpstr>Wingdings</vt:lpstr>
      <vt:lpstr>Times New Roman</vt:lpstr>
      <vt:lpstr>Arial MT</vt:lpstr>
      <vt:lpstr>Trebuchet MS</vt:lpstr>
      <vt:lpstr>Century Gothic</vt:lpstr>
      <vt:lpstr>Calibri</vt:lpstr>
      <vt:lpstr>Arial</vt:lpstr>
      <vt:lpstr>Calibri Light</vt:lpstr>
      <vt:lpstr>Roboto</vt:lpstr>
      <vt:lpstr>Thème Office</vt:lpstr>
      <vt:lpstr>Méthodes de conception orientée objet </vt:lpstr>
      <vt:lpstr>LES QUALITES D'UN LOGICIEL</vt:lpstr>
      <vt:lpstr>Cycle de vie de logiciel </vt:lpstr>
      <vt:lpstr>Présentation PowerPoint</vt:lpstr>
      <vt:lpstr>Présentation PowerPoint</vt:lpstr>
      <vt:lpstr>Présentation PowerPoint</vt:lpstr>
      <vt:lpstr>Pourquoi modéliser ? </vt:lpstr>
      <vt:lpstr>Pourquoi modéliser ? </vt:lpstr>
      <vt:lpstr>Pourquoi modéliser ? </vt:lpstr>
      <vt:lpstr>Pourquoi modéliser ? </vt:lpstr>
      <vt:lpstr>Pourquoi modéliser ? </vt:lpstr>
      <vt:lpstr>Difficultés de la modélisation</vt:lpstr>
      <vt:lpstr>Méthodes de conception </vt:lpstr>
      <vt:lpstr>Méthodes fonctionnelles </vt:lpstr>
      <vt:lpstr>Méthodes fonctionnelles </vt:lpstr>
      <vt:lpstr>Méthodes fonctionnelles </vt:lpstr>
      <vt:lpstr>Méthodes systémiques </vt:lpstr>
      <vt:lpstr>Méthodes systémiques </vt:lpstr>
      <vt:lpstr>Méthodes fonctionnelles et systémiques </vt:lpstr>
      <vt:lpstr>Méthodes orientées objets </vt:lpstr>
      <vt:lpstr>Méthodes orientées objets </vt:lpstr>
      <vt:lpstr>Méthodes orientées objets </vt:lpstr>
      <vt:lpstr>Les concepts objet à travers UML - Objet</vt:lpstr>
      <vt:lpstr>Les concepts objet à travers UML - Objet</vt:lpstr>
      <vt:lpstr>Les concepts objet à travers UML - Objet</vt:lpstr>
      <vt:lpstr>Les concepts objet à travers UML - Objet</vt:lpstr>
      <vt:lpstr>Les concepts objet à travers UML - Objet</vt:lpstr>
      <vt:lpstr>Les concepts objet à travers UML - Objet</vt:lpstr>
      <vt:lpstr>Les concepts objet à travers UML - Objet</vt:lpstr>
      <vt:lpstr>Les concepts objet à travers UML - Classe</vt:lpstr>
      <vt:lpstr>Les concepts objet à travers UML - Classe</vt:lpstr>
      <vt:lpstr>Les concepts objet à travers UML - Classe</vt:lpstr>
      <vt:lpstr>Méthodes orientées objets </vt:lpstr>
      <vt:lpstr>MERCI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 de Bases de données</dc:title>
  <dc:creator>hp</dc:creator>
  <cp:lastModifiedBy>mohamed elyaakoubi</cp:lastModifiedBy>
  <cp:revision>64</cp:revision>
  <dcterms:modified xsi:type="dcterms:W3CDTF">2025-09-21T17:28:42Z</dcterms:modified>
</cp:coreProperties>
</file>