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82" r:id="rId1"/>
  </p:sldMasterIdLst>
  <p:notesMasterIdLst>
    <p:notesMasterId r:id="rId30"/>
  </p:notesMasterIdLst>
  <p:sldIdLst>
    <p:sldId id="403" r:id="rId2"/>
    <p:sldId id="302" r:id="rId3"/>
    <p:sldId id="285" r:id="rId4"/>
    <p:sldId id="287" r:id="rId5"/>
    <p:sldId id="327" r:id="rId6"/>
    <p:sldId id="303" r:id="rId7"/>
    <p:sldId id="305" r:id="rId8"/>
    <p:sldId id="306" r:id="rId9"/>
    <p:sldId id="325" r:id="rId10"/>
    <p:sldId id="326" r:id="rId11"/>
    <p:sldId id="314" r:id="rId12"/>
    <p:sldId id="309" r:id="rId13"/>
    <p:sldId id="310" r:id="rId14"/>
    <p:sldId id="311" r:id="rId15"/>
    <p:sldId id="312" r:id="rId16"/>
    <p:sldId id="313" r:id="rId17"/>
    <p:sldId id="315" r:id="rId18"/>
    <p:sldId id="316" r:id="rId19"/>
    <p:sldId id="317" r:id="rId20"/>
    <p:sldId id="318" r:id="rId21"/>
    <p:sldId id="319" r:id="rId22"/>
    <p:sldId id="320" r:id="rId23"/>
    <p:sldId id="324" r:id="rId24"/>
    <p:sldId id="321" r:id="rId25"/>
    <p:sldId id="322" r:id="rId26"/>
    <p:sldId id="374" r:id="rId27"/>
    <p:sldId id="375" r:id="rId28"/>
    <p:sldId id="371" r:id="rId29"/>
  </p:sldIdLst>
  <p:sldSz cx="12192000" cy="6858000"/>
  <p:notesSz cx="12192000" cy="6858000"/>
  <p:defaultTextStyle>
    <a:defPPr>
      <a:defRPr lang="ar-M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0" d="100"/>
          <a:sy n="70" d="100"/>
        </p:scale>
        <p:origin x="512" y="5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47298B7C-8876-46D6-A4AF-BEE7D6D16B77}" type="datetimeFigureOut">
              <a:rPr lang="fr-FR" smtClean="0"/>
              <a:t>03/10/2025</a:t>
            </a:fld>
            <a:endParaRPr lang="fr-FR"/>
          </a:p>
        </p:txBody>
      </p:sp>
      <p:sp>
        <p:nvSpPr>
          <p:cNvPr id="4" name="Espace réservé de l'image des diapositives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14FECDAD-D414-46DA-9DAC-553E97E4E5A9}" type="slidenum">
              <a:rPr lang="fr-FR" smtClean="0"/>
              <a:t>‹N°›</a:t>
            </a:fld>
            <a:endParaRPr lang="fr-FR"/>
          </a:p>
        </p:txBody>
      </p:sp>
    </p:spTree>
    <p:extLst>
      <p:ext uri="{BB962C8B-B14F-4D97-AF65-F5344CB8AC3E}">
        <p14:creationId xmlns:p14="http://schemas.microsoft.com/office/powerpoint/2010/main" val="1077988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18947995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99479B-0B95-4740-BD4D-2E6413D06924}"/>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ar-MA"/>
          </a:p>
        </p:txBody>
      </p:sp>
      <p:sp>
        <p:nvSpPr>
          <p:cNvPr id="3" name="Sous-titre 2">
            <a:extLst>
              <a:ext uri="{FF2B5EF4-FFF2-40B4-BE49-F238E27FC236}">
                <a16:creationId xmlns:a16="http://schemas.microsoft.com/office/drawing/2014/main" id="{C4A84601-89C1-4DDD-9173-AB071B13AD6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ar-MA"/>
          </a:p>
        </p:txBody>
      </p:sp>
      <p:sp>
        <p:nvSpPr>
          <p:cNvPr id="4" name="Espace réservé de la date 3">
            <a:extLst>
              <a:ext uri="{FF2B5EF4-FFF2-40B4-BE49-F238E27FC236}">
                <a16:creationId xmlns:a16="http://schemas.microsoft.com/office/drawing/2014/main" id="{4870BD3F-6F1C-4F26-B126-5065689FA9EA}"/>
              </a:ext>
            </a:extLst>
          </p:cNvPr>
          <p:cNvSpPr>
            <a:spLocks noGrp="1"/>
          </p:cNvSpPr>
          <p:nvPr>
            <p:ph type="dt" sz="half" idx="10"/>
          </p:nvPr>
        </p:nvSpPr>
        <p:spPr/>
        <p:txBody>
          <a:bodyPr/>
          <a:lstStyle/>
          <a:p>
            <a:fld id="{4BDF68E2-58F2-4D09-BE8B-E3BD06533059}" type="datetimeFigureOut">
              <a:rPr lang="en-US" smtClean="0"/>
              <a:t>10/3/2025</a:t>
            </a:fld>
            <a:endParaRPr lang="en-US" dirty="0"/>
          </a:p>
        </p:txBody>
      </p:sp>
      <p:sp>
        <p:nvSpPr>
          <p:cNvPr id="5" name="Espace réservé du pied de page 4">
            <a:extLst>
              <a:ext uri="{FF2B5EF4-FFF2-40B4-BE49-F238E27FC236}">
                <a16:creationId xmlns:a16="http://schemas.microsoft.com/office/drawing/2014/main" id="{2206AFD6-2D80-4D6D-8480-AAADD12022D1}"/>
              </a:ext>
            </a:extLst>
          </p:cNvPr>
          <p:cNvSpPr>
            <a:spLocks noGrp="1"/>
          </p:cNvSpPr>
          <p:nvPr>
            <p:ph type="ftr" sz="quarter" idx="11"/>
          </p:nvPr>
        </p:nvSpPr>
        <p:spPr/>
        <p:txBody>
          <a:bodyPr/>
          <a:lstStyle/>
          <a:p>
            <a:endParaRPr lang="en-US" dirty="0"/>
          </a:p>
        </p:txBody>
      </p:sp>
      <p:sp>
        <p:nvSpPr>
          <p:cNvPr id="6" name="Espace réservé du numéro de diapositive 5">
            <a:extLst>
              <a:ext uri="{FF2B5EF4-FFF2-40B4-BE49-F238E27FC236}">
                <a16:creationId xmlns:a16="http://schemas.microsoft.com/office/drawing/2014/main" id="{CC93CC01-F5EC-4FEA-AD4D-FC6FA9E44C27}"/>
              </a:ext>
            </a:extLst>
          </p:cNvPr>
          <p:cNvSpPr>
            <a:spLocks noGrp="1"/>
          </p:cNvSpPr>
          <p:nvPr>
            <p:ph type="sldNum" sz="quarter" idx="12"/>
          </p:nvPr>
        </p:nvSpPr>
        <p:spPr/>
        <p:txBody>
          <a:bodyPr/>
          <a:lstStyle/>
          <a:p>
            <a:fld id="{4FAB73BC-B049-4115-A692-8D63A059BFB8}" type="slidenum">
              <a:rPr lang="en-US" smtClean="0"/>
              <a:t>‹N°›</a:t>
            </a:fld>
            <a:endParaRPr lang="en-US" dirty="0"/>
          </a:p>
        </p:txBody>
      </p:sp>
    </p:spTree>
    <p:extLst>
      <p:ext uri="{BB962C8B-B14F-4D97-AF65-F5344CB8AC3E}">
        <p14:creationId xmlns:p14="http://schemas.microsoft.com/office/powerpoint/2010/main" val="408874774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26556D-D993-4580-94BF-68399ADEE1A1}"/>
              </a:ext>
            </a:extLst>
          </p:cNvPr>
          <p:cNvSpPr>
            <a:spLocks noGrp="1"/>
          </p:cNvSpPr>
          <p:nvPr>
            <p:ph type="title"/>
          </p:nvPr>
        </p:nvSpPr>
        <p:spPr/>
        <p:txBody>
          <a:bodyPr/>
          <a:lstStyle/>
          <a:p>
            <a:r>
              <a:rPr lang="fr-FR"/>
              <a:t>Modifiez le style du titre</a:t>
            </a:r>
            <a:endParaRPr lang="ar-MA"/>
          </a:p>
        </p:txBody>
      </p:sp>
      <p:sp>
        <p:nvSpPr>
          <p:cNvPr id="3" name="Espace réservé du contenu 2">
            <a:extLst>
              <a:ext uri="{FF2B5EF4-FFF2-40B4-BE49-F238E27FC236}">
                <a16:creationId xmlns:a16="http://schemas.microsoft.com/office/drawing/2014/main" id="{C353BDDC-831D-4985-8FB8-82FD1D81719B}"/>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ar-MA"/>
          </a:p>
        </p:txBody>
      </p:sp>
      <p:sp>
        <p:nvSpPr>
          <p:cNvPr id="4" name="Espace réservé de la date 3">
            <a:extLst>
              <a:ext uri="{FF2B5EF4-FFF2-40B4-BE49-F238E27FC236}">
                <a16:creationId xmlns:a16="http://schemas.microsoft.com/office/drawing/2014/main" id="{538E2E8A-FA2D-48BB-9AFA-053C9208A421}"/>
              </a:ext>
            </a:extLst>
          </p:cNvPr>
          <p:cNvSpPr>
            <a:spLocks noGrp="1"/>
          </p:cNvSpPr>
          <p:nvPr>
            <p:ph type="dt" sz="half" idx="10"/>
          </p:nvPr>
        </p:nvSpPr>
        <p:spPr/>
        <p:txBody>
          <a:bodyPr/>
          <a:lstStyle/>
          <a:p>
            <a:fld id="{528FC5F6-F338-4AE4-BB23-26385BCFC423}" type="datetimeFigureOut">
              <a:rPr lang="en-US" smtClean="0"/>
              <a:t>10/3/2025</a:t>
            </a:fld>
            <a:endParaRPr lang="en-US" dirty="0"/>
          </a:p>
        </p:txBody>
      </p:sp>
      <p:sp>
        <p:nvSpPr>
          <p:cNvPr id="5" name="Espace réservé du pied de page 4">
            <a:extLst>
              <a:ext uri="{FF2B5EF4-FFF2-40B4-BE49-F238E27FC236}">
                <a16:creationId xmlns:a16="http://schemas.microsoft.com/office/drawing/2014/main" id="{A67A6419-F612-4B3C-86F4-E2F32C335C60}"/>
              </a:ext>
            </a:extLst>
          </p:cNvPr>
          <p:cNvSpPr>
            <a:spLocks noGrp="1"/>
          </p:cNvSpPr>
          <p:nvPr>
            <p:ph type="ftr" sz="quarter" idx="11"/>
          </p:nvPr>
        </p:nvSpPr>
        <p:spPr/>
        <p:txBody>
          <a:bodyPr/>
          <a:lstStyle/>
          <a:p>
            <a:endParaRPr lang="en-US" dirty="0"/>
          </a:p>
        </p:txBody>
      </p:sp>
      <p:sp>
        <p:nvSpPr>
          <p:cNvPr id="6" name="Espace réservé du numéro de diapositive 5">
            <a:extLst>
              <a:ext uri="{FF2B5EF4-FFF2-40B4-BE49-F238E27FC236}">
                <a16:creationId xmlns:a16="http://schemas.microsoft.com/office/drawing/2014/main" id="{C14585BD-8725-47CD-9446-F5B820E9E82B}"/>
              </a:ext>
            </a:extLst>
          </p:cNvPr>
          <p:cNvSpPr>
            <a:spLocks noGrp="1"/>
          </p:cNvSpPr>
          <p:nvPr>
            <p:ph type="sldNum" sz="quarter" idx="12"/>
          </p:nvPr>
        </p:nvSpPr>
        <p:spPr/>
        <p:txBody>
          <a:bodyPr/>
          <a:lstStyle/>
          <a:p>
            <a:fld id="{6113E31D-E2AB-40D1-8B51-AFA5AFEF393A}" type="slidenum">
              <a:rPr lang="en-US" smtClean="0"/>
              <a:t>‹N°›</a:t>
            </a:fld>
            <a:endParaRPr lang="en-US" dirty="0"/>
          </a:p>
        </p:txBody>
      </p:sp>
    </p:spTree>
    <p:extLst>
      <p:ext uri="{BB962C8B-B14F-4D97-AF65-F5344CB8AC3E}">
        <p14:creationId xmlns:p14="http://schemas.microsoft.com/office/powerpoint/2010/main" val="37232423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956376B-4D9A-4133-9988-80E73A337CA3}"/>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ar-MA"/>
          </a:p>
        </p:txBody>
      </p:sp>
      <p:sp>
        <p:nvSpPr>
          <p:cNvPr id="3" name="Espace réservé du texte 2">
            <a:extLst>
              <a:ext uri="{FF2B5EF4-FFF2-40B4-BE49-F238E27FC236}">
                <a16:creationId xmlns:a16="http://schemas.microsoft.com/office/drawing/2014/main" id="{29D9FF0C-B455-41FC-A138-BC5B9E65B63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F17E2D9A-D737-44B6-801C-6D21490E9503}"/>
              </a:ext>
            </a:extLst>
          </p:cNvPr>
          <p:cNvSpPr>
            <a:spLocks noGrp="1"/>
          </p:cNvSpPr>
          <p:nvPr>
            <p:ph type="dt" sz="half" idx="10"/>
          </p:nvPr>
        </p:nvSpPr>
        <p:spPr/>
        <p:txBody>
          <a:bodyPr/>
          <a:lstStyle/>
          <a:p>
            <a:fld id="{20EBB0C4-6273-4C6E-B9BD-2EDC30F1CD52}" type="datetimeFigureOut">
              <a:rPr lang="en-US" smtClean="0"/>
              <a:t>10/3/2025</a:t>
            </a:fld>
            <a:endParaRPr lang="en-US" dirty="0"/>
          </a:p>
        </p:txBody>
      </p:sp>
      <p:sp>
        <p:nvSpPr>
          <p:cNvPr id="5" name="Espace réservé du pied de page 4">
            <a:extLst>
              <a:ext uri="{FF2B5EF4-FFF2-40B4-BE49-F238E27FC236}">
                <a16:creationId xmlns:a16="http://schemas.microsoft.com/office/drawing/2014/main" id="{517C2E8C-BC9D-4FC0-AE51-83CE57698BF6}"/>
              </a:ext>
            </a:extLst>
          </p:cNvPr>
          <p:cNvSpPr>
            <a:spLocks noGrp="1"/>
          </p:cNvSpPr>
          <p:nvPr>
            <p:ph type="ftr" sz="quarter" idx="11"/>
          </p:nvPr>
        </p:nvSpPr>
        <p:spPr/>
        <p:txBody>
          <a:bodyPr/>
          <a:lstStyle/>
          <a:p>
            <a:endParaRPr lang="en-US" dirty="0"/>
          </a:p>
        </p:txBody>
      </p:sp>
      <p:sp>
        <p:nvSpPr>
          <p:cNvPr id="6" name="Espace réservé du numéro de diapositive 5">
            <a:extLst>
              <a:ext uri="{FF2B5EF4-FFF2-40B4-BE49-F238E27FC236}">
                <a16:creationId xmlns:a16="http://schemas.microsoft.com/office/drawing/2014/main" id="{FFA90A56-B820-4F13-8F9C-B77EDDDC7C7E}"/>
              </a:ext>
            </a:extLst>
          </p:cNvPr>
          <p:cNvSpPr>
            <a:spLocks noGrp="1"/>
          </p:cNvSpPr>
          <p:nvPr>
            <p:ph type="sldNum" sz="quarter" idx="12"/>
          </p:nvPr>
        </p:nvSpPr>
        <p:spPr/>
        <p:txBody>
          <a:bodyPr/>
          <a:lstStyle/>
          <a:p>
            <a:fld id="{4FAB73BC-B049-4115-A692-8D63A059BFB8}" type="slidenum">
              <a:rPr lang="en-US" smtClean="0"/>
              <a:t>‹N°›</a:t>
            </a:fld>
            <a:endParaRPr lang="en-US" dirty="0"/>
          </a:p>
        </p:txBody>
      </p:sp>
    </p:spTree>
    <p:extLst>
      <p:ext uri="{BB962C8B-B14F-4D97-AF65-F5344CB8AC3E}">
        <p14:creationId xmlns:p14="http://schemas.microsoft.com/office/powerpoint/2010/main" val="321043655"/>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C071A76-4ED7-4681-91EC-FDC97CE14A88}"/>
              </a:ext>
            </a:extLst>
          </p:cNvPr>
          <p:cNvSpPr>
            <a:spLocks noGrp="1"/>
          </p:cNvSpPr>
          <p:nvPr>
            <p:ph type="title"/>
          </p:nvPr>
        </p:nvSpPr>
        <p:spPr/>
        <p:txBody>
          <a:bodyPr/>
          <a:lstStyle/>
          <a:p>
            <a:r>
              <a:rPr lang="fr-FR"/>
              <a:t>Modifiez le style du titre</a:t>
            </a:r>
            <a:endParaRPr lang="ar-MA"/>
          </a:p>
        </p:txBody>
      </p:sp>
      <p:sp>
        <p:nvSpPr>
          <p:cNvPr id="3" name="Espace réservé du contenu 2">
            <a:extLst>
              <a:ext uri="{FF2B5EF4-FFF2-40B4-BE49-F238E27FC236}">
                <a16:creationId xmlns:a16="http://schemas.microsoft.com/office/drawing/2014/main" id="{BA4153D1-1A1A-4CA3-8E4D-09F3CEBBE881}"/>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ar-MA"/>
          </a:p>
        </p:txBody>
      </p:sp>
      <p:sp>
        <p:nvSpPr>
          <p:cNvPr id="4" name="Espace réservé du contenu 3">
            <a:extLst>
              <a:ext uri="{FF2B5EF4-FFF2-40B4-BE49-F238E27FC236}">
                <a16:creationId xmlns:a16="http://schemas.microsoft.com/office/drawing/2014/main" id="{5490F7F2-ACEC-4415-8235-B99E2CACBE87}"/>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ar-MA"/>
          </a:p>
        </p:txBody>
      </p:sp>
      <p:sp>
        <p:nvSpPr>
          <p:cNvPr id="5" name="Espace réservé de la date 4">
            <a:extLst>
              <a:ext uri="{FF2B5EF4-FFF2-40B4-BE49-F238E27FC236}">
                <a16:creationId xmlns:a16="http://schemas.microsoft.com/office/drawing/2014/main" id="{BAB9FE7F-166B-49E0-8848-433615A6E5DB}"/>
              </a:ext>
            </a:extLst>
          </p:cNvPr>
          <p:cNvSpPr>
            <a:spLocks noGrp="1"/>
          </p:cNvSpPr>
          <p:nvPr>
            <p:ph type="dt" sz="half" idx="10"/>
          </p:nvPr>
        </p:nvSpPr>
        <p:spPr/>
        <p:txBody>
          <a:bodyPr/>
          <a:lstStyle/>
          <a:p>
            <a:fld id="{19AB4D41-86C1-4908-B66A-0B50CEB3BF29}" type="datetimeFigureOut">
              <a:rPr lang="en-US" smtClean="0"/>
              <a:t>10/3/2025</a:t>
            </a:fld>
            <a:endParaRPr lang="en-US" dirty="0"/>
          </a:p>
        </p:txBody>
      </p:sp>
      <p:sp>
        <p:nvSpPr>
          <p:cNvPr id="6" name="Espace réservé du pied de page 5">
            <a:extLst>
              <a:ext uri="{FF2B5EF4-FFF2-40B4-BE49-F238E27FC236}">
                <a16:creationId xmlns:a16="http://schemas.microsoft.com/office/drawing/2014/main" id="{D0A8F927-F014-41B5-B8EF-69DE7CE4C5B2}"/>
              </a:ext>
            </a:extLst>
          </p:cNvPr>
          <p:cNvSpPr>
            <a:spLocks noGrp="1"/>
          </p:cNvSpPr>
          <p:nvPr>
            <p:ph type="ftr" sz="quarter" idx="11"/>
          </p:nvPr>
        </p:nvSpPr>
        <p:spPr/>
        <p:txBody>
          <a:bodyPr/>
          <a:lstStyle/>
          <a:p>
            <a:endParaRPr lang="en-US" dirty="0"/>
          </a:p>
        </p:txBody>
      </p:sp>
      <p:sp>
        <p:nvSpPr>
          <p:cNvPr id="7" name="Espace réservé du numéro de diapositive 6">
            <a:extLst>
              <a:ext uri="{FF2B5EF4-FFF2-40B4-BE49-F238E27FC236}">
                <a16:creationId xmlns:a16="http://schemas.microsoft.com/office/drawing/2014/main" id="{2A11D186-4280-469F-A0C7-05BC15E79960}"/>
              </a:ext>
            </a:extLst>
          </p:cNvPr>
          <p:cNvSpPr>
            <a:spLocks noGrp="1"/>
          </p:cNvSpPr>
          <p:nvPr>
            <p:ph type="sldNum" sz="quarter" idx="12"/>
          </p:nvPr>
        </p:nvSpPr>
        <p:spPr/>
        <p:txBody>
          <a:bodyPr/>
          <a:lstStyle/>
          <a:p>
            <a:fld id="{4FAB73BC-B049-4115-A692-8D63A059BFB8}" type="slidenum">
              <a:rPr lang="en-US" smtClean="0"/>
              <a:t>‹N°›</a:t>
            </a:fld>
            <a:endParaRPr lang="en-US" dirty="0"/>
          </a:p>
        </p:txBody>
      </p:sp>
    </p:spTree>
    <p:extLst>
      <p:ext uri="{BB962C8B-B14F-4D97-AF65-F5344CB8AC3E}">
        <p14:creationId xmlns:p14="http://schemas.microsoft.com/office/powerpoint/2010/main" val="211491416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BF88334-29F8-44D7-A046-AC41A8BC96B6}"/>
              </a:ext>
            </a:extLst>
          </p:cNvPr>
          <p:cNvSpPr>
            <a:spLocks noGrp="1"/>
          </p:cNvSpPr>
          <p:nvPr>
            <p:ph type="title"/>
          </p:nvPr>
        </p:nvSpPr>
        <p:spPr>
          <a:xfrm>
            <a:off x="839788" y="365125"/>
            <a:ext cx="10515600" cy="1325563"/>
          </a:xfrm>
        </p:spPr>
        <p:txBody>
          <a:bodyPr/>
          <a:lstStyle/>
          <a:p>
            <a:r>
              <a:rPr lang="fr-FR"/>
              <a:t>Modifiez le style du titre</a:t>
            </a:r>
            <a:endParaRPr lang="ar-MA"/>
          </a:p>
        </p:txBody>
      </p:sp>
      <p:sp>
        <p:nvSpPr>
          <p:cNvPr id="3" name="Espace réservé du texte 2">
            <a:extLst>
              <a:ext uri="{FF2B5EF4-FFF2-40B4-BE49-F238E27FC236}">
                <a16:creationId xmlns:a16="http://schemas.microsoft.com/office/drawing/2014/main" id="{05D534CF-18C8-47D4-B8FF-1EC0C1237CC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B2875A28-9530-425F-BAC4-8FAC23CF32E6}"/>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ar-MA"/>
          </a:p>
        </p:txBody>
      </p:sp>
      <p:sp>
        <p:nvSpPr>
          <p:cNvPr id="5" name="Espace réservé du texte 4">
            <a:extLst>
              <a:ext uri="{FF2B5EF4-FFF2-40B4-BE49-F238E27FC236}">
                <a16:creationId xmlns:a16="http://schemas.microsoft.com/office/drawing/2014/main" id="{9C0437B5-688B-47E8-93EC-F2D33D9D693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11B5B5A2-50B2-4FD7-B690-CFFB2FE97936}"/>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ar-MA"/>
          </a:p>
        </p:txBody>
      </p:sp>
      <p:sp>
        <p:nvSpPr>
          <p:cNvPr id="7" name="Espace réservé de la date 6">
            <a:extLst>
              <a:ext uri="{FF2B5EF4-FFF2-40B4-BE49-F238E27FC236}">
                <a16:creationId xmlns:a16="http://schemas.microsoft.com/office/drawing/2014/main" id="{3B4E1CB4-3785-4BE5-9DA6-56C80E39584A}"/>
              </a:ext>
            </a:extLst>
          </p:cNvPr>
          <p:cNvSpPr>
            <a:spLocks noGrp="1"/>
          </p:cNvSpPr>
          <p:nvPr>
            <p:ph type="dt" sz="half" idx="10"/>
          </p:nvPr>
        </p:nvSpPr>
        <p:spPr/>
        <p:txBody>
          <a:bodyPr/>
          <a:lstStyle/>
          <a:p>
            <a:fld id="{E6426E2C-56C1-4E0D-A793-0088A7FDD37E}" type="datetimeFigureOut">
              <a:rPr lang="en-US" smtClean="0"/>
              <a:t>10/3/2025</a:t>
            </a:fld>
            <a:endParaRPr lang="en-US" dirty="0"/>
          </a:p>
        </p:txBody>
      </p:sp>
      <p:sp>
        <p:nvSpPr>
          <p:cNvPr id="8" name="Espace réservé du pied de page 7">
            <a:extLst>
              <a:ext uri="{FF2B5EF4-FFF2-40B4-BE49-F238E27FC236}">
                <a16:creationId xmlns:a16="http://schemas.microsoft.com/office/drawing/2014/main" id="{A17A8439-0D48-45B4-A39E-82894D6E017F}"/>
              </a:ext>
            </a:extLst>
          </p:cNvPr>
          <p:cNvSpPr>
            <a:spLocks noGrp="1"/>
          </p:cNvSpPr>
          <p:nvPr>
            <p:ph type="ftr" sz="quarter" idx="11"/>
          </p:nvPr>
        </p:nvSpPr>
        <p:spPr/>
        <p:txBody>
          <a:bodyPr/>
          <a:lstStyle/>
          <a:p>
            <a:endParaRPr lang="en-US" dirty="0"/>
          </a:p>
        </p:txBody>
      </p:sp>
      <p:sp>
        <p:nvSpPr>
          <p:cNvPr id="9" name="Espace réservé du numéro de diapositive 8">
            <a:extLst>
              <a:ext uri="{FF2B5EF4-FFF2-40B4-BE49-F238E27FC236}">
                <a16:creationId xmlns:a16="http://schemas.microsoft.com/office/drawing/2014/main" id="{A164EDED-79D0-45BE-99E9-46478838A8EB}"/>
              </a:ext>
            </a:extLst>
          </p:cNvPr>
          <p:cNvSpPr>
            <a:spLocks noGrp="1"/>
          </p:cNvSpPr>
          <p:nvPr>
            <p:ph type="sldNum" sz="quarter" idx="12"/>
          </p:nvPr>
        </p:nvSpPr>
        <p:spPr/>
        <p:txBody>
          <a:bodyPr/>
          <a:lstStyle/>
          <a:p>
            <a:fld id="{4FAB73BC-B049-4115-A692-8D63A059BFB8}" type="slidenum">
              <a:rPr lang="en-US" smtClean="0"/>
              <a:t>‹N°›</a:t>
            </a:fld>
            <a:endParaRPr lang="en-US" dirty="0"/>
          </a:p>
        </p:txBody>
      </p:sp>
    </p:spTree>
    <p:extLst>
      <p:ext uri="{BB962C8B-B14F-4D97-AF65-F5344CB8AC3E}">
        <p14:creationId xmlns:p14="http://schemas.microsoft.com/office/powerpoint/2010/main" val="408675480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F6BD93C-327A-40A7-9228-AA3FCA677857}"/>
              </a:ext>
            </a:extLst>
          </p:cNvPr>
          <p:cNvSpPr>
            <a:spLocks noGrp="1"/>
          </p:cNvSpPr>
          <p:nvPr>
            <p:ph type="title"/>
          </p:nvPr>
        </p:nvSpPr>
        <p:spPr/>
        <p:txBody>
          <a:bodyPr/>
          <a:lstStyle/>
          <a:p>
            <a:r>
              <a:rPr lang="fr-FR"/>
              <a:t>Modifiez le style du titre</a:t>
            </a:r>
            <a:endParaRPr lang="ar-MA"/>
          </a:p>
        </p:txBody>
      </p:sp>
      <p:sp>
        <p:nvSpPr>
          <p:cNvPr id="3" name="Espace réservé de la date 2">
            <a:extLst>
              <a:ext uri="{FF2B5EF4-FFF2-40B4-BE49-F238E27FC236}">
                <a16:creationId xmlns:a16="http://schemas.microsoft.com/office/drawing/2014/main" id="{BCC3B92F-DDDE-4C58-A9E9-0F83A2DEF2FE}"/>
              </a:ext>
            </a:extLst>
          </p:cNvPr>
          <p:cNvSpPr>
            <a:spLocks noGrp="1"/>
          </p:cNvSpPr>
          <p:nvPr>
            <p:ph type="dt" sz="half" idx="10"/>
          </p:nvPr>
        </p:nvSpPr>
        <p:spPr/>
        <p:txBody>
          <a:bodyPr/>
          <a:lstStyle/>
          <a:p>
            <a:fld id="{C8C39B41-D8B5-4052-B551-9B5525EAA8B6}" type="datetimeFigureOut">
              <a:rPr lang="en-US" smtClean="0"/>
              <a:t>10/3/2025</a:t>
            </a:fld>
            <a:endParaRPr lang="en-US" dirty="0"/>
          </a:p>
        </p:txBody>
      </p:sp>
      <p:sp>
        <p:nvSpPr>
          <p:cNvPr id="4" name="Espace réservé du pied de page 3">
            <a:extLst>
              <a:ext uri="{FF2B5EF4-FFF2-40B4-BE49-F238E27FC236}">
                <a16:creationId xmlns:a16="http://schemas.microsoft.com/office/drawing/2014/main" id="{F1FC4160-15F9-4DDD-A4CC-8A4C3C3DD52A}"/>
              </a:ext>
            </a:extLst>
          </p:cNvPr>
          <p:cNvSpPr>
            <a:spLocks noGrp="1"/>
          </p:cNvSpPr>
          <p:nvPr>
            <p:ph type="ftr" sz="quarter" idx="11"/>
          </p:nvPr>
        </p:nvSpPr>
        <p:spPr/>
        <p:txBody>
          <a:bodyPr/>
          <a:lstStyle/>
          <a:p>
            <a:endParaRPr lang="en-US" dirty="0"/>
          </a:p>
        </p:txBody>
      </p:sp>
      <p:sp>
        <p:nvSpPr>
          <p:cNvPr id="5" name="Espace réservé du numéro de diapositive 4">
            <a:extLst>
              <a:ext uri="{FF2B5EF4-FFF2-40B4-BE49-F238E27FC236}">
                <a16:creationId xmlns:a16="http://schemas.microsoft.com/office/drawing/2014/main" id="{92E8458A-7397-469D-9DDF-7933BCE28A5E}"/>
              </a:ext>
            </a:extLst>
          </p:cNvPr>
          <p:cNvSpPr>
            <a:spLocks noGrp="1"/>
          </p:cNvSpPr>
          <p:nvPr>
            <p:ph type="sldNum" sz="quarter" idx="12"/>
          </p:nvPr>
        </p:nvSpPr>
        <p:spPr/>
        <p:txBody>
          <a:bodyPr/>
          <a:lstStyle/>
          <a:p>
            <a:fld id="{4FAB73BC-B049-4115-A692-8D63A059BFB8}" type="slidenum">
              <a:rPr lang="en-US" smtClean="0"/>
              <a:t>‹N°›</a:t>
            </a:fld>
            <a:endParaRPr lang="en-US" dirty="0"/>
          </a:p>
        </p:txBody>
      </p:sp>
    </p:spTree>
    <p:extLst>
      <p:ext uri="{BB962C8B-B14F-4D97-AF65-F5344CB8AC3E}">
        <p14:creationId xmlns:p14="http://schemas.microsoft.com/office/powerpoint/2010/main" val="184748304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97EBA5F3-AA48-458B-885D-55FC20598BFC}"/>
              </a:ext>
            </a:extLst>
          </p:cNvPr>
          <p:cNvSpPr>
            <a:spLocks noGrp="1"/>
          </p:cNvSpPr>
          <p:nvPr>
            <p:ph type="dt" sz="half" idx="10"/>
          </p:nvPr>
        </p:nvSpPr>
        <p:spPr/>
        <p:txBody>
          <a:bodyPr/>
          <a:lstStyle/>
          <a:p>
            <a:fld id="{4D94136C-8742-45B2-AF27-D93DF72833A9}" type="datetimeFigureOut">
              <a:rPr lang="en-US" smtClean="0"/>
              <a:t>10/3/2025</a:t>
            </a:fld>
            <a:endParaRPr lang="en-US" dirty="0"/>
          </a:p>
        </p:txBody>
      </p:sp>
      <p:sp>
        <p:nvSpPr>
          <p:cNvPr id="3" name="Espace réservé du pied de page 2">
            <a:extLst>
              <a:ext uri="{FF2B5EF4-FFF2-40B4-BE49-F238E27FC236}">
                <a16:creationId xmlns:a16="http://schemas.microsoft.com/office/drawing/2014/main" id="{D4053699-14AE-4818-B8D2-06722169F2F4}"/>
              </a:ext>
            </a:extLst>
          </p:cNvPr>
          <p:cNvSpPr>
            <a:spLocks noGrp="1"/>
          </p:cNvSpPr>
          <p:nvPr>
            <p:ph type="ftr" sz="quarter" idx="11"/>
          </p:nvPr>
        </p:nvSpPr>
        <p:spPr/>
        <p:txBody>
          <a:bodyPr/>
          <a:lstStyle/>
          <a:p>
            <a:endParaRPr lang="en-US" dirty="0"/>
          </a:p>
        </p:txBody>
      </p:sp>
      <p:sp>
        <p:nvSpPr>
          <p:cNvPr id="4" name="Espace réservé du numéro de diapositive 3">
            <a:extLst>
              <a:ext uri="{FF2B5EF4-FFF2-40B4-BE49-F238E27FC236}">
                <a16:creationId xmlns:a16="http://schemas.microsoft.com/office/drawing/2014/main" id="{7F91B1EB-92FB-47F6-A918-F5A4E60C05F3}"/>
              </a:ext>
            </a:extLst>
          </p:cNvPr>
          <p:cNvSpPr>
            <a:spLocks noGrp="1"/>
          </p:cNvSpPr>
          <p:nvPr>
            <p:ph type="sldNum" sz="quarter" idx="12"/>
          </p:nvPr>
        </p:nvSpPr>
        <p:spPr/>
        <p:txBody>
          <a:bodyPr/>
          <a:lstStyle/>
          <a:p>
            <a:fld id="{4FAB73BC-B049-4115-A692-8D63A059BFB8}" type="slidenum">
              <a:rPr lang="en-US" smtClean="0"/>
              <a:pPr/>
              <a:t>‹N°›</a:t>
            </a:fld>
            <a:endParaRPr lang="en-US" dirty="0"/>
          </a:p>
        </p:txBody>
      </p:sp>
    </p:spTree>
    <p:extLst>
      <p:ext uri="{BB962C8B-B14F-4D97-AF65-F5344CB8AC3E}">
        <p14:creationId xmlns:p14="http://schemas.microsoft.com/office/powerpoint/2010/main" val="1127417908"/>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8748E8-A260-4477-BBC1-7D9E087F926A}"/>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ar-MA"/>
          </a:p>
        </p:txBody>
      </p:sp>
      <p:sp>
        <p:nvSpPr>
          <p:cNvPr id="3" name="Espace réservé du contenu 2">
            <a:extLst>
              <a:ext uri="{FF2B5EF4-FFF2-40B4-BE49-F238E27FC236}">
                <a16:creationId xmlns:a16="http://schemas.microsoft.com/office/drawing/2014/main" id="{D0B0EB5E-4A99-4946-9E9E-6342D6C26F8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ar-MA"/>
          </a:p>
        </p:txBody>
      </p:sp>
      <p:sp>
        <p:nvSpPr>
          <p:cNvPr id="4" name="Espace réservé du texte 3">
            <a:extLst>
              <a:ext uri="{FF2B5EF4-FFF2-40B4-BE49-F238E27FC236}">
                <a16:creationId xmlns:a16="http://schemas.microsoft.com/office/drawing/2014/main" id="{B35C6F61-AAA1-4B88-84C9-DD28C13B0B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3679A878-F41B-4CDA-8E6F-F0842E6B8BE9}"/>
              </a:ext>
            </a:extLst>
          </p:cNvPr>
          <p:cNvSpPr>
            <a:spLocks noGrp="1"/>
          </p:cNvSpPr>
          <p:nvPr>
            <p:ph type="dt" sz="half" idx="10"/>
          </p:nvPr>
        </p:nvSpPr>
        <p:spPr/>
        <p:txBody>
          <a:bodyPr/>
          <a:lstStyle/>
          <a:p>
            <a:fld id="{32ABBEA6-7C60-4B02-AE87-00D78D8422AF}" type="datetimeFigureOut">
              <a:rPr lang="en-US" smtClean="0"/>
              <a:t>10/3/2025</a:t>
            </a:fld>
            <a:endParaRPr lang="en-US" dirty="0"/>
          </a:p>
        </p:txBody>
      </p:sp>
      <p:sp>
        <p:nvSpPr>
          <p:cNvPr id="6" name="Espace réservé du pied de page 5">
            <a:extLst>
              <a:ext uri="{FF2B5EF4-FFF2-40B4-BE49-F238E27FC236}">
                <a16:creationId xmlns:a16="http://schemas.microsoft.com/office/drawing/2014/main" id="{26F14464-362C-4AD6-8388-E082C0B1363B}"/>
              </a:ext>
            </a:extLst>
          </p:cNvPr>
          <p:cNvSpPr>
            <a:spLocks noGrp="1"/>
          </p:cNvSpPr>
          <p:nvPr>
            <p:ph type="ftr" sz="quarter" idx="11"/>
          </p:nvPr>
        </p:nvSpPr>
        <p:spPr/>
        <p:txBody>
          <a:bodyPr/>
          <a:lstStyle/>
          <a:p>
            <a:endParaRPr lang="en-US" dirty="0"/>
          </a:p>
        </p:txBody>
      </p:sp>
      <p:sp>
        <p:nvSpPr>
          <p:cNvPr id="7" name="Espace réservé du numéro de diapositive 6">
            <a:extLst>
              <a:ext uri="{FF2B5EF4-FFF2-40B4-BE49-F238E27FC236}">
                <a16:creationId xmlns:a16="http://schemas.microsoft.com/office/drawing/2014/main" id="{E70270C7-A12A-42D0-9A8A-E7EF00EBF7A5}"/>
              </a:ext>
            </a:extLst>
          </p:cNvPr>
          <p:cNvSpPr>
            <a:spLocks noGrp="1"/>
          </p:cNvSpPr>
          <p:nvPr>
            <p:ph type="sldNum" sz="quarter" idx="12"/>
          </p:nvPr>
        </p:nvSpPr>
        <p:spPr/>
        <p:txBody>
          <a:bodyPr/>
          <a:lstStyle/>
          <a:p>
            <a:fld id="{4FAB73BC-B049-4115-A692-8D63A059BFB8}" type="slidenum">
              <a:rPr lang="en-US" smtClean="0"/>
              <a:pPr/>
              <a:t>‹N°›</a:t>
            </a:fld>
            <a:endParaRPr lang="en-US" dirty="0"/>
          </a:p>
        </p:txBody>
      </p:sp>
    </p:spTree>
    <p:extLst>
      <p:ext uri="{BB962C8B-B14F-4D97-AF65-F5344CB8AC3E}">
        <p14:creationId xmlns:p14="http://schemas.microsoft.com/office/powerpoint/2010/main" val="1429484758"/>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56F271A-A680-486E-BD5D-5957D120B7FC}"/>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ar-MA"/>
          </a:p>
        </p:txBody>
      </p:sp>
      <p:sp>
        <p:nvSpPr>
          <p:cNvPr id="3" name="Espace réservé pour une image  2">
            <a:extLst>
              <a:ext uri="{FF2B5EF4-FFF2-40B4-BE49-F238E27FC236}">
                <a16:creationId xmlns:a16="http://schemas.microsoft.com/office/drawing/2014/main" id="{20BF9643-0C5D-4CAF-B609-8E70ED0040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ar-MA"/>
          </a:p>
        </p:txBody>
      </p:sp>
      <p:sp>
        <p:nvSpPr>
          <p:cNvPr id="4" name="Espace réservé du texte 3">
            <a:extLst>
              <a:ext uri="{FF2B5EF4-FFF2-40B4-BE49-F238E27FC236}">
                <a16:creationId xmlns:a16="http://schemas.microsoft.com/office/drawing/2014/main" id="{EB31F394-F53C-4A6E-B539-AC77DE446F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3499AF97-4937-43F8-BD2F-2E4BDF2DE8A8}"/>
              </a:ext>
            </a:extLst>
          </p:cNvPr>
          <p:cNvSpPr>
            <a:spLocks noGrp="1"/>
          </p:cNvSpPr>
          <p:nvPr>
            <p:ph type="dt" sz="half" idx="10"/>
          </p:nvPr>
        </p:nvSpPr>
        <p:spPr/>
        <p:txBody>
          <a:bodyPr/>
          <a:lstStyle/>
          <a:p>
            <a:fld id="{C9CAD897-D46E-4AD2-BD9B-49DD3E640873}" type="datetimeFigureOut">
              <a:rPr lang="en-US" smtClean="0"/>
              <a:t>10/3/2025</a:t>
            </a:fld>
            <a:endParaRPr lang="en-US" dirty="0"/>
          </a:p>
        </p:txBody>
      </p:sp>
      <p:sp>
        <p:nvSpPr>
          <p:cNvPr id="6" name="Espace réservé du pied de page 5">
            <a:extLst>
              <a:ext uri="{FF2B5EF4-FFF2-40B4-BE49-F238E27FC236}">
                <a16:creationId xmlns:a16="http://schemas.microsoft.com/office/drawing/2014/main" id="{232526DF-A67A-443F-8F28-519A41B62524}"/>
              </a:ext>
            </a:extLst>
          </p:cNvPr>
          <p:cNvSpPr>
            <a:spLocks noGrp="1"/>
          </p:cNvSpPr>
          <p:nvPr>
            <p:ph type="ftr" sz="quarter" idx="11"/>
          </p:nvPr>
        </p:nvSpPr>
        <p:spPr/>
        <p:txBody>
          <a:bodyPr/>
          <a:lstStyle/>
          <a:p>
            <a:endParaRPr lang="en-US" dirty="0"/>
          </a:p>
        </p:txBody>
      </p:sp>
      <p:sp>
        <p:nvSpPr>
          <p:cNvPr id="7" name="Espace réservé du numéro de diapositive 6">
            <a:extLst>
              <a:ext uri="{FF2B5EF4-FFF2-40B4-BE49-F238E27FC236}">
                <a16:creationId xmlns:a16="http://schemas.microsoft.com/office/drawing/2014/main" id="{5E6E69B4-9F01-4C28-A499-C3B05B39AA3F}"/>
              </a:ext>
            </a:extLst>
          </p:cNvPr>
          <p:cNvSpPr>
            <a:spLocks noGrp="1"/>
          </p:cNvSpPr>
          <p:nvPr>
            <p:ph type="sldNum" sz="quarter" idx="12"/>
          </p:nvPr>
        </p:nvSpPr>
        <p:spPr/>
        <p:txBody>
          <a:bodyPr/>
          <a:lstStyle/>
          <a:p>
            <a:fld id="{4FAB73BC-B049-4115-A692-8D63A059BFB8}" type="slidenum">
              <a:rPr lang="en-US" smtClean="0"/>
              <a:t>‹N°›</a:t>
            </a:fld>
            <a:endParaRPr lang="en-US" dirty="0"/>
          </a:p>
        </p:txBody>
      </p:sp>
    </p:spTree>
    <p:extLst>
      <p:ext uri="{BB962C8B-B14F-4D97-AF65-F5344CB8AC3E}">
        <p14:creationId xmlns:p14="http://schemas.microsoft.com/office/powerpoint/2010/main" val="204948174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6BC4888-D200-4FEA-BD3A-12B164CE4719}"/>
              </a:ext>
            </a:extLst>
          </p:cNvPr>
          <p:cNvSpPr>
            <a:spLocks noGrp="1"/>
          </p:cNvSpPr>
          <p:nvPr>
            <p:ph type="title"/>
          </p:nvPr>
        </p:nvSpPr>
        <p:spPr/>
        <p:txBody>
          <a:bodyPr/>
          <a:lstStyle/>
          <a:p>
            <a:r>
              <a:rPr lang="fr-FR"/>
              <a:t>Modifiez le style du titre</a:t>
            </a:r>
            <a:endParaRPr lang="ar-MA"/>
          </a:p>
        </p:txBody>
      </p:sp>
      <p:sp>
        <p:nvSpPr>
          <p:cNvPr id="3" name="Espace réservé du texte vertical 2">
            <a:extLst>
              <a:ext uri="{FF2B5EF4-FFF2-40B4-BE49-F238E27FC236}">
                <a16:creationId xmlns:a16="http://schemas.microsoft.com/office/drawing/2014/main" id="{6CBE1CBA-9F93-4BE5-A21D-5B508196A092}"/>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ar-MA"/>
          </a:p>
        </p:txBody>
      </p:sp>
      <p:sp>
        <p:nvSpPr>
          <p:cNvPr id="4" name="Espace réservé de la date 3">
            <a:extLst>
              <a:ext uri="{FF2B5EF4-FFF2-40B4-BE49-F238E27FC236}">
                <a16:creationId xmlns:a16="http://schemas.microsoft.com/office/drawing/2014/main" id="{13364ECE-98E7-4B68-8BFE-E00AC596FD66}"/>
              </a:ext>
            </a:extLst>
          </p:cNvPr>
          <p:cNvSpPr>
            <a:spLocks noGrp="1"/>
          </p:cNvSpPr>
          <p:nvPr>
            <p:ph type="dt" sz="half" idx="10"/>
          </p:nvPr>
        </p:nvSpPr>
        <p:spPr/>
        <p:txBody>
          <a:bodyPr/>
          <a:lstStyle/>
          <a:p>
            <a:fld id="{2E2D6473-DF6D-4702-B328-E0DD40540A4E}" type="datetimeFigureOut">
              <a:rPr lang="en-US" smtClean="0"/>
              <a:t>10/3/2025</a:t>
            </a:fld>
            <a:endParaRPr lang="en-US" dirty="0"/>
          </a:p>
        </p:txBody>
      </p:sp>
      <p:sp>
        <p:nvSpPr>
          <p:cNvPr id="5" name="Espace réservé du pied de page 4">
            <a:extLst>
              <a:ext uri="{FF2B5EF4-FFF2-40B4-BE49-F238E27FC236}">
                <a16:creationId xmlns:a16="http://schemas.microsoft.com/office/drawing/2014/main" id="{024BAA96-A8A7-476D-A29C-D4730C89AEDB}"/>
              </a:ext>
            </a:extLst>
          </p:cNvPr>
          <p:cNvSpPr>
            <a:spLocks noGrp="1"/>
          </p:cNvSpPr>
          <p:nvPr>
            <p:ph type="ftr" sz="quarter" idx="11"/>
          </p:nvPr>
        </p:nvSpPr>
        <p:spPr/>
        <p:txBody>
          <a:bodyPr/>
          <a:lstStyle/>
          <a:p>
            <a:endParaRPr lang="en-US" dirty="0"/>
          </a:p>
        </p:txBody>
      </p:sp>
      <p:sp>
        <p:nvSpPr>
          <p:cNvPr id="6" name="Espace réservé du numéro de diapositive 5">
            <a:extLst>
              <a:ext uri="{FF2B5EF4-FFF2-40B4-BE49-F238E27FC236}">
                <a16:creationId xmlns:a16="http://schemas.microsoft.com/office/drawing/2014/main" id="{4750B41D-2765-48E4-B23D-4FC294C676F2}"/>
              </a:ext>
            </a:extLst>
          </p:cNvPr>
          <p:cNvSpPr>
            <a:spLocks noGrp="1"/>
          </p:cNvSpPr>
          <p:nvPr>
            <p:ph type="sldNum" sz="quarter" idx="12"/>
          </p:nvPr>
        </p:nvSpPr>
        <p:spPr/>
        <p:txBody>
          <a:bodyPr/>
          <a:lstStyle/>
          <a:p>
            <a:fld id="{4FAB73BC-B049-4115-A692-8D63A059BFB8}" type="slidenum">
              <a:rPr lang="en-US" smtClean="0"/>
              <a:t>‹N°›</a:t>
            </a:fld>
            <a:endParaRPr lang="en-US" dirty="0"/>
          </a:p>
        </p:txBody>
      </p:sp>
    </p:spTree>
    <p:extLst>
      <p:ext uri="{BB962C8B-B14F-4D97-AF65-F5344CB8AC3E}">
        <p14:creationId xmlns:p14="http://schemas.microsoft.com/office/powerpoint/2010/main" val="307504508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9A6888A9-6229-4BA0-80E6-525D12F7A920}"/>
              </a:ext>
            </a:extLst>
          </p:cNvPr>
          <p:cNvSpPr>
            <a:spLocks noGrp="1"/>
          </p:cNvSpPr>
          <p:nvPr>
            <p:ph type="title" orient="vert"/>
          </p:nvPr>
        </p:nvSpPr>
        <p:spPr>
          <a:xfrm>
            <a:off x="8724900" y="365125"/>
            <a:ext cx="2628900" cy="5811838"/>
          </a:xfrm>
        </p:spPr>
        <p:txBody>
          <a:bodyPr vert="eaVert"/>
          <a:lstStyle/>
          <a:p>
            <a:r>
              <a:rPr lang="fr-FR"/>
              <a:t>Modifiez le style du titre</a:t>
            </a:r>
            <a:endParaRPr lang="ar-MA"/>
          </a:p>
        </p:txBody>
      </p:sp>
      <p:sp>
        <p:nvSpPr>
          <p:cNvPr id="3" name="Espace réservé du texte vertical 2">
            <a:extLst>
              <a:ext uri="{FF2B5EF4-FFF2-40B4-BE49-F238E27FC236}">
                <a16:creationId xmlns:a16="http://schemas.microsoft.com/office/drawing/2014/main" id="{62CF3EF4-6BE1-4E31-ABD5-5D7DB48AB0AF}"/>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ar-MA"/>
          </a:p>
        </p:txBody>
      </p:sp>
      <p:sp>
        <p:nvSpPr>
          <p:cNvPr id="4" name="Espace réservé de la date 3">
            <a:extLst>
              <a:ext uri="{FF2B5EF4-FFF2-40B4-BE49-F238E27FC236}">
                <a16:creationId xmlns:a16="http://schemas.microsoft.com/office/drawing/2014/main" id="{C4CBE09A-1182-40C0-979E-BC1F8C61CD61}"/>
              </a:ext>
            </a:extLst>
          </p:cNvPr>
          <p:cNvSpPr>
            <a:spLocks noGrp="1"/>
          </p:cNvSpPr>
          <p:nvPr>
            <p:ph type="dt" sz="half" idx="10"/>
          </p:nvPr>
        </p:nvSpPr>
        <p:spPr/>
        <p:txBody>
          <a:bodyPr/>
          <a:lstStyle/>
          <a:p>
            <a:fld id="{E26F7E3A-B166-407D-9866-32884E7D5B37}" type="datetimeFigureOut">
              <a:rPr lang="en-US" smtClean="0"/>
              <a:t>10/3/2025</a:t>
            </a:fld>
            <a:endParaRPr lang="en-US" dirty="0"/>
          </a:p>
        </p:txBody>
      </p:sp>
      <p:sp>
        <p:nvSpPr>
          <p:cNvPr id="5" name="Espace réservé du pied de page 4">
            <a:extLst>
              <a:ext uri="{FF2B5EF4-FFF2-40B4-BE49-F238E27FC236}">
                <a16:creationId xmlns:a16="http://schemas.microsoft.com/office/drawing/2014/main" id="{7F404837-B10D-45D8-BDB6-4146C673680B}"/>
              </a:ext>
            </a:extLst>
          </p:cNvPr>
          <p:cNvSpPr>
            <a:spLocks noGrp="1"/>
          </p:cNvSpPr>
          <p:nvPr>
            <p:ph type="ftr" sz="quarter" idx="11"/>
          </p:nvPr>
        </p:nvSpPr>
        <p:spPr/>
        <p:txBody>
          <a:bodyPr/>
          <a:lstStyle/>
          <a:p>
            <a:endParaRPr lang="en-US" dirty="0"/>
          </a:p>
        </p:txBody>
      </p:sp>
      <p:sp>
        <p:nvSpPr>
          <p:cNvPr id="6" name="Espace réservé du numéro de diapositive 5">
            <a:extLst>
              <a:ext uri="{FF2B5EF4-FFF2-40B4-BE49-F238E27FC236}">
                <a16:creationId xmlns:a16="http://schemas.microsoft.com/office/drawing/2014/main" id="{DF9E8221-8E03-4449-A916-021D697F206D}"/>
              </a:ext>
            </a:extLst>
          </p:cNvPr>
          <p:cNvSpPr>
            <a:spLocks noGrp="1"/>
          </p:cNvSpPr>
          <p:nvPr>
            <p:ph type="sldNum" sz="quarter" idx="12"/>
          </p:nvPr>
        </p:nvSpPr>
        <p:spPr/>
        <p:txBody>
          <a:bodyPr/>
          <a:lstStyle/>
          <a:p>
            <a:fld id="{4FAB73BC-B049-4115-A692-8D63A059BFB8}" type="slidenum">
              <a:rPr lang="en-US" smtClean="0"/>
              <a:t>‹N°›</a:t>
            </a:fld>
            <a:endParaRPr lang="en-US" dirty="0"/>
          </a:p>
        </p:txBody>
      </p:sp>
    </p:spTree>
    <p:extLst>
      <p:ext uri="{BB962C8B-B14F-4D97-AF65-F5344CB8AC3E}">
        <p14:creationId xmlns:p14="http://schemas.microsoft.com/office/powerpoint/2010/main" val="1687647218"/>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DA23DCB0-735A-4D10-AA51-8AA5C71D86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ar-MA"/>
          </a:p>
        </p:txBody>
      </p:sp>
      <p:sp>
        <p:nvSpPr>
          <p:cNvPr id="3" name="Espace réservé du texte 2">
            <a:extLst>
              <a:ext uri="{FF2B5EF4-FFF2-40B4-BE49-F238E27FC236}">
                <a16:creationId xmlns:a16="http://schemas.microsoft.com/office/drawing/2014/main" id="{CF79781B-111F-4569-9E25-4D156548EE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ar-MA"/>
          </a:p>
        </p:txBody>
      </p:sp>
      <p:sp>
        <p:nvSpPr>
          <p:cNvPr id="4" name="Espace réservé de la date 3">
            <a:extLst>
              <a:ext uri="{FF2B5EF4-FFF2-40B4-BE49-F238E27FC236}">
                <a16:creationId xmlns:a16="http://schemas.microsoft.com/office/drawing/2014/main" id="{F679C499-A8D8-4BE1-A9C7-67A56FFABF5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624D31-43A5-475A-80CF-332C9F6DCF35}" type="datetimeFigureOut">
              <a:rPr lang="en-US" smtClean="0"/>
              <a:t>10/3/2025</a:t>
            </a:fld>
            <a:endParaRPr lang="en-US" dirty="0"/>
          </a:p>
        </p:txBody>
      </p:sp>
      <p:sp>
        <p:nvSpPr>
          <p:cNvPr id="5" name="Espace réservé du pied de page 4">
            <a:extLst>
              <a:ext uri="{FF2B5EF4-FFF2-40B4-BE49-F238E27FC236}">
                <a16:creationId xmlns:a16="http://schemas.microsoft.com/office/drawing/2014/main" id="{1A8F38E4-E17D-44F1-8D8E-720E44BCD29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Espace réservé du numéro de diapositive 5">
            <a:extLst>
              <a:ext uri="{FF2B5EF4-FFF2-40B4-BE49-F238E27FC236}">
                <a16:creationId xmlns:a16="http://schemas.microsoft.com/office/drawing/2014/main" id="{2EA2239F-65C5-46D2-9982-0C591ADDB2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AB73BC-B049-4115-A692-8D63A059BFB8}" type="slidenum">
              <a:rPr lang="en-US" smtClean="0"/>
              <a:pPr/>
              <a:t>‹N°›</a:t>
            </a:fld>
            <a:endParaRPr lang="en-US" dirty="0"/>
          </a:p>
        </p:txBody>
      </p:sp>
    </p:spTree>
    <p:extLst>
      <p:ext uri="{BB962C8B-B14F-4D97-AF65-F5344CB8AC3E}">
        <p14:creationId xmlns:p14="http://schemas.microsoft.com/office/powerpoint/2010/main" val="229572601"/>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ar-M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www.agilemodeling.com/artifacts/useCaseDiagram.htm" TargetMode="External"/><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12" Type="http://schemas.openxmlformats.org/officeDocument/2006/relationships/image" Target="../media/image34.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image" Target="../media/image33.png"/><Relationship Id="rId5" Type="http://schemas.openxmlformats.org/officeDocument/2006/relationships/image" Target="../media/image27.pn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image" Target="../media/image35.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992EA3E-A478-45AF-8BCF-AA318BB56406}"/>
              </a:ext>
            </a:extLst>
          </p:cNvPr>
          <p:cNvSpPr>
            <a:spLocks noGrp="1"/>
          </p:cNvSpPr>
          <p:nvPr>
            <p:ph type="title"/>
          </p:nvPr>
        </p:nvSpPr>
        <p:spPr>
          <a:xfrm>
            <a:off x="1" y="4908095"/>
            <a:ext cx="7769412" cy="1396152"/>
          </a:xfrm>
        </p:spPr>
        <p:txBody>
          <a:bodyPr>
            <a:noAutofit/>
          </a:bodyPr>
          <a:lstStyle/>
          <a:p>
            <a:r>
              <a:rPr lang="fr-FR" sz="5333" dirty="0">
                <a:solidFill>
                  <a:schemeClr val="bg2">
                    <a:lumMod val="10000"/>
                  </a:schemeClr>
                </a:solidFill>
              </a:rPr>
              <a:t>Méthodes de conception orientée objet </a:t>
            </a:r>
            <a:endParaRPr lang="en-IN" sz="3600" dirty="0">
              <a:solidFill>
                <a:schemeClr val="bg2">
                  <a:lumMod val="10000"/>
                </a:schemeClr>
              </a:solidFill>
            </a:endParaRPr>
          </a:p>
        </p:txBody>
      </p:sp>
      <p:sp>
        <p:nvSpPr>
          <p:cNvPr id="5" name="Text Placeholder 4">
            <a:extLst>
              <a:ext uri="{FF2B5EF4-FFF2-40B4-BE49-F238E27FC236}">
                <a16:creationId xmlns:a16="http://schemas.microsoft.com/office/drawing/2014/main" id="{E0C7514F-103F-498E-B864-8F5B1FE5E87C}"/>
              </a:ext>
            </a:extLst>
          </p:cNvPr>
          <p:cNvSpPr>
            <a:spLocks noGrp="1"/>
          </p:cNvSpPr>
          <p:nvPr>
            <p:ph type="body" idx="1"/>
          </p:nvPr>
        </p:nvSpPr>
        <p:spPr>
          <a:xfrm>
            <a:off x="8511419" y="5643333"/>
            <a:ext cx="3200400" cy="992796"/>
          </a:xfrm>
        </p:spPr>
        <p:txBody>
          <a:bodyPr/>
          <a:lstStyle/>
          <a:p>
            <a:r>
              <a:rPr lang="en-IN" dirty="0">
                <a:solidFill>
                  <a:schemeClr val="accent3">
                    <a:lumMod val="75000"/>
                  </a:schemeClr>
                </a:solidFill>
              </a:rPr>
              <a:t>Pr. AMINA ABOULMIRA</a:t>
            </a:r>
          </a:p>
        </p:txBody>
      </p:sp>
      <p:sp>
        <p:nvSpPr>
          <p:cNvPr id="3" name="Sous-titre 2">
            <a:extLst>
              <a:ext uri="{FF2B5EF4-FFF2-40B4-BE49-F238E27FC236}">
                <a16:creationId xmlns:a16="http://schemas.microsoft.com/office/drawing/2014/main" id="{F421A536-FAB3-A183-8059-3F83B2F9B295}"/>
              </a:ext>
            </a:extLst>
          </p:cNvPr>
          <p:cNvSpPr txBox="1">
            <a:spLocks/>
          </p:cNvSpPr>
          <p:nvPr/>
        </p:nvSpPr>
        <p:spPr>
          <a:xfrm>
            <a:off x="312840" y="6201005"/>
            <a:ext cx="5486400" cy="528400"/>
          </a:xfrm>
          <a:prstGeom prst="rect">
            <a:avLst/>
          </a:prstGeom>
          <a:noFill/>
          <a:ln>
            <a:noFill/>
          </a:ln>
        </p:spPr>
        <p:txBody>
          <a:bodyPr spcFirstLastPara="1" wrap="square" lIns="121920" tIns="60960" rIns="121920" bIns="60960" anchor="ctr" anchorCtr="0">
            <a:normAutofit fontScale="92500"/>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SzPts val="1400"/>
              <a:buFont typeface="Roboto"/>
              <a:buNone/>
              <a:defRPr sz="1350" b="0" i="0" u="none" strike="noStrike" cap="none">
                <a:solidFill>
                  <a:schemeClr val="tx1">
                    <a:lumMod val="95000"/>
                    <a:lumOff val="5000"/>
                  </a:schemeClr>
                </a:solidFill>
                <a:latin typeface="Roboto"/>
                <a:ea typeface="Roboto"/>
                <a:cs typeface="Roboto"/>
                <a:sym typeface="Roboto"/>
              </a:defRPr>
            </a:lvl1pPr>
            <a:lvl2pPr marL="342900" marR="0" lvl="1" indent="0" algn="l" rtl="0">
              <a:lnSpc>
                <a:spcPct val="100000"/>
              </a:lnSpc>
              <a:spcBef>
                <a:spcPts val="0"/>
              </a:spcBef>
              <a:spcAft>
                <a:spcPts val="0"/>
              </a:spcAft>
              <a:buClr>
                <a:schemeClr val="dk1"/>
              </a:buClr>
              <a:buSzPts val="1400"/>
              <a:buFont typeface="Roboto"/>
              <a:buNone/>
              <a:defRPr sz="1350" b="0" i="0" u="none" strike="noStrike" cap="none">
                <a:solidFill>
                  <a:schemeClr val="tx1">
                    <a:tint val="75000"/>
                  </a:schemeClr>
                </a:solidFill>
                <a:latin typeface="Roboto"/>
                <a:ea typeface="Roboto"/>
                <a:cs typeface="Roboto"/>
                <a:sym typeface="Roboto"/>
              </a:defRPr>
            </a:lvl2pPr>
            <a:lvl3pPr marL="685800" marR="0" lvl="2" indent="0" algn="l" rtl="0">
              <a:lnSpc>
                <a:spcPct val="100000"/>
              </a:lnSpc>
              <a:spcBef>
                <a:spcPts val="0"/>
              </a:spcBef>
              <a:spcAft>
                <a:spcPts val="0"/>
              </a:spcAft>
              <a:buClr>
                <a:schemeClr val="dk1"/>
              </a:buClr>
              <a:buSzPts val="1400"/>
              <a:buFont typeface="Roboto"/>
              <a:buNone/>
              <a:defRPr sz="1200" b="0" i="0" u="none" strike="noStrike" cap="none">
                <a:solidFill>
                  <a:schemeClr val="tx1">
                    <a:tint val="75000"/>
                  </a:schemeClr>
                </a:solidFill>
                <a:latin typeface="Roboto"/>
                <a:ea typeface="Roboto"/>
                <a:cs typeface="Roboto"/>
                <a:sym typeface="Roboto"/>
              </a:defRPr>
            </a:lvl3pPr>
            <a:lvl4pPr marL="1028700" marR="0" lvl="3" indent="0" algn="l" rtl="0">
              <a:lnSpc>
                <a:spcPct val="100000"/>
              </a:lnSpc>
              <a:spcBef>
                <a:spcPts val="0"/>
              </a:spcBef>
              <a:spcAft>
                <a:spcPts val="0"/>
              </a:spcAft>
              <a:buClr>
                <a:schemeClr val="dk1"/>
              </a:buClr>
              <a:buSzPts val="1400"/>
              <a:buFont typeface="Roboto"/>
              <a:buNone/>
              <a:defRPr sz="1050" b="0" i="0" u="none" strike="noStrike" cap="none">
                <a:solidFill>
                  <a:schemeClr val="tx1">
                    <a:tint val="75000"/>
                  </a:schemeClr>
                </a:solidFill>
                <a:latin typeface="Roboto"/>
                <a:ea typeface="Roboto"/>
                <a:cs typeface="Roboto"/>
                <a:sym typeface="Roboto"/>
              </a:defRPr>
            </a:lvl4pPr>
            <a:lvl5pPr marL="1371600" marR="0" lvl="4" indent="0" algn="l" rtl="0">
              <a:lnSpc>
                <a:spcPct val="100000"/>
              </a:lnSpc>
              <a:spcBef>
                <a:spcPts val="0"/>
              </a:spcBef>
              <a:spcAft>
                <a:spcPts val="0"/>
              </a:spcAft>
              <a:buClr>
                <a:schemeClr val="dk1"/>
              </a:buClr>
              <a:buSzPts val="1400"/>
              <a:buFont typeface="Roboto"/>
              <a:buNone/>
              <a:defRPr sz="1050" b="0" i="0" u="none" strike="noStrike" cap="none">
                <a:solidFill>
                  <a:schemeClr val="tx1">
                    <a:tint val="75000"/>
                  </a:schemeClr>
                </a:solidFill>
                <a:latin typeface="Roboto"/>
                <a:ea typeface="Roboto"/>
                <a:cs typeface="Roboto"/>
                <a:sym typeface="Roboto"/>
              </a:defRPr>
            </a:lvl5pPr>
            <a:lvl6pPr marL="1714500" marR="0" lvl="5" indent="0" algn="l" rtl="0">
              <a:lnSpc>
                <a:spcPct val="100000"/>
              </a:lnSpc>
              <a:spcBef>
                <a:spcPts val="0"/>
              </a:spcBef>
              <a:spcAft>
                <a:spcPts val="0"/>
              </a:spcAft>
              <a:buClr>
                <a:schemeClr val="dk1"/>
              </a:buClr>
              <a:buSzPts val="1400"/>
              <a:buFont typeface="Roboto"/>
              <a:buNone/>
              <a:defRPr sz="1050" b="0" i="0" u="none" strike="noStrike" cap="none">
                <a:solidFill>
                  <a:schemeClr val="tx1">
                    <a:tint val="75000"/>
                  </a:schemeClr>
                </a:solidFill>
                <a:latin typeface="Roboto"/>
                <a:ea typeface="Roboto"/>
                <a:cs typeface="Roboto"/>
                <a:sym typeface="Roboto"/>
              </a:defRPr>
            </a:lvl6pPr>
            <a:lvl7pPr marL="2057400" marR="0" lvl="6" indent="0" algn="l" rtl="0">
              <a:lnSpc>
                <a:spcPct val="100000"/>
              </a:lnSpc>
              <a:spcBef>
                <a:spcPts val="0"/>
              </a:spcBef>
              <a:spcAft>
                <a:spcPts val="0"/>
              </a:spcAft>
              <a:buClr>
                <a:schemeClr val="dk1"/>
              </a:buClr>
              <a:buSzPts val="1400"/>
              <a:buFont typeface="Roboto"/>
              <a:buNone/>
              <a:defRPr sz="1050" b="0" i="0" u="none" strike="noStrike" cap="none">
                <a:solidFill>
                  <a:schemeClr val="tx1">
                    <a:tint val="75000"/>
                  </a:schemeClr>
                </a:solidFill>
                <a:latin typeface="Roboto"/>
                <a:ea typeface="Roboto"/>
                <a:cs typeface="Roboto"/>
                <a:sym typeface="Roboto"/>
              </a:defRPr>
            </a:lvl7pPr>
            <a:lvl8pPr marL="2400300" marR="0" lvl="7" indent="0" algn="l" rtl="0">
              <a:lnSpc>
                <a:spcPct val="100000"/>
              </a:lnSpc>
              <a:spcBef>
                <a:spcPts val="0"/>
              </a:spcBef>
              <a:spcAft>
                <a:spcPts val="0"/>
              </a:spcAft>
              <a:buClr>
                <a:schemeClr val="dk1"/>
              </a:buClr>
              <a:buSzPts val="1400"/>
              <a:buFont typeface="Roboto"/>
              <a:buNone/>
              <a:defRPr sz="1050" b="0" i="0" u="none" strike="noStrike" cap="none">
                <a:solidFill>
                  <a:schemeClr val="tx1">
                    <a:tint val="75000"/>
                  </a:schemeClr>
                </a:solidFill>
                <a:latin typeface="Roboto"/>
                <a:ea typeface="Roboto"/>
                <a:cs typeface="Roboto"/>
                <a:sym typeface="Roboto"/>
              </a:defRPr>
            </a:lvl8pPr>
            <a:lvl9pPr marL="2743200" marR="0" lvl="8" indent="0" algn="l" rtl="0">
              <a:lnSpc>
                <a:spcPct val="100000"/>
              </a:lnSpc>
              <a:spcBef>
                <a:spcPts val="0"/>
              </a:spcBef>
              <a:spcAft>
                <a:spcPts val="0"/>
              </a:spcAft>
              <a:buClr>
                <a:schemeClr val="dk1"/>
              </a:buClr>
              <a:buSzPts val="1400"/>
              <a:buFont typeface="Roboto"/>
              <a:buNone/>
              <a:defRPr sz="1050" b="0" i="0" u="none" strike="noStrike" cap="none">
                <a:solidFill>
                  <a:schemeClr val="tx1">
                    <a:tint val="75000"/>
                  </a:schemeClr>
                </a:solidFill>
                <a:latin typeface="Roboto"/>
                <a:ea typeface="Roboto"/>
                <a:cs typeface="Roboto"/>
                <a:sym typeface="Roboto"/>
              </a:defRPr>
            </a:lvl9pPr>
          </a:lstStyle>
          <a:p>
            <a:pPr defTabSz="609585">
              <a:buClr>
                <a:srgbClr val="000000"/>
              </a:buClr>
            </a:pPr>
            <a:r>
              <a:rPr lang="en-US" sz="1867" dirty="0" err="1">
                <a:solidFill>
                  <a:srgbClr val="C00000"/>
                </a:solidFill>
              </a:rPr>
              <a:t>Partie</a:t>
            </a:r>
            <a:r>
              <a:rPr lang="en-US" sz="1867" dirty="0">
                <a:solidFill>
                  <a:srgbClr val="C00000"/>
                </a:solidFill>
              </a:rPr>
              <a:t> </a:t>
            </a:r>
            <a:r>
              <a:rPr lang="en" sz="1867" dirty="0">
                <a:solidFill>
                  <a:srgbClr val="C00000"/>
                </a:solidFill>
              </a:rPr>
              <a:t>2 – Diagramme de cas d’utilisation et d’activité</a:t>
            </a:r>
            <a:endParaRPr lang="fr-FR" sz="1867" dirty="0">
              <a:solidFill>
                <a:srgbClr val="C00000"/>
              </a:solidFill>
            </a:endParaRPr>
          </a:p>
        </p:txBody>
      </p:sp>
      <p:pic>
        <p:nvPicPr>
          <p:cNvPr id="8" name="Imag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94613" y="0"/>
            <a:ext cx="8669867" cy="4331715"/>
          </a:xfrm>
          <a:prstGeom prst="rect">
            <a:avLst/>
          </a:prstGeom>
        </p:spPr>
      </p:pic>
      <p:sp>
        <p:nvSpPr>
          <p:cNvPr id="9" name="Rectangle 8"/>
          <p:cNvSpPr/>
          <p:nvPr/>
        </p:nvSpPr>
        <p:spPr>
          <a:xfrm>
            <a:off x="13891" y="0"/>
            <a:ext cx="12192000" cy="6858000"/>
          </a:xfrm>
          <a:prstGeom prst="rect">
            <a:avLst/>
          </a:prstGeom>
          <a:solidFill>
            <a:srgbClr val="F5C07F">
              <a:alpha val="12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400"/>
          </a:p>
        </p:txBody>
      </p:sp>
      <p:sp>
        <p:nvSpPr>
          <p:cNvPr id="10" name="Footer Placeholder 1">
            <a:extLst>
              <a:ext uri="{FF2B5EF4-FFF2-40B4-BE49-F238E27FC236}">
                <a16:creationId xmlns:a16="http://schemas.microsoft.com/office/drawing/2014/main" id="{F70F3D5B-21AD-40E2-B2FA-5C660E700671}"/>
              </a:ext>
            </a:extLst>
          </p:cNvPr>
          <p:cNvSpPr txBox="1">
            <a:spLocks/>
          </p:cNvSpPr>
          <p:nvPr/>
        </p:nvSpPr>
        <p:spPr>
          <a:xfrm>
            <a:off x="10291482" y="6694932"/>
            <a:ext cx="1784972" cy="337453"/>
          </a:xfrm>
          <a:prstGeom prst="rect">
            <a:avLst/>
          </a:prstGeom>
        </p:spPr>
        <p:txBody>
          <a:bodyPr vert="horz" lIns="121920" tIns="60960" rIns="121920" bIns="60960" rtlCol="0" anchor="ctr"/>
          <a:lstStyle>
            <a:defPPr>
              <a:defRPr lang="en-US"/>
            </a:defPPr>
            <a:lvl1pPr marL="0" algn="ctr" defTabSz="457200" rtl="0" eaLnBrk="1" latinLnBrk="0" hangingPunct="1">
              <a:defRPr sz="675"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900" dirty="0"/>
              <a:t>2024 - 2025</a:t>
            </a:r>
          </a:p>
        </p:txBody>
      </p:sp>
      <p:cxnSp>
        <p:nvCxnSpPr>
          <p:cNvPr id="7" name="Connecteur droit 6">
            <a:extLst>
              <a:ext uri="{FF2B5EF4-FFF2-40B4-BE49-F238E27FC236}">
                <a16:creationId xmlns:a16="http://schemas.microsoft.com/office/drawing/2014/main" id="{8382A70C-0F2D-4FCD-8491-590A312BEBDD}"/>
              </a:ext>
            </a:extLst>
          </p:cNvPr>
          <p:cNvCxnSpPr>
            <a:cxnSpLocks/>
          </p:cNvCxnSpPr>
          <p:nvPr/>
        </p:nvCxnSpPr>
        <p:spPr>
          <a:xfrm>
            <a:off x="-11832" y="4588861"/>
            <a:ext cx="12192000" cy="0"/>
          </a:xfrm>
          <a:prstGeom prst="line">
            <a:avLst/>
          </a:prstGeom>
          <a:ln w="7620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87654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019" y="438052"/>
            <a:ext cx="9378950" cy="635000"/>
          </a:xfrm>
          <a:prstGeom prst="rect">
            <a:avLst/>
          </a:prstGeom>
        </p:spPr>
        <p:txBody>
          <a:bodyPr vert="horz" wrap="square" lIns="0" tIns="12700" rIns="0" bIns="0" rtlCol="0">
            <a:spAutoFit/>
          </a:bodyPr>
          <a:lstStyle/>
          <a:p>
            <a:pPr marL="12700">
              <a:lnSpc>
                <a:spcPct val="100000"/>
              </a:lnSpc>
              <a:spcBef>
                <a:spcPts val="100"/>
              </a:spcBef>
            </a:pPr>
            <a:r>
              <a:rPr sz="4000" spc="-75" dirty="0"/>
              <a:t>Exigences</a:t>
            </a:r>
            <a:r>
              <a:rPr sz="4000" spc="35" dirty="0"/>
              <a:t> </a:t>
            </a:r>
            <a:r>
              <a:rPr sz="4000" spc="-80" dirty="0"/>
              <a:t>Fonctionnelles</a:t>
            </a:r>
            <a:r>
              <a:rPr sz="4000" spc="235" dirty="0"/>
              <a:t> </a:t>
            </a:r>
            <a:r>
              <a:rPr sz="4000" spc="-40" dirty="0"/>
              <a:t>et</a:t>
            </a:r>
            <a:r>
              <a:rPr sz="4000" spc="-30" dirty="0"/>
              <a:t> </a:t>
            </a:r>
            <a:r>
              <a:rPr sz="4000" spc="-75" dirty="0"/>
              <a:t>Non-Fonctionnelles</a:t>
            </a:r>
            <a:endParaRPr sz="4000"/>
          </a:p>
        </p:txBody>
      </p:sp>
      <p:sp>
        <p:nvSpPr>
          <p:cNvPr id="3" name="object 3"/>
          <p:cNvSpPr txBox="1"/>
          <p:nvPr/>
        </p:nvSpPr>
        <p:spPr>
          <a:xfrm>
            <a:off x="1176019" y="1981200"/>
            <a:ext cx="8044181" cy="3747135"/>
          </a:xfrm>
          <a:prstGeom prst="rect">
            <a:avLst/>
          </a:prstGeom>
        </p:spPr>
        <p:txBody>
          <a:bodyPr vert="horz" wrap="square" lIns="0" tIns="40640" rIns="0" bIns="0" rtlCol="0">
            <a:spAutoFit/>
          </a:bodyPr>
          <a:lstStyle/>
          <a:p>
            <a:pPr marL="241300" indent="-228600">
              <a:lnSpc>
                <a:spcPct val="100000"/>
              </a:lnSpc>
              <a:spcBef>
                <a:spcPts val="320"/>
              </a:spcBef>
              <a:buClr>
                <a:srgbClr val="E48312"/>
              </a:buClr>
              <a:buSzPct val="95000"/>
              <a:buFont typeface="Wingdings"/>
              <a:buChar char=""/>
              <a:tabLst>
                <a:tab pos="241300" algn="l"/>
              </a:tabLst>
            </a:pPr>
            <a:r>
              <a:rPr sz="2000" b="1" spc="-10" dirty="0">
                <a:solidFill>
                  <a:srgbClr val="404040"/>
                </a:solidFill>
                <a:latin typeface="Calibri"/>
                <a:cs typeface="Calibri"/>
              </a:rPr>
              <a:t>Exigences</a:t>
            </a:r>
            <a:r>
              <a:rPr sz="2000" b="1" spc="30" dirty="0">
                <a:solidFill>
                  <a:srgbClr val="404040"/>
                </a:solidFill>
                <a:latin typeface="Calibri"/>
                <a:cs typeface="Calibri"/>
              </a:rPr>
              <a:t> </a:t>
            </a:r>
            <a:r>
              <a:rPr sz="2000" b="1" dirty="0">
                <a:solidFill>
                  <a:srgbClr val="404040"/>
                </a:solidFill>
                <a:latin typeface="Calibri"/>
                <a:cs typeface="Calibri"/>
              </a:rPr>
              <a:t>Fonctionnelles</a:t>
            </a:r>
            <a:endParaRPr sz="2000" dirty="0">
              <a:latin typeface="Calibri"/>
              <a:cs typeface="Calibri"/>
            </a:endParaRPr>
          </a:p>
          <a:p>
            <a:pPr marL="419734" lvl="1" indent="-204470">
              <a:lnSpc>
                <a:spcPct val="100000"/>
              </a:lnSpc>
              <a:spcBef>
                <a:spcPts val="200"/>
              </a:spcBef>
              <a:buClr>
                <a:srgbClr val="E48312"/>
              </a:buClr>
              <a:buSzPct val="94444"/>
              <a:buFont typeface="Wingdings"/>
              <a:buChar char=""/>
              <a:tabLst>
                <a:tab pos="420370" algn="l"/>
              </a:tabLst>
            </a:pPr>
            <a:r>
              <a:rPr sz="1800" spc="-20" dirty="0">
                <a:solidFill>
                  <a:srgbClr val="404040"/>
                </a:solidFill>
                <a:latin typeface="Calibri"/>
                <a:cs typeface="Calibri"/>
              </a:rPr>
              <a:t>Définir</a:t>
            </a:r>
            <a:r>
              <a:rPr sz="1800" spc="160" dirty="0">
                <a:solidFill>
                  <a:srgbClr val="404040"/>
                </a:solidFill>
                <a:latin typeface="Calibri"/>
                <a:cs typeface="Calibri"/>
              </a:rPr>
              <a:t> </a:t>
            </a:r>
            <a:r>
              <a:rPr sz="1800" spc="-35" dirty="0">
                <a:solidFill>
                  <a:srgbClr val="404040"/>
                </a:solidFill>
                <a:latin typeface="Calibri"/>
                <a:cs typeface="Calibri"/>
              </a:rPr>
              <a:t>une</a:t>
            </a:r>
            <a:r>
              <a:rPr sz="1800" spc="95" dirty="0">
                <a:solidFill>
                  <a:srgbClr val="404040"/>
                </a:solidFill>
                <a:latin typeface="Calibri"/>
                <a:cs typeface="Calibri"/>
              </a:rPr>
              <a:t> </a:t>
            </a:r>
            <a:r>
              <a:rPr sz="1800" spc="-25" dirty="0">
                <a:solidFill>
                  <a:srgbClr val="404040"/>
                </a:solidFill>
                <a:latin typeface="Calibri"/>
                <a:cs typeface="Calibri"/>
              </a:rPr>
              <a:t>fonction</a:t>
            </a:r>
            <a:r>
              <a:rPr sz="1800" spc="145" dirty="0">
                <a:solidFill>
                  <a:srgbClr val="404040"/>
                </a:solidFill>
                <a:latin typeface="Calibri"/>
                <a:cs typeface="Calibri"/>
              </a:rPr>
              <a:t> </a:t>
            </a:r>
            <a:r>
              <a:rPr sz="1800" spc="-25" dirty="0">
                <a:solidFill>
                  <a:srgbClr val="404040"/>
                </a:solidFill>
                <a:latin typeface="Calibri"/>
                <a:cs typeface="Calibri"/>
              </a:rPr>
              <a:t>du</a:t>
            </a:r>
            <a:r>
              <a:rPr sz="1800" spc="40" dirty="0">
                <a:solidFill>
                  <a:srgbClr val="404040"/>
                </a:solidFill>
                <a:latin typeface="Calibri"/>
                <a:cs typeface="Calibri"/>
              </a:rPr>
              <a:t> </a:t>
            </a:r>
            <a:r>
              <a:rPr sz="1800" spc="-15" dirty="0">
                <a:solidFill>
                  <a:srgbClr val="404040"/>
                </a:solidFill>
                <a:latin typeface="Calibri"/>
                <a:cs typeface="Calibri"/>
              </a:rPr>
              <a:t>système</a:t>
            </a:r>
            <a:r>
              <a:rPr sz="1800" dirty="0">
                <a:solidFill>
                  <a:srgbClr val="404040"/>
                </a:solidFill>
                <a:latin typeface="Calibri"/>
                <a:cs typeface="Calibri"/>
              </a:rPr>
              <a:t> à</a:t>
            </a:r>
            <a:r>
              <a:rPr sz="1800" spc="-70" dirty="0">
                <a:solidFill>
                  <a:srgbClr val="404040"/>
                </a:solidFill>
                <a:latin typeface="Calibri"/>
                <a:cs typeface="Calibri"/>
              </a:rPr>
              <a:t> </a:t>
            </a:r>
            <a:r>
              <a:rPr sz="1800" spc="-45" dirty="0">
                <a:solidFill>
                  <a:srgbClr val="404040"/>
                </a:solidFill>
                <a:latin typeface="Calibri"/>
                <a:cs typeface="Calibri"/>
              </a:rPr>
              <a:t>développer.</a:t>
            </a:r>
            <a:endParaRPr sz="1800" dirty="0">
              <a:latin typeface="Calibri"/>
              <a:cs typeface="Calibri"/>
            </a:endParaRPr>
          </a:p>
          <a:p>
            <a:pPr marL="419734" lvl="1" indent="-204470">
              <a:lnSpc>
                <a:spcPct val="100000"/>
              </a:lnSpc>
              <a:spcBef>
                <a:spcPts val="440"/>
              </a:spcBef>
              <a:buClr>
                <a:srgbClr val="E48312"/>
              </a:buClr>
              <a:buSzPct val="94444"/>
              <a:buFont typeface="Wingdings"/>
              <a:buChar char=""/>
              <a:tabLst>
                <a:tab pos="420370" algn="l"/>
              </a:tabLst>
            </a:pPr>
            <a:r>
              <a:rPr sz="1800" spc="-5" dirty="0">
                <a:solidFill>
                  <a:srgbClr val="404040"/>
                </a:solidFill>
                <a:latin typeface="Calibri"/>
                <a:cs typeface="Calibri"/>
              </a:rPr>
              <a:t>Décrit</a:t>
            </a:r>
            <a:r>
              <a:rPr sz="1800" spc="-15" dirty="0">
                <a:solidFill>
                  <a:srgbClr val="404040"/>
                </a:solidFill>
                <a:latin typeface="Calibri"/>
                <a:cs typeface="Calibri"/>
              </a:rPr>
              <a:t> </a:t>
            </a:r>
            <a:r>
              <a:rPr sz="1800" spc="15" dirty="0">
                <a:solidFill>
                  <a:srgbClr val="404040"/>
                </a:solidFill>
                <a:latin typeface="Calibri"/>
                <a:cs typeface="Calibri"/>
              </a:rPr>
              <a:t>ce</a:t>
            </a:r>
            <a:r>
              <a:rPr sz="1800" spc="-10" dirty="0">
                <a:solidFill>
                  <a:srgbClr val="404040"/>
                </a:solidFill>
                <a:latin typeface="Calibri"/>
                <a:cs typeface="Calibri"/>
              </a:rPr>
              <a:t> </a:t>
            </a:r>
            <a:r>
              <a:rPr sz="1800" spc="-35" dirty="0">
                <a:solidFill>
                  <a:srgbClr val="404040"/>
                </a:solidFill>
                <a:latin typeface="Calibri"/>
                <a:cs typeface="Calibri"/>
              </a:rPr>
              <a:t>que</a:t>
            </a:r>
            <a:r>
              <a:rPr sz="1800" spc="85" dirty="0">
                <a:solidFill>
                  <a:srgbClr val="404040"/>
                </a:solidFill>
                <a:latin typeface="Calibri"/>
                <a:cs typeface="Calibri"/>
              </a:rPr>
              <a:t> </a:t>
            </a:r>
            <a:r>
              <a:rPr sz="1800" spc="-10" dirty="0">
                <a:solidFill>
                  <a:srgbClr val="404040"/>
                </a:solidFill>
                <a:latin typeface="Calibri"/>
                <a:cs typeface="Calibri"/>
              </a:rPr>
              <a:t>le </a:t>
            </a:r>
            <a:r>
              <a:rPr sz="1800" spc="-15" dirty="0">
                <a:solidFill>
                  <a:srgbClr val="404040"/>
                </a:solidFill>
                <a:latin typeface="Calibri"/>
                <a:cs typeface="Calibri"/>
              </a:rPr>
              <a:t>système</a:t>
            </a:r>
            <a:r>
              <a:rPr sz="1800" spc="-5" dirty="0">
                <a:solidFill>
                  <a:srgbClr val="404040"/>
                </a:solidFill>
                <a:latin typeface="Calibri"/>
                <a:cs typeface="Calibri"/>
              </a:rPr>
              <a:t> </a:t>
            </a:r>
            <a:r>
              <a:rPr sz="1800" spc="-30" dirty="0">
                <a:solidFill>
                  <a:srgbClr val="404040"/>
                </a:solidFill>
                <a:latin typeface="Calibri"/>
                <a:cs typeface="Calibri"/>
              </a:rPr>
              <a:t>doit</a:t>
            </a:r>
            <a:r>
              <a:rPr sz="1800" spc="85" dirty="0">
                <a:solidFill>
                  <a:srgbClr val="404040"/>
                </a:solidFill>
                <a:latin typeface="Calibri"/>
                <a:cs typeface="Calibri"/>
              </a:rPr>
              <a:t> </a:t>
            </a:r>
            <a:r>
              <a:rPr sz="1800" spc="-10" dirty="0">
                <a:solidFill>
                  <a:srgbClr val="404040"/>
                </a:solidFill>
                <a:latin typeface="Calibri"/>
                <a:cs typeface="Calibri"/>
              </a:rPr>
              <a:t>faire.</a:t>
            </a:r>
            <a:endParaRPr sz="1800" dirty="0">
              <a:latin typeface="Calibri"/>
              <a:cs typeface="Calibri"/>
            </a:endParaRPr>
          </a:p>
          <a:p>
            <a:pPr marL="419734" lvl="1" indent="-204470">
              <a:lnSpc>
                <a:spcPct val="100000"/>
              </a:lnSpc>
              <a:spcBef>
                <a:spcPts val="340"/>
              </a:spcBef>
              <a:buClr>
                <a:srgbClr val="E48312"/>
              </a:buClr>
              <a:buSzPct val="94444"/>
              <a:buFont typeface="Wingdings"/>
              <a:buChar char=""/>
              <a:tabLst>
                <a:tab pos="420370" algn="l"/>
              </a:tabLst>
            </a:pPr>
            <a:r>
              <a:rPr sz="1800" spc="-15" dirty="0" err="1">
                <a:solidFill>
                  <a:srgbClr val="404040"/>
                </a:solidFill>
                <a:latin typeface="Calibri"/>
                <a:cs typeface="Calibri"/>
              </a:rPr>
              <a:t>Exemple</a:t>
            </a:r>
            <a:r>
              <a:rPr lang="fr-FR" spc="-15" dirty="0">
                <a:solidFill>
                  <a:srgbClr val="404040"/>
                </a:solidFill>
                <a:latin typeface="Calibri"/>
                <a:cs typeface="Calibri"/>
              </a:rPr>
              <a:t>s</a:t>
            </a:r>
            <a:r>
              <a:rPr sz="1800" spc="-15" dirty="0">
                <a:solidFill>
                  <a:srgbClr val="404040"/>
                </a:solidFill>
                <a:latin typeface="Calibri"/>
                <a:cs typeface="Calibri"/>
              </a:rPr>
              <a:t>:</a:t>
            </a:r>
            <a:endParaRPr sz="1800" dirty="0">
              <a:latin typeface="Calibri"/>
              <a:cs typeface="Calibri"/>
            </a:endParaRPr>
          </a:p>
          <a:p>
            <a:pPr marL="762000" lvl="2" indent="-177800">
              <a:lnSpc>
                <a:spcPct val="100000"/>
              </a:lnSpc>
              <a:spcBef>
                <a:spcPts val="440"/>
              </a:spcBef>
              <a:buClr>
                <a:srgbClr val="E48312"/>
              </a:buClr>
              <a:buFont typeface="Wingdings"/>
              <a:buChar char=""/>
              <a:tabLst>
                <a:tab pos="762000" algn="l"/>
              </a:tabLst>
            </a:pPr>
            <a:r>
              <a:rPr sz="1400" spc="-10" dirty="0">
                <a:solidFill>
                  <a:srgbClr val="404040"/>
                </a:solidFill>
                <a:latin typeface="Calibri"/>
                <a:cs typeface="Calibri"/>
              </a:rPr>
              <a:t>Inscrire</a:t>
            </a:r>
            <a:r>
              <a:rPr sz="1400" spc="-30" dirty="0">
                <a:solidFill>
                  <a:srgbClr val="404040"/>
                </a:solidFill>
                <a:latin typeface="Calibri"/>
                <a:cs typeface="Calibri"/>
              </a:rPr>
              <a:t> </a:t>
            </a:r>
            <a:r>
              <a:rPr sz="1400" spc="-10" dirty="0">
                <a:solidFill>
                  <a:srgbClr val="404040"/>
                </a:solidFill>
                <a:latin typeface="Calibri"/>
                <a:cs typeface="Calibri"/>
              </a:rPr>
              <a:t>étudiant,</a:t>
            </a:r>
            <a:endParaRPr sz="1400" dirty="0">
              <a:latin typeface="Calibri"/>
              <a:cs typeface="Calibri"/>
            </a:endParaRPr>
          </a:p>
          <a:p>
            <a:pPr marL="800100" lvl="2" indent="-215900">
              <a:lnSpc>
                <a:spcPct val="100000"/>
              </a:lnSpc>
              <a:spcBef>
                <a:spcPts val="420"/>
              </a:spcBef>
              <a:buClr>
                <a:srgbClr val="E48312"/>
              </a:buClr>
              <a:buFont typeface="Wingdings"/>
              <a:buChar char=""/>
              <a:tabLst>
                <a:tab pos="800100" algn="l"/>
              </a:tabLst>
            </a:pPr>
            <a:r>
              <a:rPr sz="1400" spc="-20" dirty="0">
                <a:solidFill>
                  <a:srgbClr val="404040"/>
                </a:solidFill>
                <a:latin typeface="Calibri"/>
                <a:cs typeface="Calibri"/>
              </a:rPr>
              <a:t>Caluler</a:t>
            </a:r>
            <a:r>
              <a:rPr sz="1400" spc="95" dirty="0">
                <a:solidFill>
                  <a:srgbClr val="404040"/>
                </a:solidFill>
                <a:latin typeface="Calibri"/>
                <a:cs typeface="Calibri"/>
              </a:rPr>
              <a:t> </a:t>
            </a:r>
            <a:r>
              <a:rPr sz="1400" spc="-20" dirty="0">
                <a:solidFill>
                  <a:srgbClr val="404040"/>
                </a:solidFill>
                <a:latin typeface="Calibri"/>
                <a:cs typeface="Calibri"/>
              </a:rPr>
              <a:t>Moyenne,</a:t>
            </a:r>
            <a:r>
              <a:rPr sz="1400" spc="130" dirty="0">
                <a:solidFill>
                  <a:srgbClr val="404040"/>
                </a:solidFill>
                <a:latin typeface="Calibri"/>
                <a:cs typeface="Calibri"/>
              </a:rPr>
              <a:t> </a:t>
            </a:r>
            <a:r>
              <a:rPr sz="1400" spc="-10" dirty="0">
                <a:solidFill>
                  <a:srgbClr val="404040"/>
                </a:solidFill>
                <a:latin typeface="Calibri"/>
                <a:cs typeface="Calibri"/>
              </a:rPr>
              <a:t>Imprimer</a:t>
            </a:r>
            <a:r>
              <a:rPr sz="1400" spc="-5" dirty="0">
                <a:solidFill>
                  <a:srgbClr val="404040"/>
                </a:solidFill>
                <a:latin typeface="Calibri"/>
                <a:cs typeface="Calibri"/>
              </a:rPr>
              <a:t> </a:t>
            </a:r>
            <a:r>
              <a:rPr sz="1400" spc="-20" dirty="0">
                <a:solidFill>
                  <a:srgbClr val="404040"/>
                </a:solidFill>
                <a:latin typeface="Calibri"/>
                <a:cs typeface="Calibri"/>
              </a:rPr>
              <a:t>bulletin</a:t>
            </a:r>
            <a:endParaRPr sz="1400" dirty="0">
              <a:latin typeface="Calibri"/>
              <a:cs typeface="Calibri"/>
            </a:endParaRPr>
          </a:p>
          <a:p>
            <a:pPr marL="241300" indent="-228600">
              <a:lnSpc>
                <a:spcPct val="100000"/>
              </a:lnSpc>
              <a:spcBef>
                <a:spcPts val="1320"/>
              </a:spcBef>
              <a:buClr>
                <a:srgbClr val="E48312"/>
              </a:buClr>
              <a:buSzPct val="95000"/>
              <a:buFont typeface="Wingdings"/>
              <a:buChar char=""/>
              <a:tabLst>
                <a:tab pos="241300" algn="l"/>
              </a:tabLst>
            </a:pPr>
            <a:r>
              <a:rPr sz="2000" b="1" spc="-10" dirty="0">
                <a:solidFill>
                  <a:srgbClr val="404040"/>
                </a:solidFill>
                <a:latin typeface="Calibri"/>
                <a:cs typeface="Calibri"/>
              </a:rPr>
              <a:t>Exigences</a:t>
            </a:r>
            <a:r>
              <a:rPr sz="2000" b="1" spc="25" dirty="0">
                <a:solidFill>
                  <a:srgbClr val="404040"/>
                </a:solidFill>
                <a:latin typeface="Calibri"/>
                <a:cs typeface="Calibri"/>
              </a:rPr>
              <a:t> </a:t>
            </a:r>
            <a:r>
              <a:rPr sz="2000" b="1" dirty="0">
                <a:solidFill>
                  <a:srgbClr val="404040"/>
                </a:solidFill>
                <a:latin typeface="Calibri"/>
                <a:cs typeface="Calibri"/>
              </a:rPr>
              <a:t>Non</a:t>
            </a:r>
            <a:r>
              <a:rPr sz="2000" b="1" spc="-40" dirty="0">
                <a:solidFill>
                  <a:srgbClr val="404040"/>
                </a:solidFill>
                <a:latin typeface="Calibri"/>
                <a:cs typeface="Calibri"/>
              </a:rPr>
              <a:t> </a:t>
            </a:r>
            <a:r>
              <a:rPr sz="2000" b="1" dirty="0">
                <a:solidFill>
                  <a:srgbClr val="404040"/>
                </a:solidFill>
                <a:latin typeface="Calibri"/>
                <a:cs typeface="Calibri"/>
              </a:rPr>
              <a:t>fonctionnelles</a:t>
            </a:r>
            <a:endParaRPr sz="2000" dirty="0">
              <a:latin typeface="Calibri"/>
              <a:cs typeface="Calibri"/>
            </a:endParaRPr>
          </a:p>
          <a:p>
            <a:pPr marL="419734" lvl="1" indent="-204470">
              <a:lnSpc>
                <a:spcPct val="100000"/>
              </a:lnSpc>
              <a:spcBef>
                <a:spcPts val="200"/>
              </a:spcBef>
              <a:buClr>
                <a:srgbClr val="E48312"/>
              </a:buClr>
              <a:buSzPct val="94444"/>
              <a:buFont typeface="Wingdings"/>
              <a:buChar char=""/>
              <a:tabLst>
                <a:tab pos="420370" algn="l"/>
              </a:tabLst>
            </a:pPr>
            <a:r>
              <a:rPr sz="1800" spc="-10" dirty="0">
                <a:solidFill>
                  <a:srgbClr val="404040"/>
                </a:solidFill>
                <a:latin typeface="Calibri"/>
                <a:cs typeface="Calibri"/>
              </a:rPr>
              <a:t>Exigence</a:t>
            </a:r>
            <a:r>
              <a:rPr sz="1800" dirty="0">
                <a:solidFill>
                  <a:srgbClr val="404040"/>
                </a:solidFill>
                <a:latin typeface="Calibri"/>
                <a:cs typeface="Calibri"/>
              </a:rPr>
              <a:t> </a:t>
            </a:r>
            <a:r>
              <a:rPr sz="1800" spc="5" dirty="0">
                <a:solidFill>
                  <a:srgbClr val="404040"/>
                </a:solidFill>
                <a:latin typeface="Calibri"/>
                <a:cs typeface="Calibri"/>
              </a:rPr>
              <a:t>caractérisée</a:t>
            </a:r>
            <a:r>
              <a:rPr sz="1800" spc="-105" dirty="0">
                <a:solidFill>
                  <a:srgbClr val="404040"/>
                </a:solidFill>
                <a:latin typeface="Calibri"/>
                <a:cs typeface="Calibri"/>
              </a:rPr>
              <a:t> </a:t>
            </a:r>
            <a:r>
              <a:rPr sz="1800" spc="-5" dirty="0">
                <a:solidFill>
                  <a:srgbClr val="404040"/>
                </a:solidFill>
                <a:latin typeface="Calibri"/>
                <a:cs typeface="Calibri"/>
              </a:rPr>
              <a:t>par</a:t>
            </a:r>
            <a:r>
              <a:rPr sz="1800" spc="-30" dirty="0">
                <a:solidFill>
                  <a:srgbClr val="404040"/>
                </a:solidFill>
                <a:latin typeface="Calibri"/>
                <a:cs typeface="Calibri"/>
              </a:rPr>
              <a:t> </a:t>
            </a:r>
            <a:r>
              <a:rPr sz="1800" spc="-35" dirty="0">
                <a:solidFill>
                  <a:srgbClr val="404040"/>
                </a:solidFill>
                <a:latin typeface="Calibri"/>
                <a:cs typeface="Calibri"/>
              </a:rPr>
              <a:t>une</a:t>
            </a:r>
            <a:r>
              <a:rPr sz="1800" spc="95" dirty="0">
                <a:solidFill>
                  <a:srgbClr val="404040"/>
                </a:solidFill>
                <a:latin typeface="Calibri"/>
                <a:cs typeface="Calibri"/>
              </a:rPr>
              <a:t> </a:t>
            </a:r>
            <a:r>
              <a:rPr sz="1800" spc="-30" dirty="0">
                <a:solidFill>
                  <a:srgbClr val="404040"/>
                </a:solidFill>
                <a:latin typeface="Calibri"/>
                <a:cs typeface="Calibri"/>
              </a:rPr>
              <a:t>propriété</a:t>
            </a:r>
            <a:r>
              <a:rPr sz="1800" spc="204" dirty="0">
                <a:solidFill>
                  <a:srgbClr val="404040"/>
                </a:solidFill>
                <a:latin typeface="Calibri"/>
                <a:cs typeface="Calibri"/>
              </a:rPr>
              <a:t> </a:t>
            </a:r>
            <a:r>
              <a:rPr sz="1800" spc="-15" dirty="0">
                <a:solidFill>
                  <a:srgbClr val="404040"/>
                </a:solidFill>
                <a:latin typeface="Calibri"/>
                <a:cs typeface="Calibri"/>
              </a:rPr>
              <a:t>désirée</a:t>
            </a:r>
            <a:r>
              <a:rPr sz="1800" spc="100" dirty="0">
                <a:solidFill>
                  <a:srgbClr val="404040"/>
                </a:solidFill>
                <a:latin typeface="Calibri"/>
                <a:cs typeface="Calibri"/>
              </a:rPr>
              <a:t> </a:t>
            </a:r>
            <a:r>
              <a:rPr sz="1800" spc="-25" dirty="0">
                <a:solidFill>
                  <a:srgbClr val="404040"/>
                </a:solidFill>
                <a:latin typeface="Calibri"/>
                <a:cs typeface="Calibri"/>
              </a:rPr>
              <a:t>du</a:t>
            </a:r>
            <a:r>
              <a:rPr sz="1800" spc="45" dirty="0">
                <a:solidFill>
                  <a:srgbClr val="404040"/>
                </a:solidFill>
                <a:latin typeface="Calibri"/>
                <a:cs typeface="Calibri"/>
              </a:rPr>
              <a:t> </a:t>
            </a:r>
            <a:r>
              <a:rPr sz="1800" spc="-15" dirty="0">
                <a:solidFill>
                  <a:srgbClr val="404040"/>
                </a:solidFill>
                <a:latin typeface="Calibri"/>
                <a:cs typeface="Calibri"/>
              </a:rPr>
              <a:t>système</a:t>
            </a:r>
            <a:endParaRPr sz="1800" dirty="0">
              <a:latin typeface="Calibri"/>
              <a:cs typeface="Calibri"/>
            </a:endParaRPr>
          </a:p>
          <a:p>
            <a:pPr marL="584200" lvl="2" indent="-190500">
              <a:lnSpc>
                <a:spcPct val="100000"/>
              </a:lnSpc>
              <a:spcBef>
                <a:spcPts val="540"/>
              </a:spcBef>
              <a:buClr>
                <a:srgbClr val="E48312"/>
              </a:buClr>
              <a:buFont typeface="Wingdings"/>
              <a:buChar char=""/>
              <a:tabLst>
                <a:tab pos="584200" algn="l"/>
              </a:tabLst>
            </a:pPr>
            <a:r>
              <a:rPr sz="1400" spc="-10" dirty="0">
                <a:solidFill>
                  <a:srgbClr val="404040"/>
                </a:solidFill>
                <a:latin typeface="Calibri"/>
                <a:cs typeface="Calibri"/>
              </a:rPr>
              <a:t>Performance,</a:t>
            </a:r>
            <a:r>
              <a:rPr sz="1400" spc="35" dirty="0">
                <a:solidFill>
                  <a:srgbClr val="404040"/>
                </a:solidFill>
                <a:latin typeface="Calibri"/>
                <a:cs typeface="Calibri"/>
              </a:rPr>
              <a:t> </a:t>
            </a:r>
            <a:r>
              <a:rPr sz="1400" spc="-20" dirty="0">
                <a:solidFill>
                  <a:srgbClr val="404040"/>
                </a:solidFill>
                <a:latin typeface="Calibri"/>
                <a:cs typeface="Calibri"/>
              </a:rPr>
              <a:t>Robustesse,</a:t>
            </a:r>
            <a:r>
              <a:rPr sz="1400" spc="140" dirty="0">
                <a:solidFill>
                  <a:srgbClr val="404040"/>
                </a:solidFill>
                <a:latin typeface="Calibri"/>
                <a:cs typeface="Calibri"/>
              </a:rPr>
              <a:t> </a:t>
            </a:r>
            <a:r>
              <a:rPr sz="1400" spc="-25" dirty="0">
                <a:solidFill>
                  <a:srgbClr val="404040"/>
                </a:solidFill>
                <a:latin typeface="Calibri"/>
                <a:cs typeface="Calibri"/>
              </a:rPr>
              <a:t>Conviviabilité,</a:t>
            </a:r>
            <a:r>
              <a:rPr sz="1400" spc="240" dirty="0">
                <a:solidFill>
                  <a:srgbClr val="404040"/>
                </a:solidFill>
                <a:latin typeface="Calibri"/>
                <a:cs typeface="Calibri"/>
              </a:rPr>
              <a:t> </a:t>
            </a:r>
            <a:r>
              <a:rPr sz="1400" spc="-10" dirty="0">
                <a:solidFill>
                  <a:srgbClr val="404040"/>
                </a:solidFill>
                <a:latin typeface="Calibri"/>
                <a:cs typeface="Calibri"/>
              </a:rPr>
              <a:t>Maintenabilité</a:t>
            </a:r>
            <a:endParaRPr sz="1400" dirty="0">
              <a:latin typeface="Calibri"/>
              <a:cs typeface="Calibri"/>
            </a:endParaRPr>
          </a:p>
          <a:p>
            <a:pPr marL="419734" lvl="1" indent="-204470">
              <a:lnSpc>
                <a:spcPct val="100000"/>
              </a:lnSpc>
              <a:spcBef>
                <a:spcPts val="320"/>
              </a:spcBef>
              <a:buClr>
                <a:srgbClr val="E48312"/>
              </a:buClr>
              <a:buSzPct val="94444"/>
              <a:buFont typeface="Wingdings"/>
              <a:buChar char=""/>
              <a:tabLst>
                <a:tab pos="420370" algn="l"/>
              </a:tabLst>
            </a:pPr>
            <a:r>
              <a:rPr sz="1800" spc="-10" dirty="0">
                <a:solidFill>
                  <a:srgbClr val="404040"/>
                </a:solidFill>
                <a:latin typeface="Calibri"/>
                <a:cs typeface="Calibri"/>
              </a:rPr>
              <a:t>Exemples</a:t>
            </a:r>
            <a:endParaRPr sz="1800" dirty="0">
              <a:latin typeface="Calibri"/>
              <a:cs typeface="Calibri"/>
            </a:endParaRPr>
          </a:p>
          <a:p>
            <a:pPr marL="622300" lvl="2" indent="-228600">
              <a:lnSpc>
                <a:spcPct val="100000"/>
              </a:lnSpc>
              <a:spcBef>
                <a:spcPts val="440"/>
              </a:spcBef>
              <a:buClr>
                <a:srgbClr val="E48312"/>
              </a:buClr>
              <a:buFont typeface="Wingdings"/>
              <a:buChar char=""/>
              <a:tabLst>
                <a:tab pos="622300" algn="l"/>
              </a:tabLst>
            </a:pPr>
            <a:r>
              <a:rPr sz="1400" spc="5" dirty="0">
                <a:solidFill>
                  <a:srgbClr val="404040"/>
                </a:solidFill>
                <a:latin typeface="Calibri"/>
                <a:cs typeface="Calibri"/>
              </a:rPr>
              <a:t>Le</a:t>
            </a:r>
            <a:r>
              <a:rPr sz="1400" spc="-20" dirty="0">
                <a:solidFill>
                  <a:srgbClr val="404040"/>
                </a:solidFill>
                <a:latin typeface="Calibri"/>
                <a:cs typeface="Calibri"/>
              </a:rPr>
              <a:t> </a:t>
            </a:r>
            <a:r>
              <a:rPr sz="1400" spc="-10" dirty="0">
                <a:solidFill>
                  <a:srgbClr val="404040"/>
                </a:solidFill>
                <a:latin typeface="Calibri"/>
                <a:cs typeface="Calibri"/>
              </a:rPr>
              <a:t>temps</a:t>
            </a:r>
            <a:r>
              <a:rPr sz="1400" spc="35" dirty="0">
                <a:solidFill>
                  <a:srgbClr val="404040"/>
                </a:solidFill>
                <a:latin typeface="Calibri"/>
                <a:cs typeface="Calibri"/>
              </a:rPr>
              <a:t> </a:t>
            </a:r>
            <a:r>
              <a:rPr sz="1400" spc="-20" dirty="0">
                <a:solidFill>
                  <a:srgbClr val="404040"/>
                </a:solidFill>
                <a:latin typeface="Calibri"/>
                <a:cs typeface="Calibri"/>
              </a:rPr>
              <a:t>de</a:t>
            </a:r>
            <a:r>
              <a:rPr sz="1400" spc="-10" dirty="0">
                <a:solidFill>
                  <a:srgbClr val="404040"/>
                </a:solidFill>
                <a:latin typeface="Calibri"/>
                <a:cs typeface="Calibri"/>
              </a:rPr>
              <a:t> </a:t>
            </a:r>
            <a:r>
              <a:rPr sz="1400" spc="-25" dirty="0">
                <a:solidFill>
                  <a:srgbClr val="404040"/>
                </a:solidFill>
                <a:latin typeface="Calibri"/>
                <a:cs typeface="Calibri"/>
              </a:rPr>
              <a:t>réponse</a:t>
            </a:r>
            <a:r>
              <a:rPr sz="1400" spc="190" dirty="0">
                <a:solidFill>
                  <a:srgbClr val="404040"/>
                </a:solidFill>
                <a:latin typeface="Calibri"/>
                <a:cs typeface="Calibri"/>
              </a:rPr>
              <a:t> </a:t>
            </a:r>
            <a:r>
              <a:rPr sz="1400" dirty="0">
                <a:solidFill>
                  <a:srgbClr val="404040"/>
                </a:solidFill>
                <a:latin typeface="Calibri"/>
                <a:cs typeface="Calibri"/>
              </a:rPr>
              <a:t>à</a:t>
            </a:r>
            <a:r>
              <a:rPr sz="1400" spc="5" dirty="0">
                <a:solidFill>
                  <a:srgbClr val="404040"/>
                </a:solidFill>
                <a:latin typeface="Calibri"/>
                <a:cs typeface="Calibri"/>
              </a:rPr>
              <a:t> </a:t>
            </a:r>
            <a:r>
              <a:rPr sz="1400" spc="-30" dirty="0">
                <a:solidFill>
                  <a:srgbClr val="404040"/>
                </a:solidFill>
                <a:latin typeface="Calibri"/>
                <a:cs typeface="Calibri"/>
              </a:rPr>
              <a:t>une</a:t>
            </a:r>
            <a:r>
              <a:rPr sz="1400" spc="85" dirty="0">
                <a:solidFill>
                  <a:srgbClr val="404040"/>
                </a:solidFill>
                <a:latin typeface="Calibri"/>
                <a:cs typeface="Calibri"/>
              </a:rPr>
              <a:t> </a:t>
            </a:r>
            <a:r>
              <a:rPr sz="1400" spc="-20" dirty="0">
                <a:solidFill>
                  <a:srgbClr val="404040"/>
                </a:solidFill>
                <a:latin typeface="Calibri"/>
                <a:cs typeface="Calibri"/>
              </a:rPr>
              <a:t>inscription</a:t>
            </a:r>
            <a:r>
              <a:rPr sz="1400" spc="145" dirty="0">
                <a:solidFill>
                  <a:srgbClr val="404040"/>
                </a:solidFill>
                <a:latin typeface="Calibri"/>
                <a:cs typeface="Calibri"/>
              </a:rPr>
              <a:t> </a:t>
            </a:r>
            <a:r>
              <a:rPr sz="1400" spc="-20" dirty="0">
                <a:solidFill>
                  <a:srgbClr val="404040"/>
                </a:solidFill>
                <a:latin typeface="Calibri"/>
                <a:cs typeface="Calibri"/>
              </a:rPr>
              <a:t>ne </a:t>
            </a:r>
            <a:r>
              <a:rPr sz="1400" spc="-30" dirty="0">
                <a:solidFill>
                  <a:srgbClr val="404040"/>
                </a:solidFill>
                <a:latin typeface="Calibri"/>
                <a:cs typeface="Calibri"/>
              </a:rPr>
              <a:t>doit</a:t>
            </a:r>
            <a:r>
              <a:rPr sz="1400" spc="114" dirty="0">
                <a:solidFill>
                  <a:srgbClr val="404040"/>
                </a:solidFill>
                <a:latin typeface="Calibri"/>
                <a:cs typeface="Calibri"/>
              </a:rPr>
              <a:t> </a:t>
            </a:r>
            <a:r>
              <a:rPr sz="1400" spc="-5" dirty="0">
                <a:solidFill>
                  <a:srgbClr val="404040"/>
                </a:solidFill>
                <a:latin typeface="Calibri"/>
                <a:cs typeface="Calibri"/>
              </a:rPr>
              <a:t>pas</a:t>
            </a:r>
            <a:r>
              <a:rPr sz="1400" spc="35" dirty="0">
                <a:solidFill>
                  <a:srgbClr val="404040"/>
                </a:solidFill>
                <a:latin typeface="Calibri"/>
                <a:cs typeface="Calibri"/>
              </a:rPr>
              <a:t> </a:t>
            </a:r>
            <a:r>
              <a:rPr sz="1400" spc="-20" dirty="0">
                <a:solidFill>
                  <a:srgbClr val="404040"/>
                </a:solidFill>
                <a:latin typeface="Calibri"/>
                <a:cs typeface="Calibri"/>
              </a:rPr>
              <a:t>dépasser</a:t>
            </a:r>
            <a:r>
              <a:rPr sz="1400" spc="95" dirty="0">
                <a:solidFill>
                  <a:srgbClr val="404040"/>
                </a:solidFill>
                <a:latin typeface="Calibri"/>
                <a:cs typeface="Calibri"/>
              </a:rPr>
              <a:t> </a:t>
            </a:r>
            <a:r>
              <a:rPr sz="1400" spc="-5" dirty="0">
                <a:solidFill>
                  <a:srgbClr val="404040"/>
                </a:solidFill>
                <a:latin typeface="Calibri"/>
                <a:cs typeface="Calibri"/>
              </a:rPr>
              <a:t>30</a:t>
            </a:r>
            <a:r>
              <a:rPr sz="1400" spc="70" dirty="0">
                <a:solidFill>
                  <a:srgbClr val="404040"/>
                </a:solidFill>
                <a:latin typeface="Calibri"/>
                <a:cs typeface="Calibri"/>
              </a:rPr>
              <a:t> </a:t>
            </a:r>
            <a:r>
              <a:rPr sz="1400" spc="-25" dirty="0">
                <a:solidFill>
                  <a:srgbClr val="404040"/>
                </a:solidFill>
                <a:latin typeface="Calibri"/>
                <a:cs typeface="Calibri"/>
              </a:rPr>
              <a:t>secondes…</a:t>
            </a:r>
            <a:endParaRPr sz="1400" dirty="0">
              <a:latin typeface="Calibri"/>
              <a:cs typeface="Calibri"/>
            </a:endParaRPr>
          </a:p>
          <a:p>
            <a:pPr marL="584200" lvl="2" indent="-190500">
              <a:lnSpc>
                <a:spcPct val="100000"/>
              </a:lnSpc>
              <a:spcBef>
                <a:spcPts val="420"/>
              </a:spcBef>
              <a:buClr>
                <a:srgbClr val="E48312"/>
              </a:buClr>
              <a:buFont typeface="Wingdings"/>
              <a:buChar char=""/>
              <a:tabLst>
                <a:tab pos="584200" algn="l"/>
              </a:tabLst>
            </a:pPr>
            <a:r>
              <a:rPr sz="1400" spc="10" dirty="0">
                <a:solidFill>
                  <a:srgbClr val="404040"/>
                </a:solidFill>
                <a:latin typeface="Calibri"/>
                <a:cs typeface="Calibri"/>
              </a:rPr>
              <a:t>L</a:t>
            </a:r>
            <a:r>
              <a:rPr sz="1400" dirty="0">
                <a:solidFill>
                  <a:srgbClr val="404040"/>
                </a:solidFill>
                <a:latin typeface="Calibri"/>
                <a:cs typeface="Calibri"/>
              </a:rPr>
              <a:t>e</a:t>
            </a:r>
            <a:r>
              <a:rPr sz="1400" spc="-15" dirty="0">
                <a:solidFill>
                  <a:srgbClr val="404040"/>
                </a:solidFill>
                <a:latin typeface="Calibri"/>
                <a:cs typeface="Calibri"/>
              </a:rPr>
              <a:t> </a:t>
            </a:r>
            <a:r>
              <a:rPr sz="1400" spc="5" dirty="0">
                <a:solidFill>
                  <a:srgbClr val="404040"/>
                </a:solidFill>
                <a:latin typeface="Calibri"/>
                <a:cs typeface="Calibri"/>
              </a:rPr>
              <a:t>c</a:t>
            </a:r>
            <a:r>
              <a:rPr sz="1400" spc="-40" dirty="0">
                <a:solidFill>
                  <a:srgbClr val="404040"/>
                </a:solidFill>
                <a:latin typeface="Calibri"/>
                <a:cs typeface="Calibri"/>
              </a:rPr>
              <a:t>oû</a:t>
            </a:r>
            <a:r>
              <a:rPr sz="1400" dirty="0">
                <a:solidFill>
                  <a:srgbClr val="404040"/>
                </a:solidFill>
                <a:latin typeface="Calibri"/>
                <a:cs typeface="Calibri"/>
              </a:rPr>
              <a:t>t</a:t>
            </a:r>
            <a:r>
              <a:rPr sz="1400" spc="10" dirty="0">
                <a:solidFill>
                  <a:srgbClr val="404040"/>
                </a:solidFill>
                <a:latin typeface="Calibri"/>
                <a:cs typeface="Calibri"/>
              </a:rPr>
              <a:t> </a:t>
            </a:r>
            <a:r>
              <a:rPr sz="1400" spc="-40" dirty="0">
                <a:solidFill>
                  <a:srgbClr val="404040"/>
                </a:solidFill>
                <a:latin typeface="Calibri"/>
                <a:cs typeface="Calibri"/>
              </a:rPr>
              <a:t>d</a:t>
            </a:r>
            <a:r>
              <a:rPr sz="1400" dirty="0">
                <a:solidFill>
                  <a:srgbClr val="404040"/>
                </a:solidFill>
                <a:latin typeface="Calibri"/>
                <a:cs typeface="Calibri"/>
              </a:rPr>
              <a:t>u</a:t>
            </a:r>
            <a:r>
              <a:rPr sz="1400" spc="45" dirty="0">
                <a:solidFill>
                  <a:srgbClr val="404040"/>
                </a:solidFill>
                <a:latin typeface="Calibri"/>
                <a:cs typeface="Calibri"/>
              </a:rPr>
              <a:t> </a:t>
            </a:r>
            <a:r>
              <a:rPr sz="1400" spc="-40" dirty="0">
                <a:solidFill>
                  <a:srgbClr val="404040"/>
                </a:solidFill>
                <a:latin typeface="Calibri"/>
                <a:cs typeface="Calibri"/>
              </a:rPr>
              <a:t>p</a:t>
            </a:r>
            <a:r>
              <a:rPr sz="1400" spc="10" dirty="0">
                <a:solidFill>
                  <a:srgbClr val="404040"/>
                </a:solidFill>
                <a:latin typeface="Calibri"/>
                <a:cs typeface="Calibri"/>
              </a:rPr>
              <a:t>r</a:t>
            </a:r>
            <a:r>
              <a:rPr sz="1400" spc="-40" dirty="0">
                <a:solidFill>
                  <a:srgbClr val="404040"/>
                </a:solidFill>
                <a:latin typeface="Calibri"/>
                <a:cs typeface="Calibri"/>
              </a:rPr>
              <a:t>oj</a:t>
            </a:r>
            <a:r>
              <a:rPr sz="1400" dirty="0">
                <a:solidFill>
                  <a:srgbClr val="404040"/>
                </a:solidFill>
                <a:latin typeface="Calibri"/>
                <a:cs typeface="Calibri"/>
              </a:rPr>
              <a:t>et</a:t>
            </a:r>
            <a:r>
              <a:rPr sz="1400" spc="110" dirty="0">
                <a:solidFill>
                  <a:srgbClr val="404040"/>
                </a:solidFill>
                <a:latin typeface="Calibri"/>
                <a:cs typeface="Calibri"/>
              </a:rPr>
              <a:t> </a:t>
            </a:r>
            <a:r>
              <a:rPr sz="1400" spc="-40" dirty="0">
                <a:solidFill>
                  <a:srgbClr val="404040"/>
                </a:solidFill>
                <a:latin typeface="Calibri"/>
                <a:cs typeface="Calibri"/>
              </a:rPr>
              <a:t>n</a:t>
            </a:r>
            <a:r>
              <a:rPr sz="1400" dirty="0">
                <a:solidFill>
                  <a:srgbClr val="404040"/>
                </a:solidFill>
                <a:latin typeface="Calibri"/>
                <a:cs typeface="Calibri"/>
              </a:rPr>
              <a:t>e</a:t>
            </a:r>
            <a:r>
              <a:rPr sz="1400" spc="-15" dirty="0">
                <a:solidFill>
                  <a:srgbClr val="404040"/>
                </a:solidFill>
                <a:latin typeface="Calibri"/>
                <a:cs typeface="Calibri"/>
              </a:rPr>
              <a:t> </a:t>
            </a:r>
            <a:r>
              <a:rPr sz="1400" spc="-40" dirty="0">
                <a:solidFill>
                  <a:srgbClr val="404040"/>
                </a:solidFill>
                <a:latin typeface="Calibri"/>
                <a:cs typeface="Calibri"/>
              </a:rPr>
              <a:t>do</a:t>
            </a:r>
            <a:r>
              <a:rPr sz="1400" spc="-25" dirty="0">
                <a:solidFill>
                  <a:srgbClr val="404040"/>
                </a:solidFill>
                <a:latin typeface="Calibri"/>
                <a:cs typeface="Calibri"/>
              </a:rPr>
              <a:t>i</a:t>
            </a:r>
            <a:r>
              <a:rPr sz="1400" dirty="0">
                <a:solidFill>
                  <a:srgbClr val="404040"/>
                </a:solidFill>
                <a:latin typeface="Calibri"/>
                <a:cs typeface="Calibri"/>
              </a:rPr>
              <a:t>t</a:t>
            </a:r>
            <a:r>
              <a:rPr sz="1400" spc="110" dirty="0">
                <a:solidFill>
                  <a:srgbClr val="404040"/>
                </a:solidFill>
                <a:latin typeface="Calibri"/>
                <a:cs typeface="Calibri"/>
              </a:rPr>
              <a:t> </a:t>
            </a:r>
            <a:r>
              <a:rPr sz="1400" spc="-40" dirty="0">
                <a:solidFill>
                  <a:srgbClr val="404040"/>
                </a:solidFill>
                <a:latin typeface="Calibri"/>
                <a:cs typeface="Calibri"/>
              </a:rPr>
              <a:t>p</a:t>
            </a:r>
            <a:r>
              <a:rPr sz="1400" spc="25" dirty="0">
                <a:solidFill>
                  <a:srgbClr val="404040"/>
                </a:solidFill>
                <a:latin typeface="Calibri"/>
                <a:cs typeface="Calibri"/>
              </a:rPr>
              <a:t>a</a:t>
            </a:r>
            <a:r>
              <a:rPr sz="1400" dirty="0">
                <a:solidFill>
                  <a:srgbClr val="404040"/>
                </a:solidFill>
                <a:latin typeface="Calibri"/>
                <a:cs typeface="Calibri"/>
              </a:rPr>
              <a:t>s</a:t>
            </a:r>
            <a:r>
              <a:rPr sz="1400" spc="35" dirty="0">
                <a:solidFill>
                  <a:srgbClr val="404040"/>
                </a:solidFill>
                <a:latin typeface="Calibri"/>
                <a:cs typeface="Calibri"/>
              </a:rPr>
              <a:t> </a:t>
            </a:r>
            <a:r>
              <a:rPr sz="1400" dirty="0">
                <a:solidFill>
                  <a:srgbClr val="404040"/>
                </a:solidFill>
                <a:latin typeface="Calibri"/>
                <a:cs typeface="Calibri"/>
              </a:rPr>
              <a:t>ê</a:t>
            </a:r>
            <a:r>
              <a:rPr sz="1400" spc="30" dirty="0">
                <a:solidFill>
                  <a:srgbClr val="404040"/>
                </a:solidFill>
                <a:latin typeface="Calibri"/>
                <a:cs typeface="Calibri"/>
              </a:rPr>
              <a:t>t</a:t>
            </a:r>
            <a:r>
              <a:rPr sz="1400" spc="10" dirty="0">
                <a:solidFill>
                  <a:srgbClr val="404040"/>
                </a:solidFill>
                <a:latin typeface="Calibri"/>
                <a:cs typeface="Calibri"/>
              </a:rPr>
              <a:t>r</a:t>
            </a:r>
            <a:r>
              <a:rPr sz="1400" dirty="0">
                <a:solidFill>
                  <a:srgbClr val="404040"/>
                </a:solidFill>
                <a:latin typeface="Calibri"/>
                <a:cs typeface="Calibri"/>
              </a:rPr>
              <a:t>e</a:t>
            </a:r>
            <a:r>
              <a:rPr sz="1400" spc="-114" dirty="0">
                <a:solidFill>
                  <a:srgbClr val="404040"/>
                </a:solidFill>
                <a:latin typeface="Calibri"/>
                <a:cs typeface="Calibri"/>
              </a:rPr>
              <a:t> </a:t>
            </a:r>
            <a:r>
              <a:rPr sz="1400" spc="-50" dirty="0">
                <a:solidFill>
                  <a:srgbClr val="404040"/>
                </a:solidFill>
                <a:latin typeface="Calibri"/>
                <a:cs typeface="Calibri"/>
              </a:rPr>
              <a:t>s</a:t>
            </a:r>
            <a:r>
              <a:rPr sz="1400" spc="-40" dirty="0">
                <a:solidFill>
                  <a:srgbClr val="404040"/>
                </a:solidFill>
                <a:latin typeface="Calibri"/>
                <a:cs typeface="Calibri"/>
              </a:rPr>
              <a:t>up</a:t>
            </a:r>
            <a:r>
              <a:rPr sz="1400" dirty="0">
                <a:solidFill>
                  <a:srgbClr val="404040"/>
                </a:solidFill>
                <a:latin typeface="Calibri"/>
                <a:cs typeface="Calibri"/>
              </a:rPr>
              <a:t>é</a:t>
            </a:r>
            <a:r>
              <a:rPr sz="1400" spc="10" dirty="0">
                <a:solidFill>
                  <a:srgbClr val="404040"/>
                </a:solidFill>
                <a:latin typeface="Calibri"/>
                <a:cs typeface="Calibri"/>
              </a:rPr>
              <a:t>r</a:t>
            </a:r>
            <a:r>
              <a:rPr sz="1400" spc="-25" dirty="0">
                <a:solidFill>
                  <a:srgbClr val="404040"/>
                </a:solidFill>
                <a:latin typeface="Calibri"/>
                <a:cs typeface="Calibri"/>
              </a:rPr>
              <a:t>i</a:t>
            </a:r>
            <a:r>
              <a:rPr sz="1400" dirty="0">
                <a:solidFill>
                  <a:srgbClr val="404040"/>
                </a:solidFill>
                <a:latin typeface="Calibri"/>
                <a:cs typeface="Calibri"/>
              </a:rPr>
              <a:t>e</a:t>
            </a:r>
            <a:r>
              <a:rPr sz="1400" spc="-40" dirty="0">
                <a:solidFill>
                  <a:srgbClr val="404040"/>
                </a:solidFill>
                <a:latin typeface="Calibri"/>
                <a:cs typeface="Calibri"/>
              </a:rPr>
              <a:t>u</a:t>
            </a:r>
            <a:r>
              <a:rPr sz="1400" dirty="0">
                <a:solidFill>
                  <a:srgbClr val="404040"/>
                </a:solidFill>
                <a:latin typeface="Calibri"/>
                <a:cs typeface="Calibri"/>
              </a:rPr>
              <a:t>r </a:t>
            </a:r>
            <a:r>
              <a:rPr sz="1400" spc="-125" dirty="0">
                <a:solidFill>
                  <a:srgbClr val="404040"/>
                </a:solidFill>
                <a:latin typeface="Calibri"/>
                <a:cs typeface="Calibri"/>
              </a:rPr>
              <a:t> </a:t>
            </a:r>
            <a:r>
              <a:rPr sz="1400" dirty="0">
                <a:solidFill>
                  <a:srgbClr val="404040"/>
                </a:solidFill>
                <a:latin typeface="Calibri"/>
                <a:cs typeface="Calibri"/>
              </a:rPr>
              <a:t>à</a:t>
            </a:r>
            <a:r>
              <a:rPr sz="1400" spc="10" dirty="0">
                <a:solidFill>
                  <a:srgbClr val="404040"/>
                </a:solidFill>
                <a:latin typeface="Calibri"/>
                <a:cs typeface="Calibri"/>
              </a:rPr>
              <a:t> </a:t>
            </a:r>
            <a:r>
              <a:rPr sz="1400" spc="-10" dirty="0">
                <a:solidFill>
                  <a:srgbClr val="404040"/>
                </a:solidFill>
                <a:latin typeface="Calibri"/>
                <a:cs typeface="Calibri"/>
              </a:rPr>
              <a:t>150</a:t>
            </a:r>
            <a:r>
              <a:rPr sz="1400" dirty="0">
                <a:solidFill>
                  <a:srgbClr val="404040"/>
                </a:solidFill>
                <a:latin typeface="Calibri"/>
                <a:cs typeface="Calibri"/>
              </a:rPr>
              <a:t>K</a:t>
            </a:r>
            <a:endParaRPr sz="1400" dirty="0">
              <a:latin typeface="Calibri"/>
              <a:cs typeface="Calibri"/>
            </a:endParaRPr>
          </a:p>
        </p:txBody>
      </p:sp>
    </p:spTree>
    <p:extLst>
      <p:ext uri="{BB962C8B-B14F-4D97-AF65-F5344CB8AC3E}">
        <p14:creationId xmlns:p14="http://schemas.microsoft.com/office/powerpoint/2010/main" val="13844067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p:nvPr/>
        </p:nvSpPr>
        <p:spPr>
          <a:xfrm>
            <a:off x="649492" y="1828800"/>
            <a:ext cx="11002433" cy="4339287"/>
          </a:xfrm>
          <a:prstGeom prst="rect">
            <a:avLst/>
          </a:prstGeom>
        </p:spPr>
        <p:txBody>
          <a:bodyPr vert="horz" wrap="square" lIns="0" tIns="71967" rIns="0" bIns="0" rtlCol="0">
            <a:spAutoFit/>
          </a:bodyPr>
          <a:lstStyle/>
          <a:p>
            <a:pPr marL="474121" indent="-457189">
              <a:spcBef>
                <a:spcPts val="567"/>
              </a:spcBef>
              <a:buClr>
                <a:srgbClr val="585858"/>
              </a:buClr>
              <a:buFont typeface="Arial MT"/>
              <a:buChar char="●"/>
              <a:tabLst>
                <a:tab pos="473275" algn="l"/>
                <a:tab pos="474121" algn="l"/>
              </a:tabLst>
            </a:pPr>
            <a:r>
              <a:rPr sz="2400" spc="-120" dirty="0">
                <a:solidFill>
                  <a:srgbClr val="585858"/>
                </a:solidFill>
                <a:latin typeface="Trebuchet MS"/>
                <a:cs typeface="Trebuchet MS"/>
              </a:rPr>
              <a:t>La</a:t>
            </a:r>
            <a:r>
              <a:rPr sz="2400" spc="-13" dirty="0">
                <a:solidFill>
                  <a:srgbClr val="585858"/>
                </a:solidFill>
                <a:latin typeface="Trebuchet MS"/>
                <a:cs typeface="Trebuchet MS"/>
              </a:rPr>
              <a:t> </a:t>
            </a:r>
            <a:r>
              <a:rPr sz="2400" spc="-152" dirty="0">
                <a:solidFill>
                  <a:srgbClr val="585858"/>
                </a:solidFill>
                <a:latin typeface="Trebuchet MS"/>
                <a:cs typeface="Trebuchet MS"/>
              </a:rPr>
              <a:t>réalisation</a:t>
            </a:r>
            <a:r>
              <a:rPr sz="2400" spc="-7" dirty="0">
                <a:solidFill>
                  <a:srgbClr val="585858"/>
                </a:solidFill>
                <a:latin typeface="Trebuchet MS"/>
                <a:cs typeface="Trebuchet MS"/>
              </a:rPr>
              <a:t> </a:t>
            </a:r>
            <a:r>
              <a:rPr sz="2400" spc="-233" dirty="0">
                <a:solidFill>
                  <a:srgbClr val="585858"/>
                </a:solidFill>
                <a:latin typeface="Trebuchet MS"/>
                <a:cs typeface="Trebuchet MS"/>
              </a:rPr>
              <a:t>d’une</a:t>
            </a:r>
            <a:r>
              <a:rPr sz="2400" spc="-13" dirty="0">
                <a:solidFill>
                  <a:srgbClr val="585858"/>
                </a:solidFill>
                <a:latin typeface="Trebuchet MS"/>
                <a:cs typeface="Trebuchet MS"/>
              </a:rPr>
              <a:t> </a:t>
            </a:r>
            <a:r>
              <a:rPr sz="2400" spc="-160" dirty="0">
                <a:solidFill>
                  <a:srgbClr val="585858"/>
                </a:solidFill>
                <a:latin typeface="Trebuchet MS"/>
                <a:cs typeface="Trebuchet MS"/>
              </a:rPr>
              <a:t>application</a:t>
            </a:r>
            <a:r>
              <a:rPr sz="2400" spc="-20" dirty="0">
                <a:solidFill>
                  <a:srgbClr val="585858"/>
                </a:solidFill>
                <a:latin typeface="Trebuchet MS"/>
                <a:cs typeface="Trebuchet MS"/>
              </a:rPr>
              <a:t> </a:t>
            </a:r>
            <a:r>
              <a:rPr sz="2400" spc="-180" dirty="0">
                <a:solidFill>
                  <a:srgbClr val="585858"/>
                </a:solidFill>
                <a:latin typeface="Trebuchet MS"/>
                <a:cs typeface="Trebuchet MS"/>
              </a:rPr>
              <a:t>informatique</a:t>
            </a:r>
            <a:r>
              <a:rPr sz="2400" spc="-20" dirty="0">
                <a:solidFill>
                  <a:srgbClr val="585858"/>
                </a:solidFill>
                <a:latin typeface="Trebuchet MS"/>
                <a:cs typeface="Trebuchet MS"/>
              </a:rPr>
              <a:t> </a:t>
            </a:r>
            <a:r>
              <a:rPr sz="2400" spc="-133" dirty="0">
                <a:solidFill>
                  <a:srgbClr val="585858"/>
                </a:solidFill>
                <a:latin typeface="Trebuchet MS"/>
                <a:cs typeface="Trebuchet MS"/>
              </a:rPr>
              <a:t>ou</a:t>
            </a:r>
            <a:r>
              <a:rPr sz="2400" spc="-27" dirty="0">
                <a:solidFill>
                  <a:srgbClr val="585858"/>
                </a:solidFill>
                <a:latin typeface="Trebuchet MS"/>
                <a:cs typeface="Trebuchet MS"/>
              </a:rPr>
              <a:t> </a:t>
            </a:r>
            <a:r>
              <a:rPr sz="2400" spc="-240" dirty="0">
                <a:solidFill>
                  <a:srgbClr val="585858"/>
                </a:solidFill>
                <a:latin typeface="Trebuchet MS"/>
                <a:cs typeface="Trebuchet MS"/>
              </a:rPr>
              <a:t>d’un</a:t>
            </a:r>
            <a:r>
              <a:rPr sz="2400" spc="-13" dirty="0">
                <a:solidFill>
                  <a:srgbClr val="585858"/>
                </a:solidFill>
                <a:latin typeface="Trebuchet MS"/>
                <a:cs typeface="Trebuchet MS"/>
              </a:rPr>
              <a:t> </a:t>
            </a:r>
            <a:r>
              <a:rPr sz="2400" spc="-167" dirty="0">
                <a:solidFill>
                  <a:srgbClr val="585858"/>
                </a:solidFill>
                <a:latin typeface="Trebuchet MS"/>
                <a:cs typeface="Trebuchet MS"/>
              </a:rPr>
              <a:t>ensemble</a:t>
            </a:r>
            <a:r>
              <a:rPr sz="2400" spc="-27" dirty="0">
                <a:solidFill>
                  <a:srgbClr val="585858"/>
                </a:solidFill>
                <a:latin typeface="Trebuchet MS"/>
                <a:cs typeface="Trebuchet MS"/>
              </a:rPr>
              <a:t> </a:t>
            </a:r>
            <a:r>
              <a:rPr sz="2400" spc="-167" dirty="0">
                <a:solidFill>
                  <a:srgbClr val="585858"/>
                </a:solidFill>
                <a:latin typeface="Trebuchet MS"/>
                <a:cs typeface="Trebuchet MS"/>
              </a:rPr>
              <a:t>d’applications</a:t>
            </a:r>
            <a:r>
              <a:rPr sz="2400" spc="-7" dirty="0">
                <a:solidFill>
                  <a:srgbClr val="585858"/>
                </a:solidFill>
                <a:latin typeface="Trebuchet MS"/>
                <a:cs typeface="Trebuchet MS"/>
              </a:rPr>
              <a:t> </a:t>
            </a:r>
            <a:r>
              <a:rPr sz="2400" spc="-127" dirty="0">
                <a:solidFill>
                  <a:srgbClr val="585858"/>
                </a:solidFill>
                <a:latin typeface="Trebuchet MS"/>
                <a:cs typeface="Trebuchet MS"/>
              </a:rPr>
              <a:t>est</a:t>
            </a:r>
            <a:r>
              <a:rPr sz="2400" spc="-13" dirty="0">
                <a:solidFill>
                  <a:srgbClr val="585858"/>
                </a:solidFill>
                <a:latin typeface="Trebuchet MS"/>
                <a:cs typeface="Trebuchet MS"/>
              </a:rPr>
              <a:t> </a:t>
            </a:r>
            <a:r>
              <a:rPr sz="2400" spc="-147" dirty="0">
                <a:solidFill>
                  <a:srgbClr val="585858"/>
                </a:solidFill>
                <a:latin typeface="Trebuchet MS"/>
                <a:cs typeface="Trebuchet MS"/>
              </a:rPr>
              <a:t>basée</a:t>
            </a:r>
            <a:endParaRPr sz="2400" dirty="0">
              <a:latin typeface="Trebuchet MS"/>
              <a:cs typeface="Trebuchet MS"/>
            </a:endParaRPr>
          </a:p>
          <a:p>
            <a:pPr marL="473275">
              <a:spcBef>
                <a:spcPts val="440"/>
              </a:spcBef>
            </a:pPr>
            <a:r>
              <a:rPr sz="2400" spc="-107" dirty="0">
                <a:solidFill>
                  <a:srgbClr val="585858"/>
                </a:solidFill>
                <a:latin typeface="Trebuchet MS"/>
                <a:cs typeface="Trebuchet MS"/>
              </a:rPr>
              <a:t>su</a:t>
            </a:r>
            <a:r>
              <a:rPr sz="2400" spc="-80" dirty="0">
                <a:solidFill>
                  <a:srgbClr val="585858"/>
                </a:solidFill>
                <a:latin typeface="Trebuchet MS"/>
                <a:cs typeface="Trebuchet MS"/>
              </a:rPr>
              <a:t>r</a:t>
            </a:r>
            <a:r>
              <a:rPr sz="2400" spc="-187" dirty="0">
                <a:solidFill>
                  <a:srgbClr val="585858"/>
                </a:solidFill>
                <a:latin typeface="Trebuchet MS"/>
                <a:cs typeface="Trebuchet MS"/>
              </a:rPr>
              <a:t> </a:t>
            </a:r>
            <a:r>
              <a:rPr sz="2400" spc="-120" dirty="0">
                <a:solidFill>
                  <a:srgbClr val="585858"/>
                </a:solidFill>
                <a:latin typeface="Trebuchet MS"/>
                <a:cs typeface="Trebuchet MS"/>
              </a:rPr>
              <a:t>plusieurs</a:t>
            </a:r>
            <a:r>
              <a:rPr sz="2400" spc="-220" dirty="0">
                <a:solidFill>
                  <a:srgbClr val="585858"/>
                </a:solidFill>
                <a:latin typeface="Trebuchet MS"/>
                <a:cs typeface="Trebuchet MS"/>
              </a:rPr>
              <a:t> </a:t>
            </a:r>
            <a:r>
              <a:rPr sz="2400" spc="-127" dirty="0">
                <a:solidFill>
                  <a:srgbClr val="585858"/>
                </a:solidFill>
                <a:latin typeface="Trebuchet MS"/>
                <a:cs typeface="Trebuchet MS"/>
              </a:rPr>
              <a:t>diag</a:t>
            </a:r>
            <a:r>
              <a:rPr sz="2400" spc="-160" dirty="0">
                <a:solidFill>
                  <a:srgbClr val="585858"/>
                </a:solidFill>
                <a:latin typeface="Trebuchet MS"/>
                <a:cs typeface="Trebuchet MS"/>
              </a:rPr>
              <a:t>rammes</a:t>
            </a:r>
            <a:r>
              <a:rPr sz="2400" spc="-300" dirty="0">
                <a:solidFill>
                  <a:srgbClr val="585858"/>
                </a:solidFill>
                <a:latin typeface="Trebuchet MS"/>
                <a:cs typeface="Trebuchet MS"/>
              </a:rPr>
              <a:t>.</a:t>
            </a:r>
            <a:endParaRPr sz="2400" dirty="0">
              <a:latin typeface="Trebuchet MS"/>
              <a:cs typeface="Trebuchet MS"/>
            </a:endParaRPr>
          </a:p>
          <a:p>
            <a:pPr marL="474121" indent="-457189">
              <a:spcBef>
                <a:spcPts val="427"/>
              </a:spcBef>
              <a:buFont typeface="Arial MT"/>
              <a:buChar char="●"/>
              <a:tabLst>
                <a:tab pos="473275" algn="l"/>
                <a:tab pos="474121" algn="l"/>
              </a:tabLst>
            </a:pPr>
            <a:r>
              <a:rPr sz="2400" spc="-87" dirty="0">
                <a:solidFill>
                  <a:srgbClr val="585858"/>
                </a:solidFill>
                <a:latin typeface="Trebuchet MS"/>
                <a:cs typeface="Trebuchet MS"/>
              </a:rPr>
              <a:t>À</a:t>
            </a:r>
            <a:r>
              <a:rPr sz="2400" spc="152" dirty="0">
                <a:solidFill>
                  <a:srgbClr val="585858"/>
                </a:solidFill>
                <a:latin typeface="Trebuchet MS"/>
                <a:cs typeface="Trebuchet MS"/>
              </a:rPr>
              <a:t> </a:t>
            </a:r>
            <a:r>
              <a:rPr sz="2400" spc="-173" dirty="0">
                <a:solidFill>
                  <a:srgbClr val="585858"/>
                </a:solidFill>
                <a:latin typeface="Trebuchet MS"/>
                <a:cs typeface="Trebuchet MS"/>
              </a:rPr>
              <a:t>ce</a:t>
            </a:r>
            <a:r>
              <a:rPr sz="2400" spc="167" dirty="0">
                <a:solidFill>
                  <a:srgbClr val="585858"/>
                </a:solidFill>
                <a:latin typeface="Trebuchet MS"/>
                <a:cs typeface="Trebuchet MS"/>
              </a:rPr>
              <a:t> </a:t>
            </a:r>
            <a:r>
              <a:rPr sz="2400" spc="-247" dirty="0">
                <a:solidFill>
                  <a:srgbClr val="585858"/>
                </a:solidFill>
                <a:latin typeface="Trebuchet MS"/>
                <a:cs typeface="Trebuchet MS"/>
              </a:rPr>
              <a:t>jour,</a:t>
            </a:r>
            <a:r>
              <a:rPr sz="2400" spc="167" dirty="0">
                <a:solidFill>
                  <a:srgbClr val="585858"/>
                </a:solidFill>
                <a:latin typeface="Trebuchet MS"/>
                <a:cs typeface="Trebuchet MS"/>
              </a:rPr>
              <a:t> </a:t>
            </a:r>
            <a:r>
              <a:rPr sz="2400" spc="-160" dirty="0">
                <a:solidFill>
                  <a:srgbClr val="585858"/>
                </a:solidFill>
                <a:latin typeface="Trebuchet MS"/>
                <a:cs typeface="Trebuchet MS"/>
              </a:rPr>
              <a:t>il</a:t>
            </a:r>
            <a:r>
              <a:rPr sz="2400" spc="152" dirty="0">
                <a:solidFill>
                  <a:srgbClr val="585858"/>
                </a:solidFill>
                <a:latin typeface="Trebuchet MS"/>
                <a:cs typeface="Trebuchet MS"/>
              </a:rPr>
              <a:t> </a:t>
            </a:r>
            <a:r>
              <a:rPr sz="2400" spc="-160" dirty="0">
                <a:solidFill>
                  <a:srgbClr val="585858"/>
                </a:solidFill>
                <a:latin typeface="Trebuchet MS"/>
                <a:cs typeface="Trebuchet MS"/>
              </a:rPr>
              <a:t>existe</a:t>
            </a:r>
            <a:r>
              <a:rPr sz="2400" spc="160" dirty="0">
                <a:solidFill>
                  <a:srgbClr val="585858"/>
                </a:solidFill>
                <a:latin typeface="Trebuchet MS"/>
                <a:cs typeface="Trebuchet MS"/>
              </a:rPr>
              <a:t> </a:t>
            </a:r>
            <a:r>
              <a:rPr sz="2400" b="1" spc="-213" dirty="0">
                <a:solidFill>
                  <a:srgbClr val="585858"/>
                </a:solidFill>
                <a:latin typeface="Trebuchet MS"/>
                <a:cs typeface="Trebuchet MS"/>
              </a:rPr>
              <a:t>13</a:t>
            </a:r>
            <a:r>
              <a:rPr sz="2400" b="1" spc="160" dirty="0">
                <a:solidFill>
                  <a:srgbClr val="585858"/>
                </a:solidFill>
                <a:latin typeface="Trebuchet MS"/>
                <a:cs typeface="Trebuchet MS"/>
              </a:rPr>
              <a:t> </a:t>
            </a:r>
            <a:r>
              <a:rPr sz="2400" b="1" spc="-193" dirty="0">
                <a:solidFill>
                  <a:srgbClr val="585858"/>
                </a:solidFill>
                <a:latin typeface="Trebuchet MS"/>
                <a:cs typeface="Trebuchet MS"/>
              </a:rPr>
              <a:t>diagrammes</a:t>
            </a:r>
            <a:r>
              <a:rPr sz="2400" b="1" spc="147" dirty="0">
                <a:solidFill>
                  <a:srgbClr val="585858"/>
                </a:solidFill>
                <a:latin typeface="Trebuchet MS"/>
                <a:cs typeface="Trebuchet MS"/>
              </a:rPr>
              <a:t> </a:t>
            </a:r>
            <a:r>
              <a:rPr sz="2400" spc="-260" dirty="0">
                <a:solidFill>
                  <a:srgbClr val="585858"/>
                </a:solidFill>
                <a:latin typeface="Trebuchet MS"/>
                <a:cs typeface="Trebuchet MS"/>
              </a:rPr>
              <a:t>«</a:t>
            </a:r>
            <a:r>
              <a:rPr sz="2400" spc="152" dirty="0">
                <a:solidFill>
                  <a:srgbClr val="585858"/>
                </a:solidFill>
                <a:latin typeface="Trebuchet MS"/>
                <a:cs typeface="Trebuchet MS"/>
              </a:rPr>
              <a:t> </a:t>
            </a:r>
            <a:r>
              <a:rPr sz="2400" spc="-133" dirty="0">
                <a:solidFill>
                  <a:srgbClr val="585858"/>
                </a:solidFill>
                <a:latin typeface="Trebuchet MS"/>
                <a:cs typeface="Trebuchet MS"/>
              </a:rPr>
              <a:t>officiels</a:t>
            </a:r>
            <a:r>
              <a:rPr sz="2400" spc="140" dirty="0">
                <a:solidFill>
                  <a:srgbClr val="585858"/>
                </a:solidFill>
                <a:latin typeface="Trebuchet MS"/>
                <a:cs typeface="Trebuchet MS"/>
              </a:rPr>
              <a:t> </a:t>
            </a:r>
            <a:r>
              <a:rPr sz="2400" spc="-280" dirty="0">
                <a:solidFill>
                  <a:srgbClr val="585858"/>
                </a:solidFill>
                <a:latin typeface="Trebuchet MS"/>
                <a:cs typeface="Trebuchet MS"/>
              </a:rPr>
              <a:t>».</a:t>
            </a:r>
            <a:r>
              <a:rPr sz="2400" spc="140" dirty="0">
                <a:solidFill>
                  <a:srgbClr val="585858"/>
                </a:solidFill>
                <a:latin typeface="Trebuchet MS"/>
                <a:cs typeface="Trebuchet MS"/>
              </a:rPr>
              <a:t> </a:t>
            </a:r>
            <a:r>
              <a:rPr sz="2400" spc="-113" dirty="0">
                <a:solidFill>
                  <a:srgbClr val="585858"/>
                </a:solidFill>
                <a:latin typeface="Trebuchet MS"/>
                <a:cs typeface="Trebuchet MS"/>
              </a:rPr>
              <a:t>Ces</a:t>
            </a:r>
            <a:r>
              <a:rPr sz="2400" spc="160" dirty="0">
                <a:solidFill>
                  <a:srgbClr val="585858"/>
                </a:solidFill>
                <a:latin typeface="Trebuchet MS"/>
                <a:cs typeface="Trebuchet MS"/>
              </a:rPr>
              <a:t> </a:t>
            </a:r>
            <a:r>
              <a:rPr sz="2400" spc="-147" dirty="0">
                <a:solidFill>
                  <a:srgbClr val="585858"/>
                </a:solidFill>
                <a:latin typeface="Trebuchet MS"/>
                <a:cs typeface="Trebuchet MS"/>
              </a:rPr>
              <a:t>diagrammes</a:t>
            </a:r>
            <a:r>
              <a:rPr sz="2400" spc="167" dirty="0">
                <a:solidFill>
                  <a:srgbClr val="585858"/>
                </a:solidFill>
                <a:latin typeface="Trebuchet MS"/>
                <a:cs typeface="Trebuchet MS"/>
              </a:rPr>
              <a:t> </a:t>
            </a:r>
            <a:r>
              <a:rPr sz="2400" spc="-113" dirty="0">
                <a:solidFill>
                  <a:srgbClr val="585858"/>
                </a:solidFill>
                <a:latin typeface="Trebuchet MS"/>
                <a:cs typeface="Trebuchet MS"/>
              </a:rPr>
              <a:t>sont</a:t>
            </a:r>
            <a:r>
              <a:rPr sz="2400" spc="173" dirty="0">
                <a:solidFill>
                  <a:srgbClr val="585858"/>
                </a:solidFill>
                <a:latin typeface="Trebuchet MS"/>
                <a:cs typeface="Trebuchet MS"/>
              </a:rPr>
              <a:t> </a:t>
            </a:r>
            <a:r>
              <a:rPr sz="2400" spc="-107" dirty="0">
                <a:solidFill>
                  <a:srgbClr val="585858"/>
                </a:solidFill>
                <a:latin typeface="Trebuchet MS"/>
                <a:cs typeface="Trebuchet MS"/>
              </a:rPr>
              <a:t>tous</a:t>
            </a:r>
            <a:r>
              <a:rPr sz="2400" spc="167" dirty="0">
                <a:solidFill>
                  <a:srgbClr val="585858"/>
                </a:solidFill>
                <a:latin typeface="Trebuchet MS"/>
                <a:cs typeface="Trebuchet MS"/>
              </a:rPr>
              <a:t> </a:t>
            </a:r>
            <a:r>
              <a:rPr sz="2400" spc="-127" dirty="0">
                <a:solidFill>
                  <a:srgbClr val="585858"/>
                </a:solidFill>
                <a:latin typeface="Trebuchet MS"/>
                <a:cs typeface="Trebuchet MS"/>
              </a:rPr>
              <a:t>réalisés</a:t>
            </a:r>
            <a:r>
              <a:rPr sz="2400" spc="152" dirty="0">
                <a:solidFill>
                  <a:srgbClr val="585858"/>
                </a:solidFill>
                <a:latin typeface="Trebuchet MS"/>
                <a:cs typeface="Trebuchet MS"/>
              </a:rPr>
              <a:t> </a:t>
            </a:r>
            <a:r>
              <a:rPr sz="2400" spc="-147" dirty="0">
                <a:solidFill>
                  <a:srgbClr val="585858"/>
                </a:solidFill>
                <a:latin typeface="Trebuchet MS"/>
                <a:cs typeface="Trebuchet MS"/>
              </a:rPr>
              <a:t>à</a:t>
            </a:r>
            <a:endParaRPr sz="2400" dirty="0">
              <a:latin typeface="Trebuchet MS"/>
              <a:cs typeface="Trebuchet MS"/>
            </a:endParaRPr>
          </a:p>
          <a:p>
            <a:pPr marL="473275">
              <a:spcBef>
                <a:spcPts val="433"/>
              </a:spcBef>
            </a:pPr>
            <a:r>
              <a:rPr sz="2400" spc="-180" dirty="0">
                <a:solidFill>
                  <a:srgbClr val="585858"/>
                </a:solidFill>
                <a:latin typeface="Trebuchet MS"/>
                <a:cs typeface="Trebuchet MS"/>
              </a:rPr>
              <a:t>partir</a:t>
            </a:r>
            <a:r>
              <a:rPr sz="2400" spc="413" dirty="0">
                <a:solidFill>
                  <a:srgbClr val="585858"/>
                </a:solidFill>
                <a:latin typeface="Trebuchet MS"/>
                <a:cs typeface="Trebuchet MS"/>
              </a:rPr>
              <a:t> </a:t>
            </a:r>
            <a:r>
              <a:rPr sz="2400" spc="-160" dirty="0">
                <a:solidFill>
                  <a:srgbClr val="585858"/>
                </a:solidFill>
                <a:latin typeface="Trebuchet MS"/>
                <a:cs typeface="Trebuchet MS"/>
              </a:rPr>
              <a:t>du</a:t>
            </a:r>
            <a:r>
              <a:rPr sz="2400" spc="427" dirty="0">
                <a:solidFill>
                  <a:srgbClr val="585858"/>
                </a:solidFill>
                <a:latin typeface="Trebuchet MS"/>
                <a:cs typeface="Trebuchet MS"/>
              </a:rPr>
              <a:t> </a:t>
            </a:r>
            <a:r>
              <a:rPr sz="2400" b="1" spc="-187" dirty="0">
                <a:solidFill>
                  <a:srgbClr val="585858"/>
                </a:solidFill>
                <a:latin typeface="Trebuchet MS"/>
                <a:cs typeface="Trebuchet MS"/>
              </a:rPr>
              <a:t>besoin</a:t>
            </a:r>
            <a:r>
              <a:rPr sz="2400" b="1" spc="393" dirty="0">
                <a:solidFill>
                  <a:srgbClr val="585858"/>
                </a:solidFill>
                <a:latin typeface="Trebuchet MS"/>
                <a:cs typeface="Trebuchet MS"/>
              </a:rPr>
              <a:t> </a:t>
            </a:r>
            <a:r>
              <a:rPr sz="2400" b="1" spc="-167" dirty="0">
                <a:solidFill>
                  <a:srgbClr val="585858"/>
                </a:solidFill>
                <a:latin typeface="Trebuchet MS"/>
                <a:cs typeface="Trebuchet MS"/>
              </a:rPr>
              <a:t>des</a:t>
            </a:r>
            <a:r>
              <a:rPr sz="2400" b="1" spc="407" dirty="0">
                <a:solidFill>
                  <a:srgbClr val="585858"/>
                </a:solidFill>
                <a:latin typeface="Trebuchet MS"/>
                <a:cs typeface="Trebuchet MS"/>
              </a:rPr>
              <a:t> </a:t>
            </a:r>
            <a:r>
              <a:rPr sz="2400" b="1" spc="-173" dirty="0">
                <a:solidFill>
                  <a:srgbClr val="585858"/>
                </a:solidFill>
                <a:latin typeface="Trebuchet MS"/>
                <a:cs typeface="Trebuchet MS"/>
              </a:rPr>
              <a:t>utilisateurs</a:t>
            </a:r>
            <a:r>
              <a:rPr sz="2400" b="1" spc="407" dirty="0">
                <a:solidFill>
                  <a:srgbClr val="585858"/>
                </a:solidFill>
                <a:latin typeface="Trebuchet MS"/>
                <a:cs typeface="Trebuchet MS"/>
              </a:rPr>
              <a:t> </a:t>
            </a:r>
            <a:r>
              <a:rPr sz="2400" spc="-220" dirty="0">
                <a:solidFill>
                  <a:srgbClr val="585858"/>
                </a:solidFill>
                <a:latin typeface="Trebuchet MS"/>
                <a:cs typeface="Trebuchet MS"/>
              </a:rPr>
              <a:t>et</a:t>
            </a:r>
            <a:r>
              <a:rPr sz="2400" spc="427" dirty="0">
                <a:solidFill>
                  <a:srgbClr val="585858"/>
                </a:solidFill>
                <a:latin typeface="Trebuchet MS"/>
                <a:cs typeface="Trebuchet MS"/>
              </a:rPr>
              <a:t> </a:t>
            </a:r>
            <a:r>
              <a:rPr sz="2400" spc="-187" dirty="0">
                <a:solidFill>
                  <a:srgbClr val="585858"/>
                </a:solidFill>
                <a:latin typeface="Trebuchet MS"/>
                <a:cs typeface="Trebuchet MS"/>
              </a:rPr>
              <a:t>peuvent</a:t>
            </a:r>
            <a:r>
              <a:rPr sz="2400" spc="400" dirty="0">
                <a:solidFill>
                  <a:srgbClr val="585858"/>
                </a:solidFill>
                <a:latin typeface="Trebuchet MS"/>
                <a:cs typeface="Trebuchet MS"/>
              </a:rPr>
              <a:t> </a:t>
            </a:r>
            <a:r>
              <a:rPr sz="2400" spc="-220" dirty="0">
                <a:solidFill>
                  <a:srgbClr val="585858"/>
                </a:solidFill>
                <a:latin typeface="Trebuchet MS"/>
                <a:cs typeface="Trebuchet MS"/>
              </a:rPr>
              <a:t>être</a:t>
            </a:r>
            <a:r>
              <a:rPr sz="2400" spc="420" dirty="0">
                <a:solidFill>
                  <a:srgbClr val="585858"/>
                </a:solidFill>
                <a:latin typeface="Trebuchet MS"/>
                <a:cs typeface="Trebuchet MS"/>
              </a:rPr>
              <a:t> </a:t>
            </a:r>
            <a:r>
              <a:rPr sz="2400" spc="-147" dirty="0">
                <a:solidFill>
                  <a:srgbClr val="585858"/>
                </a:solidFill>
                <a:latin typeface="Trebuchet MS"/>
                <a:cs typeface="Trebuchet MS"/>
              </a:rPr>
              <a:t>regroupés</a:t>
            </a:r>
            <a:r>
              <a:rPr sz="2400" spc="420" dirty="0">
                <a:solidFill>
                  <a:srgbClr val="585858"/>
                </a:solidFill>
                <a:latin typeface="Trebuchet MS"/>
                <a:cs typeface="Trebuchet MS"/>
              </a:rPr>
              <a:t> </a:t>
            </a:r>
            <a:r>
              <a:rPr sz="2400" spc="-127" dirty="0">
                <a:solidFill>
                  <a:srgbClr val="585858"/>
                </a:solidFill>
                <a:latin typeface="Trebuchet MS"/>
                <a:cs typeface="Trebuchet MS"/>
              </a:rPr>
              <a:t>selon</a:t>
            </a:r>
            <a:r>
              <a:rPr sz="2400" spc="407" dirty="0">
                <a:solidFill>
                  <a:srgbClr val="585858"/>
                </a:solidFill>
                <a:latin typeface="Trebuchet MS"/>
                <a:cs typeface="Trebuchet MS"/>
              </a:rPr>
              <a:t> </a:t>
            </a:r>
            <a:r>
              <a:rPr sz="2400" spc="-107" dirty="0">
                <a:solidFill>
                  <a:srgbClr val="585858"/>
                </a:solidFill>
                <a:latin typeface="Trebuchet MS"/>
                <a:cs typeface="Trebuchet MS"/>
              </a:rPr>
              <a:t>les</a:t>
            </a:r>
            <a:r>
              <a:rPr sz="2400" spc="413" dirty="0">
                <a:solidFill>
                  <a:srgbClr val="585858"/>
                </a:solidFill>
                <a:latin typeface="Trebuchet MS"/>
                <a:cs typeface="Trebuchet MS"/>
              </a:rPr>
              <a:t> </a:t>
            </a:r>
            <a:r>
              <a:rPr sz="2400" spc="-180" dirty="0">
                <a:solidFill>
                  <a:srgbClr val="585858"/>
                </a:solidFill>
                <a:latin typeface="Trebuchet MS"/>
                <a:cs typeface="Trebuchet MS"/>
              </a:rPr>
              <a:t>deux</a:t>
            </a:r>
            <a:r>
              <a:rPr sz="2400" spc="420" dirty="0">
                <a:solidFill>
                  <a:srgbClr val="585858"/>
                </a:solidFill>
                <a:latin typeface="Trebuchet MS"/>
                <a:cs typeface="Trebuchet MS"/>
              </a:rPr>
              <a:t> </a:t>
            </a:r>
            <a:r>
              <a:rPr sz="2400" spc="-113" dirty="0">
                <a:solidFill>
                  <a:srgbClr val="585858"/>
                </a:solidFill>
                <a:latin typeface="Trebuchet MS"/>
                <a:cs typeface="Trebuchet MS"/>
              </a:rPr>
              <a:t>aspects</a:t>
            </a:r>
            <a:endParaRPr sz="2400" dirty="0">
              <a:latin typeface="Trebuchet MS"/>
              <a:cs typeface="Trebuchet MS"/>
            </a:endParaRPr>
          </a:p>
          <a:p>
            <a:pPr marL="473275">
              <a:spcBef>
                <a:spcPts val="440"/>
              </a:spcBef>
            </a:pPr>
            <a:r>
              <a:rPr sz="2400" spc="-93" dirty="0">
                <a:solidFill>
                  <a:srgbClr val="585858"/>
                </a:solidFill>
                <a:latin typeface="Trebuchet MS"/>
                <a:cs typeface="Trebuchet MS"/>
              </a:rPr>
              <a:t>sui</a:t>
            </a:r>
            <a:r>
              <a:rPr sz="2400" spc="-113" dirty="0">
                <a:solidFill>
                  <a:srgbClr val="585858"/>
                </a:solidFill>
                <a:latin typeface="Trebuchet MS"/>
                <a:cs typeface="Trebuchet MS"/>
              </a:rPr>
              <a:t>v</a:t>
            </a:r>
            <a:r>
              <a:rPr sz="2400" spc="-120" dirty="0">
                <a:solidFill>
                  <a:srgbClr val="585858"/>
                </a:solidFill>
                <a:latin typeface="Trebuchet MS"/>
                <a:cs typeface="Trebuchet MS"/>
              </a:rPr>
              <a:t>ant</a:t>
            </a:r>
            <a:r>
              <a:rPr sz="2400" spc="-93" dirty="0">
                <a:solidFill>
                  <a:srgbClr val="585858"/>
                </a:solidFill>
                <a:latin typeface="Trebuchet MS"/>
                <a:cs typeface="Trebuchet MS"/>
              </a:rPr>
              <a:t>s</a:t>
            </a:r>
            <a:r>
              <a:rPr sz="2400" spc="-193" dirty="0">
                <a:solidFill>
                  <a:srgbClr val="585858"/>
                </a:solidFill>
                <a:latin typeface="Trebuchet MS"/>
                <a:cs typeface="Trebuchet MS"/>
              </a:rPr>
              <a:t> </a:t>
            </a:r>
            <a:r>
              <a:rPr sz="2400" spc="-327" dirty="0">
                <a:solidFill>
                  <a:srgbClr val="585858"/>
                </a:solidFill>
                <a:latin typeface="Trebuchet MS"/>
                <a:cs typeface="Trebuchet MS"/>
              </a:rPr>
              <a:t>:</a:t>
            </a:r>
            <a:endParaRPr sz="2400" dirty="0">
              <a:latin typeface="Trebuchet MS"/>
              <a:cs typeface="Trebuchet MS"/>
            </a:endParaRPr>
          </a:p>
          <a:p>
            <a:pPr marL="1082860" lvl="1" indent="-423323">
              <a:spcBef>
                <a:spcPts val="2547"/>
              </a:spcBef>
              <a:buFont typeface="Arial MT"/>
              <a:buChar char="○"/>
              <a:tabLst>
                <a:tab pos="1082860" algn="l"/>
                <a:tab pos="1083706" algn="l"/>
              </a:tabLst>
            </a:pPr>
            <a:r>
              <a:rPr sz="1867" b="1" spc="-7" dirty="0">
                <a:solidFill>
                  <a:srgbClr val="585858"/>
                </a:solidFill>
                <a:latin typeface="Arial"/>
                <a:cs typeface="Arial"/>
              </a:rPr>
              <a:t>Les</a:t>
            </a:r>
            <a:r>
              <a:rPr sz="1867" b="1" spc="140" dirty="0">
                <a:solidFill>
                  <a:srgbClr val="585858"/>
                </a:solidFill>
                <a:latin typeface="Arial"/>
                <a:cs typeface="Arial"/>
              </a:rPr>
              <a:t> </a:t>
            </a:r>
            <a:r>
              <a:rPr sz="1867" b="1" spc="-7" dirty="0">
                <a:solidFill>
                  <a:srgbClr val="585858"/>
                </a:solidFill>
                <a:latin typeface="Arial"/>
                <a:cs typeface="Arial"/>
              </a:rPr>
              <a:t>aspects</a:t>
            </a:r>
            <a:r>
              <a:rPr sz="1867" b="1" spc="140" dirty="0">
                <a:solidFill>
                  <a:srgbClr val="585858"/>
                </a:solidFill>
                <a:latin typeface="Arial"/>
                <a:cs typeface="Arial"/>
              </a:rPr>
              <a:t> </a:t>
            </a:r>
            <a:r>
              <a:rPr sz="1867" b="1" spc="-13" dirty="0">
                <a:solidFill>
                  <a:srgbClr val="585858"/>
                </a:solidFill>
                <a:latin typeface="Arial"/>
                <a:cs typeface="Arial"/>
              </a:rPr>
              <a:t>fonctionnels</a:t>
            </a:r>
            <a:r>
              <a:rPr sz="1867" b="1" spc="152" dirty="0">
                <a:solidFill>
                  <a:srgbClr val="585858"/>
                </a:solidFill>
                <a:latin typeface="Arial"/>
                <a:cs typeface="Arial"/>
              </a:rPr>
              <a:t> </a:t>
            </a:r>
            <a:r>
              <a:rPr sz="1867" dirty="0">
                <a:solidFill>
                  <a:srgbClr val="585858"/>
                </a:solidFill>
                <a:latin typeface="Arial MT"/>
                <a:cs typeface="Arial MT"/>
              </a:rPr>
              <a:t>:</a:t>
            </a:r>
            <a:r>
              <a:rPr sz="1867" spc="167" dirty="0">
                <a:solidFill>
                  <a:srgbClr val="585858"/>
                </a:solidFill>
                <a:latin typeface="Arial MT"/>
                <a:cs typeface="Arial MT"/>
              </a:rPr>
              <a:t> </a:t>
            </a:r>
            <a:r>
              <a:rPr sz="1867" spc="-7" dirty="0">
                <a:solidFill>
                  <a:srgbClr val="585858"/>
                </a:solidFill>
                <a:latin typeface="Arial MT"/>
                <a:cs typeface="Arial MT"/>
              </a:rPr>
              <a:t>Qui</a:t>
            </a:r>
            <a:r>
              <a:rPr sz="1867" spc="140" dirty="0">
                <a:solidFill>
                  <a:srgbClr val="585858"/>
                </a:solidFill>
                <a:latin typeface="Arial MT"/>
                <a:cs typeface="Arial MT"/>
              </a:rPr>
              <a:t> </a:t>
            </a:r>
            <a:r>
              <a:rPr sz="1867" spc="-7" dirty="0">
                <a:solidFill>
                  <a:srgbClr val="585858"/>
                </a:solidFill>
                <a:latin typeface="Arial MT"/>
                <a:cs typeface="Arial MT"/>
              </a:rPr>
              <a:t>utilisera</a:t>
            </a:r>
            <a:r>
              <a:rPr sz="1867" spc="147" dirty="0">
                <a:solidFill>
                  <a:srgbClr val="585858"/>
                </a:solidFill>
                <a:latin typeface="Arial MT"/>
                <a:cs typeface="Arial MT"/>
              </a:rPr>
              <a:t> </a:t>
            </a:r>
            <a:r>
              <a:rPr sz="1867" dirty="0">
                <a:solidFill>
                  <a:srgbClr val="585858"/>
                </a:solidFill>
                <a:latin typeface="Arial MT"/>
                <a:cs typeface="Arial MT"/>
              </a:rPr>
              <a:t>le</a:t>
            </a:r>
            <a:r>
              <a:rPr sz="1867" spc="152" dirty="0">
                <a:solidFill>
                  <a:srgbClr val="585858"/>
                </a:solidFill>
                <a:latin typeface="Arial MT"/>
                <a:cs typeface="Arial MT"/>
              </a:rPr>
              <a:t> </a:t>
            </a:r>
            <a:r>
              <a:rPr sz="1867" spc="-7" dirty="0">
                <a:solidFill>
                  <a:srgbClr val="585858"/>
                </a:solidFill>
                <a:latin typeface="Arial MT"/>
                <a:cs typeface="Arial MT"/>
              </a:rPr>
              <a:t>logiciel</a:t>
            </a:r>
            <a:r>
              <a:rPr sz="1867" spc="152" dirty="0">
                <a:solidFill>
                  <a:srgbClr val="585858"/>
                </a:solidFill>
                <a:latin typeface="Arial MT"/>
                <a:cs typeface="Arial MT"/>
              </a:rPr>
              <a:t> </a:t>
            </a:r>
            <a:r>
              <a:rPr sz="1867" spc="-7" dirty="0">
                <a:solidFill>
                  <a:srgbClr val="585858"/>
                </a:solidFill>
                <a:latin typeface="Arial MT"/>
                <a:cs typeface="Arial MT"/>
              </a:rPr>
              <a:t>et</a:t>
            </a:r>
            <a:r>
              <a:rPr sz="1867" spc="147" dirty="0">
                <a:solidFill>
                  <a:srgbClr val="585858"/>
                </a:solidFill>
                <a:latin typeface="Arial MT"/>
                <a:cs typeface="Arial MT"/>
              </a:rPr>
              <a:t> </a:t>
            </a:r>
            <a:r>
              <a:rPr sz="1867" spc="-7" dirty="0">
                <a:solidFill>
                  <a:srgbClr val="585858"/>
                </a:solidFill>
                <a:latin typeface="Arial MT"/>
                <a:cs typeface="Arial MT"/>
              </a:rPr>
              <a:t>pour</a:t>
            </a:r>
            <a:r>
              <a:rPr sz="1867" spc="140" dirty="0">
                <a:solidFill>
                  <a:srgbClr val="585858"/>
                </a:solidFill>
                <a:latin typeface="Arial MT"/>
                <a:cs typeface="Arial MT"/>
              </a:rPr>
              <a:t> </a:t>
            </a:r>
            <a:r>
              <a:rPr sz="1867" spc="-7" dirty="0">
                <a:solidFill>
                  <a:srgbClr val="585858"/>
                </a:solidFill>
                <a:latin typeface="Arial MT"/>
                <a:cs typeface="Arial MT"/>
              </a:rPr>
              <a:t>quoi</a:t>
            </a:r>
            <a:r>
              <a:rPr sz="1867" spc="147" dirty="0">
                <a:solidFill>
                  <a:srgbClr val="585858"/>
                </a:solidFill>
                <a:latin typeface="Arial MT"/>
                <a:cs typeface="Arial MT"/>
              </a:rPr>
              <a:t> </a:t>
            </a:r>
            <a:r>
              <a:rPr sz="1867" spc="-7" dirty="0">
                <a:solidFill>
                  <a:srgbClr val="585858"/>
                </a:solidFill>
                <a:latin typeface="Arial MT"/>
                <a:cs typeface="Arial MT"/>
              </a:rPr>
              <a:t>faire</a:t>
            </a:r>
            <a:r>
              <a:rPr sz="1867" spc="152" dirty="0">
                <a:solidFill>
                  <a:srgbClr val="585858"/>
                </a:solidFill>
                <a:latin typeface="Arial MT"/>
                <a:cs typeface="Arial MT"/>
              </a:rPr>
              <a:t> </a:t>
            </a:r>
            <a:r>
              <a:rPr sz="1867" dirty="0">
                <a:solidFill>
                  <a:srgbClr val="585858"/>
                </a:solidFill>
                <a:latin typeface="Arial MT"/>
                <a:cs typeface="Arial MT"/>
              </a:rPr>
              <a:t>?</a:t>
            </a:r>
            <a:r>
              <a:rPr sz="1867" spc="160" dirty="0">
                <a:solidFill>
                  <a:srgbClr val="585858"/>
                </a:solidFill>
                <a:latin typeface="Arial MT"/>
                <a:cs typeface="Arial MT"/>
              </a:rPr>
              <a:t> </a:t>
            </a:r>
            <a:r>
              <a:rPr sz="1867" spc="-13" dirty="0">
                <a:solidFill>
                  <a:srgbClr val="585858"/>
                </a:solidFill>
                <a:latin typeface="Arial MT"/>
                <a:cs typeface="Arial MT"/>
              </a:rPr>
              <a:t>Comment</a:t>
            </a:r>
            <a:r>
              <a:rPr sz="1867" spc="167" dirty="0">
                <a:solidFill>
                  <a:srgbClr val="585858"/>
                </a:solidFill>
                <a:latin typeface="Arial MT"/>
                <a:cs typeface="Arial MT"/>
              </a:rPr>
              <a:t> </a:t>
            </a:r>
            <a:r>
              <a:rPr sz="1867" spc="-7" dirty="0">
                <a:solidFill>
                  <a:srgbClr val="585858"/>
                </a:solidFill>
                <a:latin typeface="Arial MT"/>
                <a:cs typeface="Arial MT"/>
              </a:rPr>
              <a:t>les</a:t>
            </a:r>
            <a:r>
              <a:rPr sz="1867" spc="147" dirty="0">
                <a:solidFill>
                  <a:srgbClr val="585858"/>
                </a:solidFill>
                <a:latin typeface="Arial MT"/>
                <a:cs typeface="Arial MT"/>
              </a:rPr>
              <a:t> </a:t>
            </a:r>
            <a:r>
              <a:rPr sz="1867" spc="-7" dirty="0">
                <a:solidFill>
                  <a:srgbClr val="585858"/>
                </a:solidFill>
                <a:latin typeface="Arial MT"/>
                <a:cs typeface="Arial MT"/>
              </a:rPr>
              <a:t>actions</a:t>
            </a:r>
            <a:endParaRPr sz="1867" dirty="0">
              <a:latin typeface="Arial MT"/>
              <a:cs typeface="Arial MT"/>
            </a:endParaRPr>
          </a:p>
          <a:p>
            <a:pPr marL="1082860">
              <a:spcBef>
                <a:spcPts val="333"/>
              </a:spcBef>
            </a:pPr>
            <a:r>
              <a:rPr sz="1867" dirty="0">
                <a:solidFill>
                  <a:srgbClr val="585858"/>
                </a:solidFill>
                <a:latin typeface="Arial MT"/>
                <a:cs typeface="Arial MT"/>
              </a:rPr>
              <a:t>devront-elles</a:t>
            </a:r>
            <a:r>
              <a:rPr sz="1867" spc="-53" dirty="0">
                <a:solidFill>
                  <a:srgbClr val="585858"/>
                </a:solidFill>
                <a:latin typeface="Arial MT"/>
                <a:cs typeface="Arial MT"/>
              </a:rPr>
              <a:t> </a:t>
            </a:r>
            <a:r>
              <a:rPr sz="1867" dirty="0">
                <a:solidFill>
                  <a:srgbClr val="585858"/>
                </a:solidFill>
                <a:latin typeface="Arial MT"/>
                <a:cs typeface="Arial MT"/>
              </a:rPr>
              <a:t>se</a:t>
            </a:r>
            <a:r>
              <a:rPr sz="1867" spc="-27" dirty="0">
                <a:solidFill>
                  <a:srgbClr val="585858"/>
                </a:solidFill>
                <a:latin typeface="Arial MT"/>
                <a:cs typeface="Arial MT"/>
              </a:rPr>
              <a:t> </a:t>
            </a:r>
            <a:r>
              <a:rPr sz="1867" dirty="0">
                <a:solidFill>
                  <a:srgbClr val="585858"/>
                </a:solidFill>
                <a:latin typeface="Arial MT"/>
                <a:cs typeface="Arial MT"/>
              </a:rPr>
              <a:t>dérouler</a:t>
            </a:r>
            <a:r>
              <a:rPr sz="1867" spc="-60" dirty="0">
                <a:solidFill>
                  <a:srgbClr val="585858"/>
                </a:solidFill>
                <a:latin typeface="Arial MT"/>
                <a:cs typeface="Arial MT"/>
              </a:rPr>
              <a:t> </a:t>
            </a:r>
            <a:r>
              <a:rPr sz="1867" dirty="0">
                <a:solidFill>
                  <a:srgbClr val="585858"/>
                </a:solidFill>
                <a:latin typeface="Arial MT"/>
                <a:cs typeface="Arial MT"/>
              </a:rPr>
              <a:t>?</a:t>
            </a:r>
            <a:r>
              <a:rPr sz="1867" spc="-7" dirty="0">
                <a:solidFill>
                  <a:srgbClr val="585858"/>
                </a:solidFill>
                <a:latin typeface="Arial MT"/>
                <a:cs typeface="Arial MT"/>
              </a:rPr>
              <a:t> </a:t>
            </a:r>
            <a:r>
              <a:rPr sz="1867" dirty="0">
                <a:solidFill>
                  <a:srgbClr val="585858"/>
                </a:solidFill>
                <a:latin typeface="Arial MT"/>
                <a:cs typeface="Arial MT"/>
              </a:rPr>
              <a:t>Quelles</a:t>
            </a:r>
            <a:r>
              <a:rPr sz="1867" spc="-47" dirty="0">
                <a:solidFill>
                  <a:srgbClr val="585858"/>
                </a:solidFill>
                <a:latin typeface="Arial MT"/>
                <a:cs typeface="Arial MT"/>
              </a:rPr>
              <a:t> </a:t>
            </a:r>
            <a:r>
              <a:rPr sz="1867" dirty="0">
                <a:solidFill>
                  <a:srgbClr val="585858"/>
                </a:solidFill>
                <a:latin typeface="Arial MT"/>
                <a:cs typeface="Arial MT"/>
              </a:rPr>
              <a:t>informations</a:t>
            </a:r>
            <a:r>
              <a:rPr sz="1867" spc="-53" dirty="0">
                <a:solidFill>
                  <a:srgbClr val="585858"/>
                </a:solidFill>
                <a:latin typeface="Arial MT"/>
                <a:cs typeface="Arial MT"/>
              </a:rPr>
              <a:t> </a:t>
            </a:r>
            <a:r>
              <a:rPr sz="1867" dirty="0">
                <a:solidFill>
                  <a:srgbClr val="585858"/>
                </a:solidFill>
                <a:latin typeface="Arial MT"/>
                <a:cs typeface="Arial MT"/>
              </a:rPr>
              <a:t>seront</a:t>
            </a:r>
            <a:r>
              <a:rPr sz="1867" spc="-40" dirty="0">
                <a:solidFill>
                  <a:srgbClr val="585858"/>
                </a:solidFill>
                <a:latin typeface="Arial MT"/>
                <a:cs typeface="Arial MT"/>
              </a:rPr>
              <a:t> </a:t>
            </a:r>
            <a:r>
              <a:rPr sz="1867" dirty="0">
                <a:solidFill>
                  <a:srgbClr val="585858"/>
                </a:solidFill>
                <a:latin typeface="Arial MT"/>
                <a:cs typeface="Arial MT"/>
              </a:rPr>
              <a:t>utilisées</a:t>
            </a:r>
            <a:r>
              <a:rPr sz="1867" spc="-53" dirty="0">
                <a:solidFill>
                  <a:srgbClr val="585858"/>
                </a:solidFill>
                <a:latin typeface="Arial MT"/>
                <a:cs typeface="Arial MT"/>
              </a:rPr>
              <a:t> </a:t>
            </a:r>
            <a:r>
              <a:rPr sz="1867" spc="-7" dirty="0">
                <a:solidFill>
                  <a:srgbClr val="585858"/>
                </a:solidFill>
                <a:latin typeface="Arial MT"/>
                <a:cs typeface="Arial MT"/>
              </a:rPr>
              <a:t>pour</a:t>
            </a:r>
            <a:r>
              <a:rPr sz="1867" spc="-27" dirty="0">
                <a:solidFill>
                  <a:srgbClr val="585858"/>
                </a:solidFill>
                <a:latin typeface="Arial MT"/>
                <a:cs typeface="Arial MT"/>
              </a:rPr>
              <a:t> </a:t>
            </a:r>
            <a:r>
              <a:rPr sz="1867" dirty="0">
                <a:solidFill>
                  <a:srgbClr val="585858"/>
                </a:solidFill>
                <a:latin typeface="Arial MT"/>
                <a:cs typeface="Arial MT"/>
              </a:rPr>
              <a:t>cela</a:t>
            </a:r>
            <a:r>
              <a:rPr sz="1867" spc="-20" dirty="0">
                <a:solidFill>
                  <a:srgbClr val="585858"/>
                </a:solidFill>
                <a:latin typeface="Arial MT"/>
                <a:cs typeface="Arial MT"/>
              </a:rPr>
              <a:t> </a:t>
            </a:r>
            <a:r>
              <a:rPr sz="1867" dirty="0">
                <a:solidFill>
                  <a:srgbClr val="585858"/>
                </a:solidFill>
                <a:latin typeface="Arial MT"/>
                <a:cs typeface="Arial MT"/>
              </a:rPr>
              <a:t>?</a:t>
            </a:r>
            <a:endParaRPr sz="1867" dirty="0">
              <a:latin typeface="Arial MT"/>
              <a:cs typeface="Arial MT"/>
            </a:endParaRPr>
          </a:p>
          <a:p>
            <a:pPr>
              <a:spcBef>
                <a:spcPts val="60"/>
              </a:spcBef>
            </a:pPr>
            <a:endParaRPr dirty="0">
              <a:latin typeface="Arial MT"/>
              <a:cs typeface="Arial MT"/>
            </a:endParaRPr>
          </a:p>
          <a:p>
            <a:pPr marL="1082860" marR="6773" lvl="1" indent="-423323" algn="just">
              <a:lnSpc>
                <a:spcPct val="114999"/>
              </a:lnSpc>
              <a:buFont typeface="Arial MT"/>
              <a:buChar char="○"/>
              <a:tabLst>
                <a:tab pos="1083706" algn="l"/>
              </a:tabLst>
            </a:pPr>
            <a:r>
              <a:rPr sz="1867" b="1" spc="-7" dirty="0">
                <a:solidFill>
                  <a:srgbClr val="585858"/>
                </a:solidFill>
                <a:latin typeface="Arial"/>
                <a:cs typeface="Arial"/>
              </a:rPr>
              <a:t>Les </a:t>
            </a:r>
            <a:r>
              <a:rPr sz="1867" b="1" spc="-13" dirty="0">
                <a:solidFill>
                  <a:srgbClr val="585858"/>
                </a:solidFill>
                <a:latin typeface="Arial"/>
                <a:cs typeface="Arial"/>
              </a:rPr>
              <a:t>aspects </a:t>
            </a:r>
            <a:r>
              <a:rPr sz="1867" b="1" spc="-7" dirty="0">
                <a:solidFill>
                  <a:srgbClr val="585858"/>
                </a:solidFill>
                <a:latin typeface="Arial"/>
                <a:cs typeface="Arial"/>
              </a:rPr>
              <a:t>liés </a:t>
            </a:r>
            <a:r>
              <a:rPr sz="1867" b="1" dirty="0">
                <a:solidFill>
                  <a:srgbClr val="585858"/>
                </a:solidFill>
                <a:latin typeface="Arial"/>
                <a:cs typeface="Arial"/>
              </a:rPr>
              <a:t>à </a:t>
            </a:r>
            <a:r>
              <a:rPr sz="1867" b="1" spc="-7" dirty="0">
                <a:solidFill>
                  <a:srgbClr val="585858"/>
                </a:solidFill>
                <a:latin typeface="Arial"/>
                <a:cs typeface="Arial"/>
              </a:rPr>
              <a:t>l’architecture </a:t>
            </a:r>
            <a:r>
              <a:rPr sz="1867" dirty="0">
                <a:solidFill>
                  <a:srgbClr val="585858"/>
                </a:solidFill>
                <a:latin typeface="Arial MT"/>
                <a:cs typeface="Arial MT"/>
              </a:rPr>
              <a:t>: </a:t>
            </a:r>
            <a:r>
              <a:rPr sz="1867" spc="-7" dirty="0">
                <a:solidFill>
                  <a:srgbClr val="585858"/>
                </a:solidFill>
                <a:latin typeface="Arial MT"/>
                <a:cs typeface="Arial MT"/>
              </a:rPr>
              <a:t>Quels seront les différents composants logiciels </a:t>
            </a:r>
            <a:r>
              <a:rPr sz="1867" dirty="0">
                <a:solidFill>
                  <a:srgbClr val="585858"/>
                </a:solidFill>
                <a:latin typeface="Arial MT"/>
                <a:cs typeface="Arial MT"/>
              </a:rPr>
              <a:t>à </a:t>
            </a:r>
            <a:r>
              <a:rPr sz="1867" spc="-7" dirty="0">
                <a:solidFill>
                  <a:srgbClr val="585858"/>
                </a:solidFill>
                <a:latin typeface="Arial MT"/>
                <a:cs typeface="Arial MT"/>
              </a:rPr>
              <a:t>utiliser </a:t>
            </a:r>
            <a:r>
              <a:rPr sz="1867" dirty="0">
                <a:solidFill>
                  <a:srgbClr val="585858"/>
                </a:solidFill>
                <a:latin typeface="Arial MT"/>
                <a:cs typeface="Arial MT"/>
              </a:rPr>
              <a:t> </a:t>
            </a:r>
            <a:r>
              <a:rPr sz="1867" spc="-7" dirty="0">
                <a:solidFill>
                  <a:srgbClr val="585858"/>
                </a:solidFill>
                <a:latin typeface="Arial MT"/>
                <a:cs typeface="Arial MT"/>
              </a:rPr>
              <a:t>(base </a:t>
            </a:r>
            <a:r>
              <a:rPr sz="1867" spc="-13" dirty="0">
                <a:solidFill>
                  <a:srgbClr val="585858"/>
                </a:solidFill>
                <a:latin typeface="Arial MT"/>
                <a:cs typeface="Arial MT"/>
              </a:rPr>
              <a:t>de </a:t>
            </a:r>
            <a:r>
              <a:rPr sz="1867" spc="-7" dirty="0">
                <a:solidFill>
                  <a:srgbClr val="585858"/>
                </a:solidFill>
                <a:latin typeface="Arial MT"/>
                <a:cs typeface="Arial MT"/>
              </a:rPr>
              <a:t>données, librairies, </a:t>
            </a:r>
            <a:r>
              <a:rPr sz="1867" spc="-13" dirty="0">
                <a:solidFill>
                  <a:srgbClr val="585858"/>
                </a:solidFill>
                <a:latin typeface="Arial MT"/>
                <a:cs typeface="Arial MT"/>
              </a:rPr>
              <a:t>interfaces, </a:t>
            </a:r>
            <a:r>
              <a:rPr sz="1867" spc="-7" dirty="0">
                <a:solidFill>
                  <a:srgbClr val="585858"/>
                </a:solidFill>
                <a:latin typeface="Arial MT"/>
                <a:cs typeface="Arial MT"/>
              </a:rPr>
              <a:t>etc.) </a:t>
            </a:r>
            <a:r>
              <a:rPr sz="1867" dirty="0">
                <a:solidFill>
                  <a:srgbClr val="585858"/>
                </a:solidFill>
                <a:latin typeface="Arial MT"/>
                <a:cs typeface="Arial MT"/>
              </a:rPr>
              <a:t>? </a:t>
            </a:r>
            <a:r>
              <a:rPr sz="1867" spc="-7" dirty="0">
                <a:solidFill>
                  <a:srgbClr val="585858"/>
                </a:solidFill>
                <a:latin typeface="Arial MT"/>
                <a:cs typeface="Arial MT"/>
              </a:rPr>
              <a:t>Sur quel matériel chacun des composants sera </a:t>
            </a:r>
            <a:r>
              <a:rPr sz="1867" dirty="0">
                <a:solidFill>
                  <a:srgbClr val="585858"/>
                </a:solidFill>
                <a:latin typeface="Arial MT"/>
                <a:cs typeface="Arial MT"/>
              </a:rPr>
              <a:t> installé</a:t>
            </a:r>
            <a:r>
              <a:rPr sz="1867" spc="-40" dirty="0">
                <a:solidFill>
                  <a:srgbClr val="585858"/>
                </a:solidFill>
                <a:latin typeface="Arial MT"/>
                <a:cs typeface="Arial MT"/>
              </a:rPr>
              <a:t> </a:t>
            </a:r>
            <a:r>
              <a:rPr sz="1867" dirty="0">
                <a:solidFill>
                  <a:srgbClr val="585858"/>
                </a:solidFill>
                <a:latin typeface="Arial MT"/>
                <a:cs typeface="Arial MT"/>
              </a:rPr>
              <a:t>?</a:t>
            </a:r>
            <a:endParaRPr sz="1867" dirty="0">
              <a:latin typeface="Arial MT"/>
              <a:cs typeface="Arial MT"/>
            </a:endParaRPr>
          </a:p>
        </p:txBody>
      </p:sp>
      <p:sp>
        <p:nvSpPr>
          <p:cNvPr id="10" name="object 10"/>
          <p:cNvSpPr txBox="1">
            <a:spLocks noGrp="1"/>
          </p:cNvSpPr>
          <p:nvPr>
            <p:ph type="title"/>
          </p:nvPr>
        </p:nvSpPr>
        <p:spPr>
          <a:xfrm>
            <a:off x="520734" y="217910"/>
            <a:ext cx="11111653" cy="754908"/>
          </a:xfrm>
          <a:prstGeom prst="rect">
            <a:avLst/>
          </a:prstGeom>
        </p:spPr>
        <p:txBody>
          <a:bodyPr vert="horz" wrap="square" lIns="0" tIns="16087" rIns="0" bIns="0" rtlCol="0" anchor="b">
            <a:spAutoFit/>
          </a:bodyPr>
          <a:lstStyle/>
          <a:p>
            <a:pPr marL="16933">
              <a:lnSpc>
                <a:spcPct val="100000"/>
              </a:lnSpc>
              <a:spcBef>
                <a:spcPts val="127"/>
              </a:spcBef>
              <a:tabLst>
                <a:tab pos="11093596" algn="l"/>
              </a:tabLst>
            </a:pPr>
            <a:r>
              <a:rPr spc="-7" dirty="0"/>
              <a:t>Diagrammes	</a:t>
            </a:r>
          </a:p>
        </p:txBody>
      </p:sp>
    </p:spTree>
    <p:extLst>
      <p:ext uri="{BB962C8B-B14F-4D97-AF65-F5344CB8AC3E}">
        <p14:creationId xmlns:p14="http://schemas.microsoft.com/office/powerpoint/2010/main" val="29369086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p:nvPr/>
        </p:nvSpPr>
        <p:spPr>
          <a:xfrm>
            <a:off x="762000" y="1905000"/>
            <a:ext cx="11000740" cy="1712093"/>
          </a:xfrm>
          <a:prstGeom prst="rect">
            <a:avLst/>
          </a:prstGeom>
        </p:spPr>
        <p:txBody>
          <a:bodyPr vert="horz" wrap="square" lIns="0" tIns="71967" rIns="0" bIns="0" rtlCol="0">
            <a:spAutoFit/>
          </a:bodyPr>
          <a:lstStyle/>
          <a:p>
            <a:pPr marL="474121" indent="-457189">
              <a:spcBef>
                <a:spcPts val="567"/>
              </a:spcBef>
              <a:buClr>
                <a:srgbClr val="585858"/>
              </a:buClr>
              <a:buFont typeface="Arial MT"/>
              <a:buChar char="●"/>
              <a:tabLst>
                <a:tab pos="473275" algn="l"/>
                <a:tab pos="474121" algn="l"/>
              </a:tabLst>
            </a:pPr>
            <a:r>
              <a:rPr sz="2400" spc="-213" dirty="0">
                <a:solidFill>
                  <a:srgbClr val="585858"/>
                </a:solidFill>
                <a:latin typeface="Trebuchet MS"/>
                <a:cs typeface="Trebuchet MS"/>
              </a:rPr>
              <a:t>Cette </a:t>
            </a:r>
            <a:r>
              <a:rPr sz="2400" spc="-187" dirty="0">
                <a:solidFill>
                  <a:srgbClr val="585858"/>
                </a:solidFill>
                <a:latin typeface="Trebuchet MS"/>
                <a:cs typeface="Trebuchet MS"/>
              </a:rPr>
              <a:t>partie</a:t>
            </a:r>
            <a:r>
              <a:rPr sz="2400" spc="-220" dirty="0">
                <a:solidFill>
                  <a:srgbClr val="585858"/>
                </a:solidFill>
                <a:latin typeface="Trebuchet MS"/>
                <a:cs typeface="Trebuchet MS"/>
              </a:rPr>
              <a:t> </a:t>
            </a:r>
            <a:r>
              <a:rPr sz="2400" spc="-180" dirty="0">
                <a:solidFill>
                  <a:srgbClr val="585858"/>
                </a:solidFill>
                <a:latin typeface="Trebuchet MS"/>
                <a:cs typeface="Trebuchet MS"/>
              </a:rPr>
              <a:t>représente</a:t>
            </a:r>
            <a:r>
              <a:rPr sz="2400" spc="-187" dirty="0">
                <a:solidFill>
                  <a:srgbClr val="585858"/>
                </a:solidFill>
                <a:latin typeface="Trebuchet MS"/>
                <a:cs typeface="Trebuchet MS"/>
              </a:rPr>
              <a:t> </a:t>
            </a:r>
            <a:r>
              <a:rPr sz="2400" spc="-193" dirty="0">
                <a:solidFill>
                  <a:srgbClr val="585858"/>
                </a:solidFill>
                <a:latin typeface="Trebuchet MS"/>
                <a:cs typeface="Trebuchet MS"/>
              </a:rPr>
              <a:t>le</a:t>
            </a:r>
            <a:r>
              <a:rPr sz="2400" spc="-207" dirty="0">
                <a:solidFill>
                  <a:srgbClr val="585858"/>
                </a:solidFill>
                <a:latin typeface="Trebuchet MS"/>
                <a:cs typeface="Trebuchet MS"/>
              </a:rPr>
              <a:t> </a:t>
            </a:r>
            <a:r>
              <a:rPr sz="2400" spc="-213" dirty="0">
                <a:solidFill>
                  <a:srgbClr val="585858"/>
                </a:solidFill>
                <a:latin typeface="Trebuchet MS"/>
                <a:cs typeface="Trebuchet MS"/>
              </a:rPr>
              <a:t>cœur</a:t>
            </a:r>
            <a:r>
              <a:rPr sz="2400" spc="-187" dirty="0">
                <a:solidFill>
                  <a:srgbClr val="585858"/>
                </a:solidFill>
                <a:latin typeface="Trebuchet MS"/>
                <a:cs typeface="Trebuchet MS"/>
              </a:rPr>
              <a:t> </a:t>
            </a:r>
            <a:r>
              <a:rPr sz="2400" spc="-200" dirty="0">
                <a:solidFill>
                  <a:srgbClr val="585858"/>
                </a:solidFill>
                <a:latin typeface="Trebuchet MS"/>
                <a:cs typeface="Trebuchet MS"/>
              </a:rPr>
              <a:t>de</a:t>
            </a:r>
            <a:r>
              <a:rPr sz="2400" spc="-213" dirty="0">
                <a:solidFill>
                  <a:srgbClr val="585858"/>
                </a:solidFill>
                <a:latin typeface="Trebuchet MS"/>
                <a:cs typeface="Trebuchet MS"/>
              </a:rPr>
              <a:t> </a:t>
            </a:r>
            <a:r>
              <a:rPr sz="2400" spc="-187" dirty="0" err="1">
                <a:solidFill>
                  <a:srgbClr val="585858"/>
                </a:solidFill>
                <a:latin typeface="Trebuchet MS"/>
                <a:cs typeface="Trebuchet MS"/>
              </a:rPr>
              <a:t>l’analyse</a:t>
            </a:r>
            <a:r>
              <a:rPr sz="2400" spc="-180" dirty="0">
                <a:solidFill>
                  <a:srgbClr val="585858"/>
                </a:solidFill>
                <a:latin typeface="Trebuchet MS"/>
                <a:cs typeface="Trebuchet MS"/>
              </a:rPr>
              <a:t>.</a:t>
            </a:r>
            <a:endParaRPr sz="2400" dirty="0">
              <a:latin typeface="Trebuchet MS"/>
              <a:cs typeface="Trebuchet MS"/>
            </a:endParaRPr>
          </a:p>
          <a:p>
            <a:pPr marL="473275" marR="6773" indent="-457189">
              <a:lnSpc>
                <a:spcPct val="114999"/>
              </a:lnSpc>
              <a:spcBef>
                <a:spcPts val="7"/>
              </a:spcBef>
              <a:buFont typeface="Arial MT"/>
              <a:buChar char="●"/>
              <a:tabLst>
                <a:tab pos="473275" algn="l"/>
                <a:tab pos="474121" algn="l"/>
              </a:tabLst>
            </a:pPr>
            <a:r>
              <a:rPr sz="2400" spc="-207" dirty="0">
                <a:solidFill>
                  <a:srgbClr val="585858"/>
                </a:solidFill>
                <a:latin typeface="Trebuchet MS"/>
                <a:cs typeface="Trebuchet MS"/>
              </a:rPr>
              <a:t>On</a:t>
            </a:r>
            <a:r>
              <a:rPr sz="2400" spc="-180" dirty="0">
                <a:solidFill>
                  <a:srgbClr val="585858"/>
                </a:solidFill>
                <a:latin typeface="Trebuchet MS"/>
                <a:cs typeface="Trebuchet MS"/>
              </a:rPr>
              <a:t> </a:t>
            </a:r>
            <a:r>
              <a:rPr sz="2400" spc="-140" dirty="0">
                <a:solidFill>
                  <a:srgbClr val="585858"/>
                </a:solidFill>
                <a:latin typeface="Trebuchet MS"/>
                <a:cs typeface="Trebuchet MS"/>
              </a:rPr>
              <a:t>y</a:t>
            </a:r>
            <a:r>
              <a:rPr sz="2400" spc="-193" dirty="0">
                <a:solidFill>
                  <a:srgbClr val="585858"/>
                </a:solidFill>
                <a:latin typeface="Trebuchet MS"/>
                <a:cs typeface="Trebuchet MS"/>
              </a:rPr>
              <a:t> </a:t>
            </a:r>
            <a:r>
              <a:rPr sz="2400" spc="-180" dirty="0">
                <a:solidFill>
                  <a:srgbClr val="585858"/>
                </a:solidFill>
                <a:latin typeface="Trebuchet MS"/>
                <a:cs typeface="Trebuchet MS"/>
              </a:rPr>
              <a:t>décrit </a:t>
            </a:r>
            <a:r>
              <a:rPr sz="2400" spc="-207" dirty="0">
                <a:solidFill>
                  <a:srgbClr val="585858"/>
                </a:solidFill>
                <a:latin typeface="Trebuchet MS"/>
                <a:cs typeface="Trebuchet MS"/>
              </a:rPr>
              <a:t>le</a:t>
            </a:r>
            <a:r>
              <a:rPr sz="2400" spc="-180" dirty="0">
                <a:solidFill>
                  <a:srgbClr val="585858"/>
                </a:solidFill>
                <a:latin typeface="Trebuchet MS"/>
                <a:cs typeface="Trebuchet MS"/>
              </a:rPr>
              <a:t> </a:t>
            </a:r>
            <a:r>
              <a:rPr sz="2400" spc="-207" dirty="0">
                <a:solidFill>
                  <a:srgbClr val="585858"/>
                </a:solidFill>
                <a:latin typeface="Trebuchet MS"/>
                <a:cs typeface="Trebuchet MS"/>
              </a:rPr>
              <a:t>contexte,</a:t>
            </a:r>
            <a:r>
              <a:rPr sz="2400" spc="-187" dirty="0">
                <a:solidFill>
                  <a:srgbClr val="585858"/>
                </a:solidFill>
                <a:latin typeface="Trebuchet MS"/>
                <a:cs typeface="Trebuchet MS"/>
              </a:rPr>
              <a:t> </a:t>
            </a:r>
            <a:r>
              <a:rPr sz="2400" spc="-107" dirty="0">
                <a:solidFill>
                  <a:srgbClr val="585858"/>
                </a:solidFill>
                <a:latin typeface="Trebuchet MS"/>
                <a:cs typeface="Trebuchet MS"/>
              </a:rPr>
              <a:t>les</a:t>
            </a:r>
            <a:r>
              <a:rPr sz="2400" spc="-193" dirty="0">
                <a:solidFill>
                  <a:srgbClr val="585858"/>
                </a:solidFill>
                <a:latin typeface="Trebuchet MS"/>
                <a:cs typeface="Trebuchet MS"/>
              </a:rPr>
              <a:t> </a:t>
            </a:r>
            <a:r>
              <a:rPr sz="2400" spc="-147" dirty="0">
                <a:solidFill>
                  <a:srgbClr val="585858"/>
                </a:solidFill>
                <a:latin typeface="Trebuchet MS"/>
                <a:cs typeface="Trebuchet MS"/>
              </a:rPr>
              <a:t>acteurs</a:t>
            </a:r>
            <a:r>
              <a:rPr sz="2400" spc="-187" dirty="0">
                <a:solidFill>
                  <a:srgbClr val="585858"/>
                </a:solidFill>
                <a:latin typeface="Trebuchet MS"/>
                <a:cs typeface="Trebuchet MS"/>
              </a:rPr>
              <a:t> </a:t>
            </a:r>
            <a:r>
              <a:rPr sz="2400" spc="-140" dirty="0">
                <a:solidFill>
                  <a:srgbClr val="585858"/>
                </a:solidFill>
                <a:latin typeface="Trebuchet MS"/>
                <a:cs typeface="Trebuchet MS"/>
              </a:rPr>
              <a:t>ou</a:t>
            </a:r>
            <a:r>
              <a:rPr sz="2400" spc="-173" dirty="0">
                <a:solidFill>
                  <a:srgbClr val="585858"/>
                </a:solidFill>
                <a:latin typeface="Trebuchet MS"/>
                <a:cs typeface="Trebuchet MS"/>
              </a:rPr>
              <a:t> </a:t>
            </a:r>
            <a:r>
              <a:rPr sz="2400" spc="-140" dirty="0">
                <a:solidFill>
                  <a:srgbClr val="585858"/>
                </a:solidFill>
                <a:latin typeface="Trebuchet MS"/>
                <a:cs typeface="Trebuchet MS"/>
              </a:rPr>
              <a:t>utilisateurs</a:t>
            </a:r>
            <a:r>
              <a:rPr sz="2400" spc="-193" dirty="0">
                <a:solidFill>
                  <a:srgbClr val="585858"/>
                </a:solidFill>
                <a:latin typeface="Trebuchet MS"/>
                <a:cs typeface="Trebuchet MS"/>
              </a:rPr>
              <a:t> </a:t>
            </a:r>
            <a:r>
              <a:rPr sz="2400" spc="-160" dirty="0">
                <a:solidFill>
                  <a:srgbClr val="585858"/>
                </a:solidFill>
                <a:latin typeface="Trebuchet MS"/>
                <a:cs typeface="Trebuchet MS"/>
              </a:rPr>
              <a:t>du</a:t>
            </a:r>
            <a:r>
              <a:rPr sz="2400" spc="-187" dirty="0">
                <a:solidFill>
                  <a:srgbClr val="585858"/>
                </a:solidFill>
                <a:latin typeface="Trebuchet MS"/>
                <a:cs typeface="Trebuchet MS"/>
              </a:rPr>
              <a:t> </a:t>
            </a:r>
            <a:r>
              <a:rPr sz="2400" spc="-213" dirty="0">
                <a:solidFill>
                  <a:srgbClr val="585858"/>
                </a:solidFill>
                <a:latin typeface="Trebuchet MS"/>
                <a:cs typeface="Trebuchet MS"/>
              </a:rPr>
              <a:t>projet</a:t>
            </a:r>
            <a:r>
              <a:rPr sz="2400" spc="-193" dirty="0">
                <a:solidFill>
                  <a:srgbClr val="585858"/>
                </a:solidFill>
                <a:latin typeface="Trebuchet MS"/>
                <a:cs typeface="Trebuchet MS"/>
              </a:rPr>
              <a:t> </a:t>
            </a:r>
            <a:r>
              <a:rPr sz="2400" spc="-180" dirty="0">
                <a:solidFill>
                  <a:srgbClr val="585858"/>
                </a:solidFill>
                <a:latin typeface="Trebuchet MS"/>
                <a:cs typeface="Trebuchet MS"/>
              </a:rPr>
              <a:t>logiciel,</a:t>
            </a:r>
            <a:r>
              <a:rPr sz="2400" spc="-193" dirty="0">
                <a:solidFill>
                  <a:srgbClr val="585858"/>
                </a:solidFill>
                <a:latin typeface="Trebuchet MS"/>
                <a:cs typeface="Trebuchet MS"/>
              </a:rPr>
              <a:t> </a:t>
            </a:r>
            <a:r>
              <a:rPr sz="2400" spc="-113" dirty="0">
                <a:solidFill>
                  <a:srgbClr val="585858"/>
                </a:solidFill>
                <a:latin typeface="Trebuchet MS"/>
                <a:cs typeface="Trebuchet MS"/>
              </a:rPr>
              <a:t>les</a:t>
            </a:r>
            <a:r>
              <a:rPr sz="2400" spc="-187" dirty="0">
                <a:solidFill>
                  <a:srgbClr val="585858"/>
                </a:solidFill>
                <a:latin typeface="Trebuchet MS"/>
                <a:cs typeface="Trebuchet MS"/>
              </a:rPr>
              <a:t> </a:t>
            </a:r>
            <a:r>
              <a:rPr sz="2400" spc="-147" dirty="0">
                <a:solidFill>
                  <a:srgbClr val="585858"/>
                </a:solidFill>
                <a:latin typeface="Trebuchet MS"/>
                <a:cs typeface="Trebuchet MS"/>
              </a:rPr>
              <a:t>fonctionnalités</a:t>
            </a:r>
            <a:r>
              <a:rPr sz="2400" spc="-227" dirty="0">
                <a:solidFill>
                  <a:srgbClr val="585858"/>
                </a:solidFill>
                <a:latin typeface="Trebuchet MS"/>
                <a:cs typeface="Trebuchet MS"/>
              </a:rPr>
              <a:t> </a:t>
            </a:r>
            <a:r>
              <a:rPr sz="2400" spc="-160" dirty="0">
                <a:solidFill>
                  <a:srgbClr val="585858"/>
                </a:solidFill>
                <a:latin typeface="Trebuchet MS"/>
                <a:cs typeface="Trebuchet MS"/>
              </a:rPr>
              <a:t>du </a:t>
            </a:r>
            <a:r>
              <a:rPr sz="2400" spc="-707" dirty="0">
                <a:solidFill>
                  <a:srgbClr val="585858"/>
                </a:solidFill>
                <a:latin typeface="Trebuchet MS"/>
                <a:cs typeface="Trebuchet MS"/>
              </a:rPr>
              <a:t> </a:t>
            </a:r>
            <a:r>
              <a:rPr sz="2400" spc="-140" dirty="0">
                <a:solidFill>
                  <a:srgbClr val="585858"/>
                </a:solidFill>
                <a:latin typeface="Trebuchet MS"/>
                <a:cs typeface="Trebuchet MS"/>
              </a:rPr>
              <a:t>logiciel</a:t>
            </a:r>
            <a:r>
              <a:rPr sz="2400" spc="-253" dirty="0">
                <a:solidFill>
                  <a:srgbClr val="585858"/>
                </a:solidFill>
                <a:latin typeface="Trebuchet MS"/>
                <a:cs typeface="Trebuchet MS"/>
              </a:rPr>
              <a:t> </a:t>
            </a:r>
            <a:r>
              <a:rPr sz="2400" spc="-113" dirty="0">
                <a:solidFill>
                  <a:srgbClr val="585858"/>
                </a:solidFill>
                <a:latin typeface="Trebuchet MS"/>
                <a:cs typeface="Trebuchet MS"/>
              </a:rPr>
              <a:t>mais</a:t>
            </a:r>
            <a:r>
              <a:rPr sz="2400" spc="-227" dirty="0">
                <a:solidFill>
                  <a:srgbClr val="585858"/>
                </a:solidFill>
                <a:latin typeface="Trebuchet MS"/>
                <a:cs typeface="Trebuchet MS"/>
              </a:rPr>
              <a:t> </a:t>
            </a:r>
            <a:r>
              <a:rPr sz="2400" spc="-67" dirty="0">
                <a:solidFill>
                  <a:srgbClr val="585858"/>
                </a:solidFill>
                <a:latin typeface="Trebuchet MS"/>
                <a:cs typeface="Trebuchet MS"/>
              </a:rPr>
              <a:t>aussi</a:t>
            </a:r>
            <a:r>
              <a:rPr sz="2400" spc="-200" dirty="0">
                <a:solidFill>
                  <a:srgbClr val="585858"/>
                </a:solidFill>
                <a:latin typeface="Trebuchet MS"/>
                <a:cs typeface="Trebuchet MS"/>
              </a:rPr>
              <a:t> </a:t>
            </a:r>
            <a:r>
              <a:rPr sz="2400" spc="-107" dirty="0">
                <a:solidFill>
                  <a:srgbClr val="585858"/>
                </a:solidFill>
                <a:latin typeface="Trebuchet MS"/>
                <a:cs typeface="Trebuchet MS"/>
              </a:rPr>
              <a:t>les</a:t>
            </a:r>
            <a:r>
              <a:rPr sz="2400" spc="-220" dirty="0">
                <a:solidFill>
                  <a:srgbClr val="585858"/>
                </a:solidFill>
                <a:latin typeface="Trebuchet MS"/>
                <a:cs typeface="Trebuchet MS"/>
              </a:rPr>
              <a:t> </a:t>
            </a:r>
            <a:r>
              <a:rPr sz="2400" spc="-147" dirty="0">
                <a:solidFill>
                  <a:srgbClr val="585858"/>
                </a:solidFill>
                <a:latin typeface="Trebuchet MS"/>
                <a:cs typeface="Trebuchet MS"/>
              </a:rPr>
              <a:t>interactions</a:t>
            </a:r>
            <a:r>
              <a:rPr sz="2400" spc="-213" dirty="0">
                <a:solidFill>
                  <a:srgbClr val="585858"/>
                </a:solidFill>
                <a:latin typeface="Trebuchet MS"/>
                <a:cs typeface="Trebuchet MS"/>
              </a:rPr>
              <a:t> </a:t>
            </a:r>
            <a:r>
              <a:rPr sz="2400" spc="-207" dirty="0">
                <a:solidFill>
                  <a:srgbClr val="585858"/>
                </a:solidFill>
                <a:latin typeface="Trebuchet MS"/>
                <a:cs typeface="Trebuchet MS"/>
              </a:rPr>
              <a:t>entre</a:t>
            </a:r>
            <a:r>
              <a:rPr sz="2400" spc="-220" dirty="0">
                <a:solidFill>
                  <a:srgbClr val="585858"/>
                </a:solidFill>
                <a:latin typeface="Trebuchet MS"/>
                <a:cs typeface="Trebuchet MS"/>
              </a:rPr>
              <a:t> </a:t>
            </a:r>
            <a:r>
              <a:rPr sz="2400" spc="-93" dirty="0">
                <a:solidFill>
                  <a:srgbClr val="585858"/>
                </a:solidFill>
                <a:latin typeface="Trebuchet MS"/>
                <a:cs typeface="Trebuchet MS"/>
              </a:rPr>
              <a:t>ces</a:t>
            </a:r>
            <a:r>
              <a:rPr sz="2400" spc="-187" dirty="0">
                <a:solidFill>
                  <a:srgbClr val="585858"/>
                </a:solidFill>
                <a:latin typeface="Trebuchet MS"/>
                <a:cs typeface="Trebuchet MS"/>
              </a:rPr>
              <a:t> </a:t>
            </a:r>
            <a:r>
              <a:rPr sz="2400" spc="-147" dirty="0">
                <a:solidFill>
                  <a:srgbClr val="585858"/>
                </a:solidFill>
                <a:latin typeface="Trebuchet MS"/>
                <a:cs typeface="Trebuchet MS"/>
              </a:rPr>
              <a:t>acteurs</a:t>
            </a:r>
            <a:r>
              <a:rPr sz="2400" spc="-200" dirty="0">
                <a:solidFill>
                  <a:srgbClr val="585858"/>
                </a:solidFill>
                <a:latin typeface="Trebuchet MS"/>
                <a:cs typeface="Trebuchet MS"/>
              </a:rPr>
              <a:t> </a:t>
            </a:r>
            <a:r>
              <a:rPr sz="2400" spc="-227" dirty="0">
                <a:solidFill>
                  <a:srgbClr val="585858"/>
                </a:solidFill>
                <a:latin typeface="Trebuchet MS"/>
                <a:cs typeface="Trebuchet MS"/>
              </a:rPr>
              <a:t>et</a:t>
            </a:r>
            <a:r>
              <a:rPr sz="2400" spc="-207" dirty="0">
                <a:solidFill>
                  <a:srgbClr val="585858"/>
                </a:solidFill>
                <a:latin typeface="Trebuchet MS"/>
                <a:cs typeface="Trebuchet MS"/>
              </a:rPr>
              <a:t> </a:t>
            </a:r>
            <a:r>
              <a:rPr sz="2400" spc="-93" dirty="0">
                <a:solidFill>
                  <a:srgbClr val="585858"/>
                </a:solidFill>
                <a:latin typeface="Trebuchet MS"/>
                <a:cs typeface="Trebuchet MS"/>
              </a:rPr>
              <a:t>ces</a:t>
            </a:r>
            <a:r>
              <a:rPr sz="2400" spc="-187" dirty="0">
                <a:solidFill>
                  <a:srgbClr val="585858"/>
                </a:solidFill>
                <a:latin typeface="Trebuchet MS"/>
                <a:cs typeface="Trebuchet MS"/>
              </a:rPr>
              <a:t> </a:t>
            </a:r>
            <a:r>
              <a:rPr sz="2400" spc="-152" dirty="0">
                <a:solidFill>
                  <a:srgbClr val="585858"/>
                </a:solidFill>
                <a:latin typeface="Trebuchet MS"/>
                <a:cs typeface="Trebuchet MS"/>
              </a:rPr>
              <a:t>fonctionnalités.</a:t>
            </a:r>
            <a:endParaRPr sz="2400" dirty="0">
              <a:latin typeface="Trebuchet MS"/>
              <a:cs typeface="Trebuchet MS"/>
            </a:endParaRPr>
          </a:p>
          <a:p>
            <a:pPr marL="474121" indent="-457189">
              <a:spcBef>
                <a:spcPts val="433"/>
              </a:spcBef>
              <a:buFont typeface="Arial MT"/>
              <a:buChar char="●"/>
              <a:tabLst>
                <a:tab pos="473275" algn="l"/>
                <a:tab pos="474121" algn="l"/>
              </a:tabLst>
            </a:pPr>
            <a:r>
              <a:rPr sz="2400" spc="-160" dirty="0">
                <a:solidFill>
                  <a:srgbClr val="585858"/>
                </a:solidFill>
                <a:latin typeface="Trebuchet MS"/>
                <a:cs typeface="Trebuchet MS"/>
              </a:rPr>
              <a:t>Le</a:t>
            </a:r>
            <a:r>
              <a:rPr sz="2400" spc="-220" dirty="0">
                <a:solidFill>
                  <a:srgbClr val="585858"/>
                </a:solidFill>
                <a:latin typeface="Trebuchet MS"/>
                <a:cs typeface="Trebuchet MS"/>
              </a:rPr>
              <a:t> </a:t>
            </a:r>
            <a:r>
              <a:rPr sz="2400" spc="-127" dirty="0">
                <a:solidFill>
                  <a:srgbClr val="585858"/>
                </a:solidFill>
                <a:latin typeface="Trebuchet MS"/>
                <a:cs typeface="Trebuchet MS"/>
              </a:rPr>
              <a:t>besoin</a:t>
            </a:r>
            <a:r>
              <a:rPr sz="2400" spc="-227" dirty="0">
                <a:solidFill>
                  <a:srgbClr val="585858"/>
                </a:solidFill>
                <a:latin typeface="Trebuchet MS"/>
                <a:cs typeface="Trebuchet MS"/>
              </a:rPr>
              <a:t> </a:t>
            </a:r>
            <a:r>
              <a:rPr sz="2400" spc="-107" dirty="0">
                <a:solidFill>
                  <a:srgbClr val="585858"/>
                </a:solidFill>
                <a:latin typeface="Trebuchet MS"/>
                <a:cs typeface="Trebuchet MS"/>
              </a:rPr>
              <a:t>des</a:t>
            </a:r>
            <a:r>
              <a:rPr sz="2400" spc="-200" dirty="0">
                <a:solidFill>
                  <a:srgbClr val="585858"/>
                </a:solidFill>
                <a:latin typeface="Trebuchet MS"/>
                <a:cs typeface="Trebuchet MS"/>
              </a:rPr>
              <a:t> </a:t>
            </a:r>
            <a:r>
              <a:rPr sz="2400" spc="-133" dirty="0">
                <a:solidFill>
                  <a:srgbClr val="585858"/>
                </a:solidFill>
                <a:latin typeface="Trebuchet MS"/>
                <a:cs typeface="Trebuchet MS"/>
              </a:rPr>
              <a:t>utilisateurs</a:t>
            </a:r>
            <a:r>
              <a:rPr sz="2400" spc="-240" dirty="0">
                <a:solidFill>
                  <a:srgbClr val="585858"/>
                </a:solidFill>
                <a:latin typeface="Trebuchet MS"/>
                <a:cs typeface="Trebuchet MS"/>
              </a:rPr>
              <a:t> </a:t>
            </a:r>
            <a:r>
              <a:rPr sz="2400" spc="-187" dirty="0">
                <a:solidFill>
                  <a:srgbClr val="585858"/>
                </a:solidFill>
                <a:latin typeface="Trebuchet MS"/>
                <a:cs typeface="Trebuchet MS"/>
              </a:rPr>
              <a:t>peut</a:t>
            </a:r>
            <a:r>
              <a:rPr sz="2400" spc="-213" dirty="0">
                <a:solidFill>
                  <a:srgbClr val="585858"/>
                </a:solidFill>
                <a:latin typeface="Trebuchet MS"/>
                <a:cs typeface="Trebuchet MS"/>
              </a:rPr>
              <a:t> </a:t>
            </a:r>
            <a:r>
              <a:rPr sz="2400" spc="-220" dirty="0">
                <a:solidFill>
                  <a:srgbClr val="585858"/>
                </a:solidFill>
                <a:latin typeface="Trebuchet MS"/>
                <a:cs typeface="Trebuchet MS"/>
              </a:rPr>
              <a:t>être</a:t>
            </a:r>
            <a:r>
              <a:rPr sz="2400" spc="-193" dirty="0">
                <a:solidFill>
                  <a:srgbClr val="585858"/>
                </a:solidFill>
                <a:latin typeface="Trebuchet MS"/>
                <a:cs typeface="Trebuchet MS"/>
              </a:rPr>
              <a:t> </a:t>
            </a:r>
            <a:r>
              <a:rPr sz="2400" spc="-180" dirty="0">
                <a:solidFill>
                  <a:srgbClr val="585858"/>
                </a:solidFill>
                <a:latin typeface="Trebuchet MS"/>
                <a:cs typeface="Trebuchet MS"/>
              </a:rPr>
              <a:t>décrit</a:t>
            </a:r>
            <a:r>
              <a:rPr sz="2400" spc="-220" dirty="0">
                <a:solidFill>
                  <a:srgbClr val="585858"/>
                </a:solidFill>
                <a:latin typeface="Trebuchet MS"/>
                <a:cs typeface="Trebuchet MS"/>
              </a:rPr>
              <a:t> </a:t>
            </a:r>
            <a:r>
              <a:rPr sz="2400" spc="-147" dirty="0">
                <a:solidFill>
                  <a:srgbClr val="585858"/>
                </a:solidFill>
                <a:latin typeface="Trebuchet MS"/>
                <a:cs typeface="Trebuchet MS"/>
              </a:rPr>
              <a:t>à</a:t>
            </a:r>
            <a:r>
              <a:rPr sz="2400" spc="-207" dirty="0">
                <a:solidFill>
                  <a:srgbClr val="585858"/>
                </a:solidFill>
                <a:latin typeface="Trebuchet MS"/>
                <a:cs typeface="Trebuchet MS"/>
              </a:rPr>
              <a:t> </a:t>
            </a:r>
            <a:r>
              <a:rPr sz="2400" spc="-220" dirty="0" err="1">
                <a:solidFill>
                  <a:srgbClr val="585858"/>
                </a:solidFill>
                <a:latin typeface="Trebuchet MS"/>
                <a:cs typeface="Trebuchet MS"/>
              </a:rPr>
              <a:t>l’aide</a:t>
            </a:r>
            <a:r>
              <a:rPr sz="2400" spc="-240" dirty="0">
                <a:solidFill>
                  <a:srgbClr val="585858"/>
                </a:solidFill>
                <a:latin typeface="Trebuchet MS"/>
                <a:cs typeface="Trebuchet MS"/>
              </a:rPr>
              <a:t> </a:t>
            </a:r>
            <a:r>
              <a:rPr lang="fr-FR" sz="2400" spc="-200" dirty="0">
                <a:solidFill>
                  <a:srgbClr val="585858"/>
                </a:solidFill>
                <a:latin typeface="Trebuchet MS"/>
                <a:cs typeface="Trebuchet MS"/>
              </a:rPr>
              <a:t>du diagramme de cas d’utilisation.</a:t>
            </a:r>
            <a:endParaRPr sz="2400" dirty="0">
              <a:latin typeface="Trebuchet MS"/>
              <a:cs typeface="Trebuchet MS"/>
            </a:endParaRPr>
          </a:p>
        </p:txBody>
      </p:sp>
      <p:sp>
        <p:nvSpPr>
          <p:cNvPr id="10" name="object 10"/>
          <p:cNvSpPr txBox="1">
            <a:spLocks noGrp="1"/>
          </p:cNvSpPr>
          <p:nvPr>
            <p:ph type="title"/>
          </p:nvPr>
        </p:nvSpPr>
        <p:spPr>
          <a:xfrm>
            <a:off x="520734" y="217911"/>
            <a:ext cx="11111653" cy="754908"/>
          </a:xfrm>
          <a:prstGeom prst="rect">
            <a:avLst/>
          </a:prstGeom>
        </p:spPr>
        <p:txBody>
          <a:bodyPr vert="horz" wrap="square" lIns="0" tIns="16087" rIns="0" bIns="0" rtlCol="0" anchor="b">
            <a:spAutoFit/>
          </a:bodyPr>
          <a:lstStyle/>
          <a:p>
            <a:pPr marL="16933">
              <a:lnSpc>
                <a:spcPct val="100000"/>
              </a:lnSpc>
              <a:spcBef>
                <a:spcPts val="127"/>
              </a:spcBef>
              <a:tabLst>
                <a:tab pos="11093596" algn="l"/>
              </a:tabLst>
            </a:pPr>
            <a:r>
              <a:rPr spc="-20" dirty="0"/>
              <a:t>Les</a:t>
            </a:r>
            <a:r>
              <a:rPr spc="13" dirty="0"/>
              <a:t> </a:t>
            </a:r>
            <a:r>
              <a:rPr spc="-7" dirty="0">
                <a:solidFill>
                  <a:srgbClr val="ED795B"/>
                </a:solidFill>
              </a:rPr>
              <a:t>besoins</a:t>
            </a:r>
            <a:r>
              <a:rPr spc="13" dirty="0">
                <a:solidFill>
                  <a:srgbClr val="ED795B"/>
                </a:solidFill>
              </a:rPr>
              <a:t> </a:t>
            </a:r>
            <a:r>
              <a:rPr dirty="0"/>
              <a:t>des</a:t>
            </a:r>
            <a:r>
              <a:rPr spc="27" dirty="0"/>
              <a:t> </a:t>
            </a:r>
            <a:r>
              <a:rPr spc="-13" dirty="0"/>
              <a:t>utilisateurs	</a:t>
            </a:r>
          </a:p>
        </p:txBody>
      </p:sp>
      <p:pic>
        <p:nvPicPr>
          <p:cNvPr id="11" name="object 11"/>
          <p:cNvPicPr/>
          <p:nvPr/>
        </p:nvPicPr>
        <p:blipFill>
          <a:blip r:embed="rId2" cstate="print"/>
          <a:stretch>
            <a:fillRect/>
          </a:stretch>
        </p:blipFill>
        <p:spPr>
          <a:xfrm>
            <a:off x="10284858" y="4171696"/>
            <a:ext cx="1062956" cy="1920240"/>
          </a:xfrm>
          <a:prstGeom prst="rect">
            <a:avLst/>
          </a:prstGeom>
        </p:spPr>
      </p:pic>
    </p:spTree>
    <p:extLst>
      <p:ext uri="{BB962C8B-B14F-4D97-AF65-F5344CB8AC3E}">
        <p14:creationId xmlns:p14="http://schemas.microsoft.com/office/powerpoint/2010/main" val="30895045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09600" y="1219200"/>
            <a:ext cx="10639212" cy="1811393"/>
          </a:xfrm>
          <a:prstGeom prst="rect">
            <a:avLst/>
          </a:prstGeom>
        </p:spPr>
        <p:txBody>
          <a:bodyPr vert="horz" wrap="square" lIns="0" tIns="17780" rIns="0" bIns="0" rtlCol="0">
            <a:spAutoFit/>
          </a:bodyPr>
          <a:lstStyle/>
          <a:p>
            <a:pPr marL="16933">
              <a:spcBef>
                <a:spcPts val="140"/>
              </a:spcBef>
            </a:pPr>
            <a:r>
              <a:rPr sz="1867" spc="-7" dirty="0">
                <a:solidFill>
                  <a:srgbClr val="999999"/>
                </a:solidFill>
                <a:latin typeface="Roboto"/>
                <a:cs typeface="Roboto"/>
              </a:rPr>
              <a:t>Les</a:t>
            </a:r>
            <a:r>
              <a:rPr sz="1867" spc="-33" dirty="0">
                <a:solidFill>
                  <a:srgbClr val="999999"/>
                </a:solidFill>
                <a:latin typeface="Roboto"/>
                <a:cs typeface="Roboto"/>
              </a:rPr>
              <a:t> </a:t>
            </a:r>
            <a:r>
              <a:rPr sz="1867" spc="-7" dirty="0">
                <a:solidFill>
                  <a:srgbClr val="999999"/>
                </a:solidFill>
                <a:latin typeface="Roboto"/>
                <a:cs typeface="Roboto"/>
              </a:rPr>
              <a:t>besoins</a:t>
            </a:r>
            <a:r>
              <a:rPr sz="1867" spc="7" dirty="0">
                <a:solidFill>
                  <a:srgbClr val="999999"/>
                </a:solidFill>
                <a:latin typeface="Roboto"/>
                <a:cs typeface="Roboto"/>
              </a:rPr>
              <a:t> </a:t>
            </a:r>
            <a:r>
              <a:rPr sz="1867" dirty="0">
                <a:solidFill>
                  <a:srgbClr val="999999"/>
                </a:solidFill>
                <a:latin typeface="Roboto"/>
                <a:cs typeface="Roboto"/>
              </a:rPr>
              <a:t>des</a:t>
            </a:r>
            <a:r>
              <a:rPr sz="1867" spc="-13" dirty="0">
                <a:solidFill>
                  <a:srgbClr val="999999"/>
                </a:solidFill>
                <a:latin typeface="Roboto"/>
                <a:cs typeface="Roboto"/>
              </a:rPr>
              <a:t> </a:t>
            </a:r>
            <a:r>
              <a:rPr sz="1867" spc="-7" dirty="0">
                <a:solidFill>
                  <a:srgbClr val="999999"/>
                </a:solidFill>
                <a:latin typeface="Roboto"/>
                <a:cs typeface="Roboto"/>
              </a:rPr>
              <a:t>utilisateurs</a:t>
            </a:r>
            <a:endParaRPr sz="1867" dirty="0">
              <a:latin typeface="Roboto"/>
              <a:cs typeface="Roboto"/>
            </a:endParaRPr>
          </a:p>
          <a:p>
            <a:pPr>
              <a:lnSpc>
                <a:spcPct val="100000"/>
              </a:lnSpc>
            </a:pPr>
            <a:endParaRPr sz="1867" dirty="0">
              <a:latin typeface="Roboto"/>
              <a:cs typeface="Roboto"/>
            </a:endParaRPr>
          </a:p>
          <a:p>
            <a:pPr marL="585879" indent="-458035">
              <a:buFont typeface="Arial MT"/>
              <a:buChar char="●"/>
              <a:tabLst>
                <a:tab pos="585879" algn="l"/>
                <a:tab pos="586725" algn="l"/>
              </a:tabLst>
            </a:pPr>
            <a:r>
              <a:rPr sz="2400" spc="-120" dirty="0">
                <a:solidFill>
                  <a:srgbClr val="585858"/>
                </a:solidFill>
                <a:latin typeface="Trebuchet MS"/>
                <a:cs typeface="Trebuchet MS"/>
              </a:rPr>
              <a:t>Il</a:t>
            </a:r>
            <a:r>
              <a:rPr sz="2400" spc="-227" dirty="0">
                <a:solidFill>
                  <a:srgbClr val="585858"/>
                </a:solidFill>
                <a:latin typeface="Trebuchet MS"/>
                <a:cs typeface="Trebuchet MS"/>
              </a:rPr>
              <a:t> </a:t>
            </a:r>
            <a:r>
              <a:rPr sz="2400" spc="-180" dirty="0">
                <a:solidFill>
                  <a:srgbClr val="585858"/>
                </a:solidFill>
                <a:latin typeface="Trebuchet MS"/>
                <a:cs typeface="Trebuchet MS"/>
              </a:rPr>
              <a:t>représente</a:t>
            </a:r>
            <a:r>
              <a:rPr sz="2400" spc="-193" dirty="0">
                <a:solidFill>
                  <a:srgbClr val="585858"/>
                </a:solidFill>
                <a:latin typeface="Trebuchet MS"/>
                <a:cs typeface="Trebuchet MS"/>
              </a:rPr>
              <a:t> </a:t>
            </a:r>
            <a:r>
              <a:rPr sz="2400" spc="-107" dirty="0">
                <a:solidFill>
                  <a:srgbClr val="585858"/>
                </a:solidFill>
                <a:latin typeface="Trebuchet MS"/>
                <a:cs typeface="Trebuchet MS"/>
              </a:rPr>
              <a:t>les</a:t>
            </a:r>
            <a:r>
              <a:rPr sz="2400" spc="-213" dirty="0">
                <a:solidFill>
                  <a:srgbClr val="585858"/>
                </a:solidFill>
                <a:latin typeface="Trebuchet MS"/>
                <a:cs typeface="Trebuchet MS"/>
              </a:rPr>
              <a:t> </a:t>
            </a:r>
            <a:r>
              <a:rPr sz="2400" b="1" spc="-180" dirty="0" err="1">
                <a:solidFill>
                  <a:srgbClr val="585858"/>
                </a:solidFill>
                <a:latin typeface="Trebuchet MS"/>
                <a:cs typeface="Trebuchet MS"/>
              </a:rPr>
              <a:t>fonctionnalités</a:t>
            </a:r>
            <a:r>
              <a:rPr sz="2400" b="1" spc="-187" dirty="0">
                <a:solidFill>
                  <a:srgbClr val="585858"/>
                </a:solidFill>
                <a:latin typeface="Trebuchet MS"/>
                <a:cs typeface="Trebuchet MS"/>
              </a:rPr>
              <a:t> </a:t>
            </a:r>
            <a:r>
              <a:rPr sz="2400" spc="-147" dirty="0">
                <a:solidFill>
                  <a:srgbClr val="585858"/>
                </a:solidFill>
                <a:latin typeface="Trebuchet MS"/>
                <a:cs typeface="Trebuchet MS"/>
              </a:rPr>
              <a:t>(</a:t>
            </a:r>
            <a:r>
              <a:rPr sz="2400" b="1" spc="-113" dirty="0" err="1">
                <a:solidFill>
                  <a:srgbClr val="585858"/>
                </a:solidFill>
                <a:latin typeface="Trebuchet MS"/>
                <a:cs typeface="Trebuchet MS"/>
              </a:rPr>
              <a:t>cas</a:t>
            </a:r>
            <a:r>
              <a:rPr sz="2400" b="1" spc="-193" dirty="0">
                <a:solidFill>
                  <a:srgbClr val="585858"/>
                </a:solidFill>
                <a:latin typeface="Trebuchet MS"/>
                <a:cs typeface="Trebuchet MS"/>
              </a:rPr>
              <a:t> d’utilisation</a:t>
            </a:r>
            <a:r>
              <a:rPr sz="2400" spc="-193" dirty="0">
                <a:solidFill>
                  <a:srgbClr val="585858"/>
                </a:solidFill>
                <a:latin typeface="Trebuchet MS"/>
                <a:cs typeface="Trebuchet MS"/>
              </a:rPr>
              <a:t>)</a:t>
            </a:r>
            <a:r>
              <a:rPr sz="2400" spc="-173" dirty="0">
                <a:solidFill>
                  <a:srgbClr val="585858"/>
                </a:solidFill>
                <a:latin typeface="Trebuchet MS"/>
                <a:cs typeface="Trebuchet MS"/>
              </a:rPr>
              <a:t> </a:t>
            </a:r>
            <a:r>
              <a:rPr sz="2400" spc="-113" dirty="0">
                <a:solidFill>
                  <a:srgbClr val="585858"/>
                </a:solidFill>
                <a:latin typeface="Trebuchet MS"/>
                <a:cs typeface="Trebuchet MS"/>
              </a:rPr>
              <a:t>nécessaires</a:t>
            </a:r>
            <a:r>
              <a:rPr sz="2400" spc="-187" dirty="0">
                <a:solidFill>
                  <a:srgbClr val="585858"/>
                </a:solidFill>
                <a:latin typeface="Trebuchet MS"/>
                <a:cs typeface="Trebuchet MS"/>
              </a:rPr>
              <a:t> </a:t>
            </a:r>
            <a:r>
              <a:rPr sz="2400" spc="-152" dirty="0">
                <a:solidFill>
                  <a:srgbClr val="585858"/>
                </a:solidFill>
                <a:latin typeface="Trebuchet MS"/>
                <a:cs typeface="Trebuchet MS"/>
              </a:rPr>
              <a:t>aux</a:t>
            </a:r>
            <a:r>
              <a:rPr sz="2400" spc="-213" dirty="0">
                <a:solidFill>
                  <a:srgbClr val="585858"/>
                </a:solidFill>
                <a:latin typeface="Trebuchet MS"/>
                <a:cs typeface="Trebuchet MS"/>
              </a:rPr>
              <a:t> </a:t>
            </a:r>
            <a:r>
              <a:rPr sz="2400" spc="-147" dirty="0">
                <a:solidFill>
                  <a:srgbClr val="585858"/>
                </a:solidFill>
                <a:latin typeface="Trebuchet MS"/>
                <a:cs typeface="Trebuchet MS"/>
              </a:rPr>
              <a:t>utilisateurs.</a:t>
            </a:r>
            <a:endParaRPr sz="2400" dirty="0">
              <a:latin typeface="Trebuchet MS"/>
              <a:cs typeface="Trebuchet MS"/>
            </a:endParaRPr>
          </a:p>
          <a:p>
            <a:pPr marL="585879" marR="65192" indent="-457189">
              <a:lnSpc>
                <a:spcPct val="114999"/>
              </a:lnSpc>
              <a:buFont typeface="Arial MT"/>
              <a:buChar char="●"/>
              <a:tabLst>
                <a:tab pos="585879" algn="l"/>
                <a:tab pos="586725" algn="l"/>
              </a:tabLst>
            </a:pPr>
            <a:r>
              <a:rPr sz="2400" spc="-207" dirty="0">
                <a:solidFill>
                  <a:srgbClr val="585858"/>
                </a:solidFill>
                <a:latin typeface="Trebuchet MS"/>
                <a:cs typeface="Trebuchet MS"/>
              </a:rPr>
              <a:t>On</a:t>
            </a:r>
            <a:r>
              <a:rPr sz="2400" spc="-193" dirty="0">
                <a:solidFill>
                  <a:srgbClr val="585858"/>
                </a:solidFill>
                <a:latin typeface="Trebuchet MS"/>
                <a:cs typeface="Trebuchet MS"/>
              </a:rPr>
              <a:t> peut</a:t>
            </a:r>
            <a:r>
              <a:rPr sz="2400" spc="-220" dirty="0">
                <a:solidFill>
                  <a:srgbClr val="585858"/>
                </a:solidFill>
                <a:latin typeface="Trebuchet MS"/>
                <a:cs typeface="Trebuchet MS"/>
              </a:rPr>
              <a:t> </a:t>
            </a:r>
            <a:r>
              <a:rPr sz="2400" spc="-173" dirty="0">
                <a:solidFill>
                  <a:srgbClr val="585858"/>
                </a:solidFill>
                <a:latin typeface="Trebuchet MS"/>
                <a:cs typeface="Trebuchet MS"/>
              </a:rPr>
              <a:t>faire</a:t>
            </a:r>
            <a:r>
              <a:rPr sz="2400" spc="-213" dirty="0">
                <a:solidFill>
                  <a:srgbClr val="585858"/>
                </a:solidFill>
                <a:latin typeface="Trebuchet MS"/>
                <a:cs typeface="Trebuchet MS"/>
              </a:rPr>
              <a:t> </a:t>
            </a:r>
            <a:r>
              <a:rPr sz="2400" spc="-147" dirty="0">
                <a:solidFill>
                  <a:srgbClr val="585858"/>
                </a:solidFill>
                <a:latin typeface="Trebuchet MS"/>
                <a:cs typeface="Trebuchet MS"/>
              </a:rPr>
              <a:t>un</a:t>
            </a:r>
            <a:r>
              <a:rPr sz="2400" spc="-200" dirty="0">
                <a:solidFill>
                  <a:srgbClr val="585858"/>
                </a:solidFill>
                <a:latin typeface="Trebuchet MS"/>
                <a:cs typeface="Trebuchet MS"/>
              </a:rPr>
              <a:t> </a:t>
            </a:r>
            <a:r>
              <a:rPr sz="2400" spc="-167" dirty="0">
                <a:solidFill>
                  <a:srgbClr val="585858"/>
                </a:solidFill>
                <a:latin typeface="Trebuchet MS"/>
                <a:cs typeface="Trebuchet MS"/>
              </a:rPr>
              <a:t>diagramme</a:t>
            </a:r>
            <a:r>
              <a:rPr sz="2400" spc="-220" dirty="0">
                <a:solidFill>
                  <a:srgbClr val="585858"/>
                </a:solidFill>
                <a:latin typeface="Trebuchet MS"/>
                <a:cs typeface="Trebuchet MS"/>
              </a:rPr>
              <a:t> </a:t>
            </a:r>
            <a:r>
              <a:rPr sz="2400" spc="-200" dirty="0">
                <a:solidFill>
                  <a:srgbClr val="585858"/>
                </a:solidFill>
                <a:latin typeface="Trebuchet MS"/>
                <a:cs typeface="Trebuchet MS"/>
              </a:rPr>
              <a:t>de</a:t>
            </a:r>
            <a:r>
              <a:rPr sz="2400" spc="-207" dirty="0">
                <a:solidFill>
                  <a:srgbClr val="585858"/>
                </a:solidFill>
                <a:latin typeface="Trebuchet MS"/>
                <a:cs typeface="Trebuchet MS"/>
              </a:rPr>
              <a:t> </a:t>
            </a:r>
            <a:r>
              <a:rPr sz="2400" spc="-67" dirty="0">
                <a:solidFill>
                  <a:srgbClr val="585858"/>
                </a:solidFill>
                <a:latin typeface="Trebuchet MS"/>
                <a:cs typeface="Trebuchet MS"/>
              </a:rPr>
              <a:t>cas</a:t>
            </a:r>
            <a:r>
              <a:rPr sz="2400" spc="-207" dirty="0">
                <a:solidFill>
                  <a:srgbClr val="585858"/>
                </a:solidFill>
                <a:latin typeface="Trebuchet MS"/>
                <a:cs typeface="Trebuchet MS"/>
              </a:rPr>
              <a:t> </a:t>
            </a:r>
            <a:r>
              <a:rPr sz="2400" spc="-167" dirty="0">
                <a:solidFill>
                  <a:srgbClr val="585858"/>
                </a:solidFill>
                <a:latin typeface="Trebuchet MS"/>
                <a:cs typeface="Trebuchet MS"/>
              </a:rPr>
              <a:t>d’utilisation</a:t>
            </a:r>
            <a:r>
              <a:rPr sz="2400" spc="-233" dirty="0">
                <a:solidFill>
                  <a:srgbClr val="585858"/>
                </a:solidFill>
                <a:latin typeface="Trebuchet MS"/>
                <a:cs typeface="Trebuchet MS"/>
              </a:rPr>
              <a:t> </a:t>
            </a:r>
            <a:r>
              <a:rPr sz="2400" spc="-160" dirty="0">
                <a:solidFill>
                  <a:srgbClr val="585858"/>
                </a:solidFill>
                <a:latin typeface="Trebuchet MS"/>
                <a:cs typeface="Trebuchet MS"/>
              </a:rPr>
              <a:t>pour</a:t>
            </a:r>
            <a:r>
              <a:rPr sz="2400" spc="-207" dirty="0">
                <a:solidFill>
                  <a:srgbClr val="585858"/>
                </a:solidFill>
                <a:latin typeface="Trebuchet MS"/>
                <a:cs typeface="Trebuchet MS"/>
              </a:rPr>
              <a:t> </a:t>
            </a:r>
            <a:r>
              <a:rPr sz="2400" spc="-193" dirty="0">
                <a:solidFill>
                  <a:srgbClr val="585858"/>
                </a:solidFill>
                <a:latin typeface="Trebuchet MS"/>
                <a:cs typeface="Trebuchet MS"/>
              </a:rPr>
              <a:t>le</a:t>
            </a:r>
            <a:r>
              <a:rPr sz="2400" spc="-207" dirty="0">
                <a:solidFill>
                  <a:srgbClr val="585858"/>
                </a:solidFill>
                <a:latin typeface="Trebuchet MS"/>
                <a:cs typeface="Trebuchet MS"/>
              </a:rPr>
              <a:t> </a:t>
            </a:r>
            <a:r>
              <a:rPr sz="2400" spc="-140" dirty="0">
                <a:solidFill>
                  <a:srgbClr val="585858"/>
                </a:solidFill>
                <a:latin typeface="Trebuchet MS"/>
                <a:cs typeface="Trebuchet MS"/>
              </a:rPr>
              <a:t>logiciel</a:t>
            </a:r>
            <a:r>
              <a:rPr sz="2400" spc="-240" dirty="0">
                <a:solidFill>
                  <a:srgbClr val="585858"/>
                </a:solidFill>
                <a:latin typeface="Trebuchet MS"/>
                <a:cs typeface="Trebuchet MS"/>
              </a:rPr>
              <a:t> </a:t>
            </a:r>
            <a:r>
              <a:rPr sz="2400" spc="-200" dirty="0">
                <a:solidFill>
                  <a:srgbClr val="585858"/>
                </a:solidFill>
                <a:latin typeface="Trebuchet MS"/>
                <a:cs typeface="Trebuchet MS"/>
              </a:rPr>
              <a:t>entier</a:t>
            </a:r>
            <a:r>
              <a:rPr sz="2400" spc="-233" dirty="0">
                <a:solidFill>
                  <a:srgbClr val="585858"/>
                </a:solidFill>
                <a:latin typeface="Trebuchet MS"/>
                <a:cs typeface="Trebuchet MS"/>
              </a:rPr>
              <a:t> </a:t>
            </a:r>
            <a:r>
              <a:rPr sz="2400" spc="-140" dirty="0">
                <a:solidFill>
                  <a:srgbClr val="585858"/>
                </a:solidFill>
                <a:latin typeface="Trebuchet MS"/>
                <a:cs typeface="Trebuchet MS"/>
              </a:rPr>
              <a:t>ou</a:t>
            </a:r>
            <a:r>
              <a:rPr sz="2400" spc="-207" dirty="0">
                <a:solidFill>
                  <a:srgbClr val="585858"/>
                </a:solidFill>
                <a:latin typeface="Trebuchet MS"/>
                <a:cs typeface="Trebuchet MS"/>
              </a:rPr>
              <a:t> </a:t>
            </a:r>
            <a:r>
              <a:rPr sz="2400" spc="-160" dirty="0">
                <a:solidFill>
                  <a:srgbClr val="585858"/>
                </a:solidFill>
                <a:latin typeface="Trebuchet MS"/>
                <a:cs typeface="Trebuchet MS"/>
              </a:rPr>
              <a:t>pour</a:t>
            </a:r>
            <a:r>
              <a:rPr sz="2400" spc="-193" dirty="0">
                <a:solidFill>
                  <a:srgbClr val="585858"/>
                </a:solidFill>
                <a:latin typeface="Trebuchet MS"/>
                <a:cs typeface="Trebuchet MS"/>
              </a:rPr>
              <a:t> </a:t>
            </a:r>
            <a:r>
              <a:rPr sz="2400" spc="-160" dirty="0">
                <a:solidFill>
                  <a:srgbClr val="585858"/>
                </a:solidFill>
                <a:latin typeface="Trebuchet MS"/>
                <a:cs typeface="Trebuchet MS"/>
              </a:rPr>
              <a:t>chaque </a:t>
            </a:r>
            <a:r>
              <a:rPr sz="2400" spc="-700" dirty="0">
                <a:solidFill>
                  <a:srgbClr val="585858"/>
                </a:solidFill>
                <a:latin typeface="Trebuchet MS"/>
                <a:cs typeface="Trebuchet MS"/>
              </a:rPr>
              <a:t> </a:t>
            </a:r>
            <a:r>
              <a:rPr sz="2400" spc="-160" dirty="0">
                <a:solidFill>
                  <a:srgbClr val="585858"/>
                </a:solidFill>
                <a:latin typeface="Trebuchet MS"/>
                <a:cs typeface="Trebuchet MS"/>
              </a:rPr>
              <a:t>package.</a:t>
            </a:r>
            <a:endParaRPr sz="2400" dirty="0">
              <a:latin typeface="Trebuchet MS"/>
              <a:cs typeface="Trebuchet MS"/>
            </a:endParaRPr>
          </a:p>
        </p:txBody>
      </p:sp>
      <p:sp>
        <p:nvSpPr>
          <p:cNvPr id="3" name="object 3"/>
          <p:cNvSpPr txBox="1">
            <a:spLocks noGrp="1"/>
          </p:cNvSpPr>
          <p:nvPr>
            <p:ph type="title"/>
          </p:nvPr>
        </p:nvSpPr>
        <p:spPr>
          <a:xfrm>
            <a:off x="520734" y="473703"/>
            <a:ext cx="8966674" cy="754908"/>
          </a:xfrm>
          <a:prstGeom prst="rect">
            <a:avLst/>
          </a:prstGeom>
        </p:spPr>
        <p:txBody>
          <a:bodyPr vert="horz" wrap="square" lIns="0" tIns="16087" rIns="0" bIns="0" rtlCol="0" anchor="b">
            <a:spAutoFit/>
          </a:bodyPr>
          <a:lstStyle/>
          <a:p>
            <a:pPr marL="16933">
              <a:lnSpc>
                <a:spcPct val="100000"/>
              </a:lnSpc>
              <a:spcBef>
                <a:spcPts val="127"/>
              </a:spcBef>
            </a:pPr>
            <a:r>
              <a:rPr spc="-7" dirty="0"/>
              <a:t>Diagramme </a:t>
            </a:r>
            <a:r>
              <a:rPr u="none" dirty="0"/>
              <a:t>de</a:t>
            </a:r>
            <a:r>
              <a:rPr spc="-20" dirty="0"/>
              <a:t> </a:t>
            </a:r>
            <a:r>
              <a:rPr spc="-7" dirty="0">
                <a:solidFill>
                  <a:srgbClr val="ED795B"/>
                </a:solidFill>
              </a:rPr>
              <a:t>cas </a:t>
            </a:r>
            <a:r>
              <a:rPr spc="-33" dirty="0">
                <a:solidFill>
                  <a:srgbClr val="ED795B"/>
                </a:solidFill>
              </a:rPr>
              <a:t>d’utilisation</a:t>
            </a:r>
          </a:p>
        </p:txBody>
      </p:sp>
      <p:pic>
        <p:nvPicPr>
          <p:cNvPr id="4" name="object 4"/>
          <p:cNvPicPr/>
          <p:nvPr/>
        </p:nvPicPr>
        <p:blipFill>
          <a:blip r:embed="rId2" cstate="print"/>
          <a:stretch>
            <a:fillRect/>
          </a:stretch>
        </p:blipFill>
        <p:spPr>
          <a:xfrm>
            <a:off x="3366510" y="2557299"/>
            <a:ext cx="5469985" cy="3424523"/>
          </a:xfrm>
          <a:prstGeom prst="rect">
            <a:avLst/>
          </a:prstGeom>
        </p:spPr>
      </p:pic>
      <p:sp>
        <p:nvSpPr>
          <p:cNvPr id="5" name="object 5"/>
          <p:cNvSpPr txBox="1"/>
          <p:nvPr/>
        </p:nvSpPr>
        <p:spPr>
          <a:xfrm>
            <a:off x="1858941" y="5982343"/>
            <a:ext cx="9039012" cy="304421"/>
          </a:xfrm>
          <a:prstGeom prst="rect">
            <a:avLst/>
          </a:prstGeom>
        </p:spPr>
        <p:txBody>
          <a:bodyPr vert="horz" wrap="square" lIns="0" tIns="16933" rIns="0" bIns="0" rtlCol="0">
            <a:spAutoFit/>
          </a:bodyPr>
          <a:lstStyle/>
          <a:p>
            <a:pPr marL="16933">
              <a:spcBef>
                <a:spcPts val="133"/>
              </a:spcBef>
            </a:pPr>
            <a:r>
              <a:rPr sz="1867" dirty="0">
                <a:solidFill>
                  <a:srgbClr val="999999"/>
                </a:solidFill>
                <a:latin typeface="Roboto"/>
                <a:cs typeface="Roboto"/>
              </a:rPr>
              <a:t>Un exemple</a:t>
            </a:r>
            <a:r>
              <a:rPr sz="1867" spc="-13" dirty="0">
                <a:solidFill>
                  <a:srgbClr val="999999"/>
                </a:solidFill>
                <a:latin typeface="Roboto"/>
                <a:cs typeface="Roboto"/>
              </a:rPr>
              <a:t> </a:t>
            </a:r>
            <a:r>
              <a:rPr sz="1867" dirty="0">
                <a:solidFill>
                  <a:srgbClr val="999999"/>
                </a:solidFill>
                <a:latin typeface="Roboto"/>
                <a:cs typeface="Roboto"/>
              </a:rPr>
              <a:t>de</a:t>
            </a:r>
            <a:r>
              <a:rPr sz="1867" spc="7" dirty="0">
                <a:solidFill>
                  <a:srgbClr val="999999"/>
                </a:solidFill>
                <a:latin typeface="Roboto"/>
                <a:cs typeface="Roboto"/>
              </a:rPr>
              <a:t> </a:t>
            </a:r>
            <a:r>
              <a:rPr sz="1867" spc="-7" dirty="0">
                <a:solidFill>
                  <a:srgbClr val="999999"/>
                </a:solidFill>
                <a:latin typeface="Roboto"/>
                <a:cs typeface="Roboto"/>
              </a:rPr>
              <a:t>diagramme</a:t>
            </a:r>
            <a:r>
              <a:rPr sz="1867" spc="27" dirty="0">
                <a:solidFill>
                  <a:srgbClr val="999999"/>
                </a:solidFill>
                <a:latin typeface="Roboto"/>
                <a:cs typeface="Roboto"/>
              </a:rPr>
              <a:t> </a:t>
            </a:r>
            <a:r>
              <a:rPr sz="1867" dirty="0">
                <a:solidFill>
                  <a:srgbClr val="999999"/>
                </a:solidFill>
                <a:latin typeface="Roboto"/>
                <a:cs typeface="Roboto"/>
              </a:rPr>
              <a:t>de</a:t>
            </a:r>
            <a:r>
              <a:rPr sz="1867" spc="7" dirty="0">
                <a:solidFill>
                  <a:srgbClr val="999999"/>
                </a:solidFill>
                <a:latin typeface="Roboto"/>
                <a:cs typeface="Roboto"/>
              </a:rPr>
              <a:t> </a:t>
            </a:r>
            <a:r>
              <a:rPr sz="1867" dirty="0">
                <a:solidFill>
                  <a:srgbClr val="999999"/>
                </a:solidFill>
                <a:latin typeface="Roboto"/>
                <a:cs typeface="Roboto"/>
              </a:rPr>
              <a:t>cas</a:t>
            </a:r>
            <a:r>
              <a:rPr sz="1867" spc="13" dirty="0">
                <a:solidFill>
                  <a:srgbClr val="999999"/>
                </a:solidFill>
                <a:latin typeface="Roboto"/>
                <a:cs typeface="Roboto"/>
              </a:rPr>
              <a:t> </a:t>
            </a:r>
            <a:r>
              <a:rPr sz="1867" spc="-13" dirty="0">
                <a:solidFill>
                  <a:srgbClr val="999999"/>
                </a:solidFill>
                <a:latin typeface="Roboto"/>
                <a:cs typeface="Roboto"/>
              </a:rPr>
              <a:t>d’utilisation</a:t>
            </a:r>
            <a:r>
              <a:rPr sz="1867" spc="73" dirty="0">
                <a:solidFill>
                  <a:srgbClr val="999999"/>
                </a:solidFill>
                <a:latin typeface="Roboto"/>
                <a:cs typeface="Roboto"/>
              </a:rPr>
              <a:t> </a:t>
            </a:r>
            <a:r>
              <a:rPr sz="1867" spc="-13" dirty="0">
                <a:solidFill>
                  <a:srgbClr val="999999"/>
                </a:solidFill>
                <a:latin typeface="Roboto"/>
                <a:cs typeface="Roboto"/>
              </a:rPr>
              <a:t>pour</a:t>
            </a:r>
            <a:r>
              <a:rPr sz="1867" spc="27" dirty="0">
                <a:solidFill>
                  <a:srgbClr val="999999"/>
                </a:solidFill>
                <a:latin typeface="Roboto"/>
                <a:cs typeface="Roboto"/>
              </a:rPr>
              <a:t> </a:t>
            </a:r>
            <a:r>
              <a:rPr sz="1867" spc="-7" dirty="0">
                <a:solidFill>
                  <a:srgbClr val="999999"/>
                </a:solidFill>
                <a:latin typeface="Roboto"/>
                <a:cs typeface="Roboto"/>
              </a:rPr>
              <a:t>un</a:t>
            </a:r>
            <a:r>
              <a:rPr sz="1867" spc="7" dirty="0">
                <a:solidFill>
                  <a:srgbClr val="999999"/>
                </a:solidFill>
                <a:latin typeface="Roboto"/>
                <a:cs typeface="Roboto"/>
              </a:rPr>
              <a:t> </a:t>
            </a:r>
            <a:r>
              <a:rPr sz="1867" spc="-7" dirty="0">
                <a:solidFill>
                  <a:srgbClr val="999999"/>
                </a:solidFill>
                <a:latin typeface="Roboto"/>
                <a:cs typeface="Roboto"/>
              </a:rPr>
              <a:t>package</a:t>
            </a:r>
            <a:r>
              <a:rPr sz="1867" spc="20" dirty="0">
                <a:solidFill>
                  <a:srgbClr val="999999"/>
                </a:solidFill>
                <a:latin typeface="Roboto"/>
                <a:cs typeface="Roboto"/>
              </a:rPr>
              <a:t> </a:t>
            </a:r>
            <a:r>
              <a:rPr sz="1867" dirty="0">
                <a:solidFill>
                  <a:srgbClr val="999999"/>
                </a:solidFill>
                <a:latin typeface="Roboto"/>
                <a:cs typeface="Roboto"/>
              </a:rPr>
              <a:t>(Gestion des</a:t>
            </a:r>
            <a:r>
              <a:rPr sz="1867" spc="20" dirty="0">
                <a:solidFill>
                  <a:srgbClr val="999999"/>
                </a:solidFill>
                <a:latin typeface="Roboto"/>
                <a:cs typeface="Roboto"/>
              </a:rPr>
              <a:t> </a:t>
            </a:r>
            <a:r>
              <a:rPr sz="1867" dirty="0">
                <a:solidFill>
                  <a:srgbClr val="999999"/>
                </a:solidFill>
                <a:latin typeface="Roboto"/>
                <a:cs typeface="Roboto"/>
              </a:rPr>
              <a:t>stocks)</a:t>
            </a:r>
            <a:endParaRPr sz="1867">
              <a:latin typeface="Roboto"/>
              <a:cs typeface="Roboto"/>
            </a:endParaRPr>
          </a:p>
        </p:txBody>
      </p:sp>
      <p:grpSp>
        <p:nvGrpSpPr>
          <p:cNvPr id="6" name="object 6"/>
          <p:cNvGrpSpPr/>
          <p:nvPr/>
        </p:nvGrpSpPr>
        <p:grpSpPr>
          <a:xfrm>
            <a:off x="9487408" y="3793743"/>
            <a:ext cx="2130213" cy="2298700"/>
            <a:chOff x="7115556" y="2845307"/>
            <a:chExt cx="1597660" cy="1724025"/>
          </a:xfrm>
        </p:grpSpPr>
        <p:pic>
          <p:nvPicPr>
            <p:cNvPr id="7" name="object 7"/>
            <p:cNvPicPr/>
            <p:nvPr/>
          </p:nvPicPr>
          <p:blipFill>
            <a:blip r:embed="rId3" cstate="print"/>
            <a:stretch>
              <a:fillRect/>
            </a:stretch>
          </p:blipFill>
          <p:spPr>
            <a:xfrm>
              <a:off x="8281416" y="3076955"/>
              <a:ext cx="431292" cy="432815"/>
            </a:xfrm>
            <a:prstGeom prst="rect">
              <a:avLst/>
            </a:prstGeom>
          </p:spPr>
        </p:pic>
        <p:pic>
          <p:nvPicPr>
            <p:cNvPr id="8" name="object 8"/>
            <p:cNvPicPr/>
            <p:nvPr/>
          </p:nvPicPr>
          <p:blipFill>
            <a:blip r:embed="rId4" cstate="print"/>
            <a:stretch>
              <a:fillRect/>
            </a:stretch>
          </p:blipFill>
          <p:spPr>
            <a:xfrm>
              <a:off x="7115556" y="3038855"/>
              <a:ext cx="431292" cy="431292"/>
            </a:xfrm>
            <a:prstGeom prst="rect">
              <a:avLst/>
            </a:prstGeom>
          </p:spPr>
        </p:pic>
        <p:pic>
          <p:nvPicPr>
            <p:cNvPr id="9" name="object 9"/>
            <p:cNvPicPr/>
            <p:nvPr/>
          </p:nvPicPr>
          <p:blipFill>
            <a:blip r:embed="rId5" cstate="print"/>
            <a:stretch>
              <a:fillRect/>
            </a:stretch>
          </p:blipFill>
          <p:spPr>
            <a:xfrm>
              <a:off x="7697724" y="2845307"/>
              <a:ext cx="432816" cy="432815"/>
            </a:xfrm>
            <a:prstGeom prst="rect">
              <a:avLst/>
            </a:prstGeom>
          </p:spPr>
        </p:pic>
        <p:pic>
          <p:nvPicPr>
            <p:cNvPr id="10" name="object 10"/>
            <p:cNvPicPr/>
            <p:nvPr/>
          </p:nvPicPr>
          <p:blipFill>
            <a:blip r:embed="rId6" cstate="print"/>
            <a:stretch>
              <a:fillRect/>
            </a:stretch>
          </p:blipFill>
          <p:spPr>
            <a:xfrm>
              <a:off x="7353300" y="3308603"/>
              <a:ext cx="1258824" cy="1260347"/>
            </a:xfrm>
            <a:prstGeom prst="rect">
              <a:avLst/>
            </a:prstGeom>
          </p:spPr>
        </p:pic>
      </p:grpSp>
    </p:spTree>
    <p:extLst>
      <p:ext uri="{BB962C8B-B14F-4D97-AF65-F5344CB8AC3E}">
        <p14:creationId xmlns:p14="http://schemas.microsoft.com/office/powerpoint/2010/main" val="14936983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5303520" y="3077755"/>
            <a:ext cx="3009900" cy="889000"/>
            <a:chOff x="5016500" y="2628900"/>
            <a:chExt cx="3009900" cy="889000"/>
          </a:xfrm>
        </p:grpSpPr>
        <p:sp>
          <p:nvSpPr>
            <p:cNvPr id="4" name="object 4"/>
            <p:cNvSpPr/>
            <p:nvPr/>
          </p:nvSpPr>
          <p:spPr>
            <a:xfrm>
              <a:off x="5016500" y="2628900"/>
              <a:ext cx="3009900" cy="889000"/>
            </a:xfrm>
            <a:custGeom>
              <a:avLst/>
              <a:gdLst/>
              <a:ahLst/>
              <a:cxnLst/>
              <a:rect l="l" t="t" r="r" b="b"/>
              <a:pathLst>
                <a:path w="3009900" h="889000">
                  <a:moveTo>
                    <a:pt x="1504313" y="0"/>
                  </a:moveTo>
                  <a:lnTo>
                    <a:pt x="1433498" y="482"/>
                  </a:lnTo>
                  <a:lnTo>
                    <a:pt x="1363525" y="1918"/>
                  </a:lnTo>
                  <a:lnTo>
                    <a:pt x="1294469" y="4284"/>
                  </a:lnTo>
                  <a:lnTo>
                    <a:pt x="1226398" y="7561"/>
                  </a:lnTo>
                  <a:lnTo>
                    <a:pt x="1159388" y="11727"/>
                  </a:lnTo>
                  <a:lnTo>
                    <a:pt x="1093509" y="16758"/>
                  </a:lnTo>
                  <a:lnTo>
                    <a:pt x="1028833" y="22636"/>
                  </a:lnTo>
                  <a:lnTo>
                    <a:pt x="965434" y="29340"/>
                  </a:lnTo>
                  <a:lnTo>
                    <a:pt x="903385" y="36847"/>
                  </a:lnTo>
                  <a:lnTo>
                    <a:pt x="842754" y="45135"/>
                  </a:lnTo>
                  <a:lnTo>
                    <a:pt x="783616" y="54184"/>
                  </a:lnTo>
                  <a:lnTo>
                    <a:pt x="726045" y="63974"/>
                  </a:lnTo>
                  <a:lnTo>
                    <a:pt x="670110" y="74481"/>
                  </a:lnTo>
                  <a:lnTo>
                    <a:pt x="615885" y="85686"/>
                  </a:lnTo>
                  <a:lnTo>
                    <a:pt x="563441" y="97567"/>
                  </a:lnTo>
                  <a:lnTo>
                    <a:pt x="512852" y="110103"/>
                  </a:lnTo>
                  <a:lnTo>
                    <a:pt x="464190" y="123272"/>
                  </a:lnTo>
                  <a:lnTo>
                    <a:pt x="417525" y="137053"/>
                  </a:lnTo>
                  <a:lnTo>
                    <a:pt x="372931" y="151424"/>
                  </a:lnTo>
                  <a:lnTo>
                    <a:pt x="330480" y="166366"/>
                  </a:lnTo>
                  <a:lnTo>
                    <a:pt x="290245" y="181856"/>
                  </a:lnTo>
                  <a:lnTo>
                    <a:pt x="252296" y="197872"/>
                  </a:lnTo>
                  <a:lnTo>
                    <a:pt x="216707" y="214393"/>
                  </a:lnTo>
                  <a:lnTo>
                    <a:pt x="152899" y="248871"/>
                  </a:lnTo>
                  <a:lnTo>
                    <a:pt x="99396" y="285116"/>
                  </a:lnTo>
                  <a:lnTo>
                    <a:pt x="56777" y="322958"/>
                  </a:lnTo>
                  <a:lnTo>
                    <a:pt x="25618" y="362229"/>
                  </a:lnTo>
                  <a:lnTo>
                    <a:pt x="6501" y="402756"/>
                  </a:lnTo>
                  <a:lnTo>
                    <a:pt x="0" y="444371"/>
                  </a:lnTo>
                  <a:lnTo>
                    <a:pt x="1635" y="465305"/>
                  </a:lnTo>
                  <a:lnTo>
                    <a:pt x="14518" y="506397"/>
                  </a:lnTo>
                  <a:lnTo>
                    <a:pt x="39729" y="546317"/>
                  </a:lnTo>
                  <a:lnTo>
                    <a:pt x="76690" y="584894"/>
                  </a:lnTo>
                  <a:lnTo>
                    <a:pt x="124824" y="621959"/>
                  </a:lnTo>
                  <a:lnTo>
                    <a:pt x="183551" y="657341"/>
                  </a:lnTo>
                  <a:lnTo>
                    <a:pt x="252296" y="690871"/>
                  </a:lnTo>
                  <a:lnTo>
                    <a:pt x="290245" y="706887"/>
                  </a:lnTo>
                  <a:lnTo>
                    <a:pt x="330480" y="722377"/>
                  </a:lnTo>
                  <a:lnTo>
                    <a:pt x="372931" y="737318"/>
                  </a:lnTo>
                  <a:lnTo>
                    <a:pt x="417525" y="751690"/>
                  </a:lnTo>
                  <a:lnTo>
                    <a:pt x="464190" y="765470"/>
                  </a:lnTo>
                  <a:lnTo>
                    <a:pt x="512852" y="778639"/>
                  </a:lnTo>
                  <a:lnTo>
                    <a:pt x="563441" y="791175"/>
                  </a:lnTo>
                  <a:lnTo>
                    <a:pt x="615885" y="803056"/>
                  </a:lnTo>
                  <a:lnTo>
                    <a:pt x="670110" y="814261"/>
                  </a:lnTo>
                  <a:lnTo>
                    <a:pt x="726045" y="824768"/>
                  </a:lnTo>
                  <a:lnTo>
                    <a:pt x="783616" y="834557"/>
                  </a:lnTo>
                  <a:lnTo>
                    <a:pt x="842754" y="843607"/>
                  </a:lnTo>
                  <a:lnTo>
                    <a:pt x="903385" y="851895"/>
                  </a:lnTo>
                  <a:lnTo>
                    <a:pt x="965434" y="859402"/>
                  </a:lnTo>
                  <a:lnTo>
                    <a:pt x="1028833" y="866106"/>
                  </a:lnTo>
                  <a:lnTo>
                    <a:pt x="1093509" y="871984"/>
                  </a:lnTo>
                  <a:lnTo>
                    <a:pt x="1159388" y="877016"/>
                  </a:lnTo>
                  <a:lnTo>
                    <a:pt x="1226398" y="881181"/>
                  </a:lnTo>
                  <a:lnTo>
                    <a:pt x="1294469" y="884458"/>
                  </a:lnTo>
                  <a:lnTo>
                    <a:pt x="1363525" y="886824"/>
                  </a:lnTo>
                  <a:lnTo>
                    <a:pt x="1433498" y="888260"/>
                  </a:lnTo>
                  <a:lnTo>
                    <a:pt x="1504313" y="888744"/>
                  </a:lnTo>
                  <a:lnTo>
                    <a:pt x="1575191" y="888260"/>
                  </a:lnTo>
                  <a:lnTo>
                    <a:pt x="1645224" y="886824"/>
                  </a:lnTo>
                  <a:lnTo>
                    <a:pt x="1714337" y="884458"/>
                  </a:lnTo>
                  <a:lnTo>
                    <a:pt x="1782460" y="881181"/>
                  </a:lnTo>
                  <a:lnTo>
                    <a:pt x="1849521" y="877016"/>
                  </a:lnTo>
                  <a:lnTo>
                    <a:pt x="1915445" y="871984"/>
                  </a:lnTo>
                  <a:lnTo>
                    <a:pt x="1980164" y="866106"/>
                  </a:lnTo>
                  <a:lnTo>
                    <a:pt x="2043605" y="859402"/>
                  </a:lnTo>
                  <a:lnTo>
                    <a:pt x="2105693" y="851895"/>
                  </a:lnTo>
                  <a:lnTo>
                    <a:pt x="2166357" y="843607"/>
                  </a:lnTo>
                  <a:lnTo>
                    <a:pt x="2225526" y="834557"/>
                  </a:lnTo>
                  <a:lnTo>
                    <a:pt x="2283128" y="824768"/>
                  </a:lnTo>
                  <a:lnTo>
                    <a:pt x="2339089" y="814261"/>
                  </a:lnTo>
                  <a:lnTo>
                    <a:pt x="2393339" y="803056"/>
                  </a:lnTo>
                  <a:lnTo>
                    <a:pt x="2445805" y="791175"/>
                  </a:lnTo>
                  <a:lnTo>
                    <a:pt x="2496414" y="778639"/>
                  </a:lnTo>
                  <a:lnTo>
                    <a:pt x="2545096" y="765470"/>
                  </a:lnTo>
                  <a:lnTo>
                    <a:pt x="2591776" y="751690"/>
                  </a:lnTo>
                  <a:lnTo>
                    <a:pt x="2636386" y="737318"/>
                  </a:lnTo>
                  <a:lnTo>
                    <a:pt x="2678849" y="722377"/>
                  </a:lnTo>
                  <a:lnTo>
                    <a:pt x="2719096" y="706887"/>
                  </a:lnTo>
                  <a:lnTo>
                    <a:pt x="2757053" y="690871"/>
                  </a:lnTo>
                  <a:lnTo>
                    <a:pt x="2792649" y="674348"/>
                  </a:lnTo>
                  <a:lnTo>
                    <a:pt x="2856472" y="639871"/>
                  </a:lnTo>
                  <a:lnTo>
                    <a:pt x="2909984" y="603627"/>
                  </a:lnTo>
                  <a:lnTo>
                    <a:pt x="2952609" y="565785"/>
                  </a:lnTo>
                  <a:lnTo>
                    <a:pt x="2983769" y="526514"/>
                  </a:lnTo>
                  <a:lnTo>
                    <a:pt x="3002889" y="485985"/>
                  </a:lnTo>
                  <a:lnTo>
                    <a:pt x="3009390" y="444370"/>
                  </a:lnTo>
                  <a:lnTo>
                    <a:pt x="3002889" y="402756"/>
                  </a:lnTo>
                  <a:lnTo>
                    <a:pt x="2983769" y="362229"/>
                  </a:lnTo>
                  <a:lnTo>
                    <a:pt x="2952609" y="322958"/>
                  </a:lnTo>
                  <a:lnTo>
                    <a:pt x="2909984" y="285116"/>
                  </a:lnTo>
                  <a:lnTo>
                    <a:pt x="2856472" y="248871"/>
                  </a:lnTo>
                  <a:lnTo>
                    <a:pt x="2792649" y="214393"/>
                  </a:lnTo>
                  <a:lnTo>
                    <a:pt x="2757053" y="197872"/>
                  </a:lnTo>
                  <a:lnTo>
                    <a:pt x="2719096" y="181856"/>
                  </a:lnTo>
                  <a:lnTo>
                    <a:pt x="2678849" y="166366"/>
                  </a:lnTo>
                  <a:lnTo>
                    <a:pt x="2636386" y="151424"/>
                  </a:lnTo>
                  <a:lnTo>
                    <a:pt x="2591776" y="137053"/>
                  </a:lnTo>
                  <a:lnTo>
                    <a:pt x="2545096" y="123272"/>
                  </a:lnTo>
                  <a:lnTo>
                    <a:pt x="2496414" y="110103"/>
                  </a:lnTo>
                  <a:lnTo>
                    <a:pt x="2445805" y="97567"/>
                  </a:lnTo>
                  <a:lnTo>
                    <a:pt x="2393339" y="85686"/>
                  </a:lnTo>
                  <a:lnTo>
                    <a:pt x="2339089" y="74481"/>
                  </a:lnTo>
                  <a:lnTo>
                    <a:pt x="2283128" y="63974"/>
                  </a:lnTo>
                  <a:lnTo>
                    <a:pt x="2225526" y="54184"/>
                  </a:lnTo>
                  <a:lnTo>
                    <a:pt x="2166357" y="45135"/>
                  </a:lnTo>
                  <a:lnTo>
                    <a:pt x="2105693" y="36847"/>
                  </a:lnTo>
                  <a:lnTo>
                    <a:pt x="2043605" y="29340"/>
                  </a:lnTo>
                  <a:lnTo>
                    <a:pt x="1980164" y="22636"/>
                  </a:lnTo>
                  <a:lnTo>
                    <a:pt x="1915445" y="16758"/>
                  </a:lnTo>
                  <a:lnTo>
                    <a:pt x="1849521" y="11727"/>
                  </a:lnTo>
                  <a:lnTo>
                    <a:pt x="1782460" y="7561"/>
                  </a:lnTo>
                  <a:lnTo>
                    <a:pt x="1714337" y="4284"/>
                  </a:lnTo>
                  <a:lnTo>
                    <a:pt x="1645224" y="1918"/>
                  </a:lnTo>
                  <a:lnTo>
                    <a:pt x="1575191" y="482"/>
                  </a:lnTo>
                  <a:lnTo>
                    <a:pt x="1504313" y="0"/>
                  </a:lnTo>
                  <a:close/>
                </a:path>
              </a:pathLst>
            </a:custGeom>
            <a:solidFill>
              <a:srgbClr val="FFFFCC"/>
            </a:solidFill>
          </p:spPr>
          <p:txBody>
            <a:bodyPr wrap="square" lIns="0" tIns="0" rIns="0" bIns="0" rtlCol="0"/>
            <a:lstStyle/>
            <a:p>
              <a:endParaRPr/>
            </a:p>
          </p:txBody>
        </p:sp>
        <p:sp>
          <p:nvSpPr>
            <p:cNvPr id="5" name="object 5"/>
            <p:cNvSpPr/>
            <p:nvPr/>
          </p:nvSpPr>
          <p:spPr>
            <a:xfrm>
              <a:off x="5016500" y="2628899"/>
              <a:ext cx="3009900" cy="889000"/>
            </a:xfrm>
            <a:custGeom>
              <a:avLst/>
              <a:gdLst/>
              <a:ahLst/>
              <a:cxnLst/>
              <a:rect l="l" t="t" r="r" b="b"/>
              <a:pathLst>
                <a:path w="3009900" h="889000">
                  <a:moveTo>
                    <a:pt x="3009900" y="409321"/>
                  </a:moveTo>
                  <a:lnTo>
                    <a:pt x="2997200" y="397979"/>
                  </a:lnTo>
                  <a:lnTo>
                    <a:pt x="2984500" y="356933"/>
                  </a:lnTo>
                  <a:lnTo>
                    <a:pt x="2946400" y="319849"/>
                  </a:lnTo>
                  <a:lnTo>
                    <a:pt x="2908300" y="286778"/>
                  </a:lnTo>
                  <a:lnTo>
                    <a:pt x="2870200" y="257721"/>
                  </a:lnTo>
                  <a:lnTo>
                    <a:pt x="2832100" y="232740"/>
                  </a:lnTo>
                  <a:lnTo>
                    <a:pt x="2794000" y="211848"/>
                  </a:lnTo>
                  <a:lnTo>
                    <a:pt x="2755900" y="193700"/>
                  </a:lnTo>
                  <a:lnTo>
                    <a:pt x="2705100" y="177050"/>
                  </a:lnTo>
                  <a:lnTo>
                    <a:pt x="2667000" y="160058"/>
                  </a:lnTo>
                  <a:lnTo>
                    <a:pt x="2616200" y="144157"/>
                  </a:lnTo>
                  <a:lnTo>
                    <a:pt x="2565400" y="129336"/>
                  </a:lnTo>
                  <a:lnTo>
                    <a:pt x="2514600" y="115544"/>
                  </a:lnTo>
                  <a:lnTo>
                    <a:pt x="2463800" y="102743"/>
                  </a:lnTo>
                  <a:lnTo>
                    <a:pt x="2413000" y="90893"/>
                  </a:lnTo>
                  <a:lnTo>
                    <a:pt x="2362200" y="79971"/>
                  </a:lnTo>
                  <a:lnTo>
                    <a:pt x="2311400" y="69913"/>
                  </a:lnTo>
                  <a:lnTo>
                    <a:pt x="2260600" y="60706"/>
                  </a:lnTo>
                  <a:lnTo>
                    <a:pt x="2209800" y="52311"/>
                  </a:lnTo>
                  <a:lnTo>
                    <a:pt x="2159000" y="44678"/>
                  </a:lnTo>
                  <a:lnTo>
                    <a:pt x="2108200" y="37769"/>
                  </a:lnTo>
                  <a:lnTo>
                    <a:pt x="2057400" y="31559"/>
                  </a:lnTo>
                  <a:lnTo>
                    <a:pt x="2006600" y="25996"/>
                  </a:lnTo>
                  <a:lnTo>
                    <a:pt x="1955800" y="21056"/>
                  </a:lnTo>
                  <a:lnTo>
                    <a:pt x="1905000" y="16700"/>
                  </a:lnTo>
                  <a:lnTo>
                    <a:pt x="1854200" y="12877"/>
                  </a:lnTo>
                  <a:lnTo>
                    <a:pt x="1803400" y="9563"/>
                  </a:lnTo>
                  <a:lnTo>
                    <a:pt x="1752600" y="6718"/>
                  </a:lnTo>
                  <a:lnTo>
                    <a:pt x="1701800" y="4305"/>
                  </a:lnTo>
                  <a:lnTo>
                    <a:pt x="1651000" y="2273"/>
                  </a:lnTo>
                  <a:lnTo>
                    <a:pt x="1574800" y="762"/>
                  </a:lnTo>
                  <a:lnTo>
                    <a:pt x="1498600" y="0"/>
                  </a:lnTo>
                  <a:lnTo>
                    <a:pt x="1422400" y="762"/>
                  </a:lnTo>
                  <a:lnTo>
                    <a:pt x="1346200" y="2273"/>
                  </a:lnTo>
                  <a:lnTo>
                    <a:pt x="1295400" y="4305"/>
                  </a:lnTo>
                  <a:lnTo>
                    <a:pt x="1244600" y="6718"/>
                  </a:lnTo>
                  <a:lnTo>
                    <a:pt x="1193800" y="9563"/>
                  </a:lnTo>
                  <a:lnTo>
                    <a:pt x="1143000" y="12877"/>
                  </a:lnTo>
                  <a:lnTo>
                    <a:pt x="1092200" y="16687"/>
                  </a:lnTo>
                  <a:lnTo>
                    <a:pt x="1041400" y="21056"/>
                  </a:lnTo>
                  <a:lnTo>
                    <a:pt x="990600" y="25984"/>
                  </a:lnTo>
                  <a:lnTo>
                    <a:pt x="939800" y="31546"/>
                  </a:lnTo>
                  <a:lnTo>
                    <a:pt x="889000" y="37757"/>
                  </a:lnTo>
                  <a:lnTo>
                    <a:pt x="838200" y="44653"/>
                  </a:lnTo>
                  <a:lnTo>
                    <a:pt x="787400" y="52285"/>
                  </a:lnTo>
                  <a:lnTo>
                    <a:pt x="736600" y="60693"/>
                  </a:lnTo>
                  <a:lnTo>
                    <a:pt x="685800" y="69900"/>
                  </a:lnTo>
                  <a:lnTo>
                    <a:pt x="635000" y="79946"/>
                  </a:lnTo>
                  <a:lnTo>
                    <a:pt x="584200" y="90868"/>
                  </a:lnTo>
                  <a:lnTo>
                    <a:pt x="533400" y="102717"/>
                  </a:lnTo>
                  <a:lnTo>
                    <a:pt x="482600" y="115519"/>
                  </a:lnTo>
                  <a:lnTo>
                    <a:pt x="444500" y="129324"/>
                  </a:lnTo>
                  <a:lnTo>
                    <a:pt x="393700" y="144145"/>
                  </a:lnTo>
                  <a:lnTo>
                    <a:pt x="342900" y="160045"/>
                  </a:lnTo>
                  <a:lnTo>
                    <a:pt x="292100" y="177050"/>
                  </a:lnTo>
                  <a:lnTo>
                    <a:pt x="215900" y="211848"/>
                  </a:lnTo>
                  <a:lnTo>
                    <a:pt x="177787" y="233273"/>
                  </a:lnTo>
                  <a:lnTo>
                    <a:pt x="126987" y="258152"/>
                  </a:lnTo>
                  <a:lnTo>
                    <a:pt x="88887" y="286778"/>
                  </a:lnTo>
                  <a:lnTo>
                    <a:pt x="50787" y="319443"/>
                  </a:lnTo>
                  <a:lnTo>
                    <a:pt x="25387" y="356412"/>
                  </a:lnTo>
                  <a:lnTo>
                    <a:pt x="0" y="397979"/>
                  </a:lnTo>
                  <a:lnTo>
                    <a:pt x="0" y="491794"/>
                  </a:lnTo>
                  <a:lnTo>
                    <a:pt x="12700" y="503135"/>
                  </a:lnTo>
                  <a:lnTo>
                    <a:pt x="12687" y="401751"/>
                  </a:lnTo>
                  <a:lnTo>
                    <a:pt x="38087" y="363232"/>
                  </a:lnTo>
                  <a:lnTo>
                    <a:pt x="63487" y="328180"/>
                  </a:lnTo>
                  <a:lnTo>
                    <a:pt x="101587" y="296608"/>
                  </a:lnTo>
                  <a:lnTo>
                    <a:pt x="139700" y="268566"/>
                  </a:lnTo>
                  <a:lnTo>
                    <a:pt x="177787" y="244055"/>
                  </a:lnTo>
                  <a:lnTo>
                    <a:pt x="215900" y="223126"/>
                  </a:lnTo>
                  <a:lnTo>
                    <a:pt x="254000" y="205803"/>
                  </a:lnTo>
                  <a:lnTo>
                    <a:pt x="304800" y="188391"/>
                  </a:lnTo>
                  <a:lnTo>
                    <a:pt x="342900" y="171754"/>
                  </a:lnTo>
                  <a:lnTo>
                    <a:pt x="393700" y="156578"/>
                  </a:lnTo>
                  <a:lnTo>
                    <a:pt x="444500" y="142354"/>
                  </a:lnTo>
                  <a:lnTo>
                    <a:pt x="482600" y="129032"/>
                  </a:lnTo>
                  <a:lnTo>
                    <a:pt x="533400" y="116586"/>
                  </a:lnTo>
                  <a:lnTo>
                    <a:pt x="584200" y="105016"/>
                  </a:lnTo>
                  <a:lnTo>
                    <a:pt x="635000" y="94259"/>
                  </a:lnTo>
                  <a:lnTo>
                    <a:pt x="685800" y="84328"/>
                  </a:lnTo>
                  <a:lnTo>
                    <a:pt x="723900" y="75158"/>
                  </a:lnTo>
                  <a:lnTo>
                    <a:pt x="774700" y="66738"/>
                  </a:lnTo>
                  <a:lnTo>
                    <a:pt x="825500" y="59055"/>
                  </a:lnTo>
                  <a:lnTo>
                    <a:pt x="876300" y="52070"/>
                  </a:lnTo>
                  <a:lnTo>
                    <a:pt x="927100" y="45745"/>
                  </a:lnTo>
                  <a:lnTo>
                    <a:pt x="977900" y="40068"/>
                  </a:lnTo>
                  <a:lnTo>
                    <a:pt x="1028700" y="35013"/>
                  </a:lnTo>
                  <a:lnTo>
                    <a:pt x="1079500" y="30543"/>
                  </a:lnTo>
                  <a:lnTo>
                    <a:pt x="1130300" y="26644"/>
                  </a:lnTo>
                  <a:lnTo>
                    <a:pt x="1181100" y="23291"/>
                  </a:lnTo>
                  <a:lnTo>
                    <a:pt x="1231900" y="20434"/>
                  </a:lnTo>
                  <a:lnTo>
                    <a:pt x="1282700" y="18072"/>
                  </a:lnTo>
                  <a:lnTo>
                    <a:pt x="1371600" y="14693"/>
                  </a:lnTo>
                  <a:lnTo>
                    <a:pt x="1422400" y="13627"/>
                  </a:lnTo>
                  <a:lnTo>
                    <a:pt x="1498600" y="12865"/>
                  </a:lnTo>
                  <a:lnTo>
                    <a:pt x="1574800" y="13627"/>
                  </a:lnTo>
                  <a:lnTo>
                    <a:pt x="1651000" y="15138"/>
                  </a:lnTo>
                  <a:lnTo>
                    <a:pt x="1727200" y="18161"/>
                  </a:lnTo>
                  <a:lnTo>
                    <a:pt x="1778000" y="20574"/>
                  </a:lnTo>
                  <a:lnTo>
                    <a:pt x="1828800" y="23418"/>
                  </a:lnTo>
                  <a:lnTo>
                    <a:pt x="1866900" y="26733"/>
                  </a:lnTo>
                  <a:lnTo>
                    <a:pt x="1917700" y="30568"/>
                  </a:lnTo>
                  <a:lnTo>
                    <a:pt x="1968500" y="34937"/>
                  </a:lnTo>
                  <a:lnTo>
                    <a:pt x="2019300" y="39890"/>
                  </a:lnTo>
                  <a:lnTo>
                    <a:pt x="2070100" y="45440"/>
                  </a:lnTo>
                  <a:lnTo>
                    <a:pt x="2120900" y="51638"/>
                  </a:lnTo>
                  <a:lnTo>
                    <a:pt x="2171700" y="58508"/>
                  </a:lnTo>
                  <a:lnTo>
                    <a:pt x="2222500" y="66090"/>
                  </a:lnTo>
                  <a:lnTo>
                    <a:pt x="2273300" y="74409"/>
                  </a:lnTo>
                  <a:lnTo>
                    <a:pt x="2324100" y="83515"/>
                  </a:lnTo>
                  <a:lnTo>
                    <a:pt x="2374900" y="93421"/>
                  </a:lnTo>
                  <a:lnTo>
                    <a:pt x="2425700" y="104165"/>
                  </a:lnTo>
                  <a:lnTo>
                    <a:pt x="2463800" y="115785"/>
                  </a:lnTo>
                  <a:lnTo>
                    <a:pt x="2514600" y="128320"/>
                  </a:lnTo>
                  <a:lnTo>
                    <a:pt x="2565400" y="141795"/>
                  </a:lnTo>
                  <a:lnTo>
                    <a:pt x="2616200" y="156248"/>
                  </a:lnTo>
                  <a:lnTo>
                    <a:pt x="2654300" y="171716"/>
                  </a:lnTo>
                  <a:lnTo>
                    <a:pt x="2705100" y="188214"/>
                  </a:lnTo>
                  <a:lnTo>
                    <a:pt x="2781300" y="223202"/>
                  </a:lnTo>
                  <a:lnTo>
                    <a:pt x="2819400" y="241363"/>
                  </a:lnTo>
                  <a:lnTo>
                    <a:pt x="2857500" y="265925"/>
                  </a:lnTo>
                  <a:lnTo>
                    <a:pt x="2908300" y="295224"/>
                  </a:lnTo>
                  <a:lnTo>
                    <a:pt x="2946400" y="329425"/>
                  </a:lnTo>
                  <a:lnTo>
                    <a:pt x="2971800" y="368655"/>
                  </a:lnTo>
                  <a:lnTo>
                    <a:pt x="2997200" y="413105"/>
                  </a:lnTo>
                  <a:lnTo>
                    <a:pt x="2997200" y="477418"/>
                  </a:lnTo>
                  <a:lnTo>
                    <a:pt x="2971800" y="521335"/>
                  </a:lnTo>
                  <a:lnTo>
                    <a:pt x="2946400" y="560616"/>
                  </a:lnTo>
                  <a:lnTo>
                    <a:pt x="2908300" y="595045"/>
                  </a:lnTo>
                  <a:lnTo>
                    <a:pt x="2857500" y="624382"/>
                  </a:lnTo>
                  <a:lnTo>
                    <a:pt x="2819400" y="648411"/>
                  </a:lnTo>
                  <a:lnTo>
                    <a:pt x="2781300" y="666572"/>
                  </a:lnTo>
                  <a:lnTo>
                    <a:pt x="2705100" y="701586"/>
                  </a:lnTo>
                  <a:lnTo>
                    <a:pt x="2654300" y="718121"/>
                  </a:lnTo>
                  <a:lnTo>
                    <a:pt x="2616200" y="733590"/>
                  </a:lnTo>
                  <a:lnTo>
                    <a:pt x="2565400" y="748055"/>
                  </a:lnTo>
                  <a:lnTo>
                    <a:pt x="2514600" y="761530"/>
                  </a:lnTo>
                  <a:lnTo>
                    <a:pt x="2463800" y="774052"/>
                  </a:lnTo>
                  <a:lnTo>
                    <a:pt x="2425700" y="785660"/>
                  </a:lnTo>
                  <a:lnTo>
                    <a:pt x="2374900" y="796391"/>
                  </a:lnTo>
                  <a:lnTo>
                    <a:pt x="2324100" y="806272"/>
                  </a:lnTo>
                  <a:lnTo>
                    <a:pt x="2273300" y="815340"/>
                  </a:lnTo>
                  <a:lnTo>
                    <a:pt x="2222500" y="823633"/>
                  </a:lnTo>
                  <a:lnTo>
                    <a:pt x="2171700" y="831189"/>
                  </a:lnTo>
                  <a:lnTo>
                    <a:pt x="2120900" y="838047"/>
                  </a:lnTo>
                  <a:lnTo>
                    <a:pt x="2070100" y="844219"/>
                  </a:lnTo>
                  <a:lnTo>
                    <a:pt x="2019300" y="849757"/>
                  </a:lnTo>
                  <a:lnTo>
                    <a:pt x="1968500" y="854697"/>
                  </a:lnTo>
                  <a:lnTo>
                    <a:pt x="1917700" y="859078"/>
                  </a:lnTo>
                  <a:lnTo>
                    <a:pt x="1866900" y="862914"/>
                  </a:lnTo>
                  <a:lnTo>
                    <a:pt x="1828800" y="866267"/>
                  </a:lnTo>
                  <a:lnTo>
                    <a:pt x="1778000" y="869149"/>
                  </a:lnTo>
                  <a:lnTo>
                    <a:pt x="1727200" y="871601"/>
                  </a:lnTo>
                  <a:lnTo>
                    <a:pt x="1651000" y="874636"/>
                  </a:lnTo>
                  <a:lnTo>
                    <a:pt x="1574800" y="876147"/>
                  </a:lnTo>
                  <a:lnTo>
                    <a:pt x="1498600" y="876896"/>
                  </a:lnTo>
                  <a:lnTo>
                    <a:pt x="1422400" y="876147"/>
                  </a:lnTo>
                  <a:lnTo>
                    <a:pt x="1371600" y="875055"/>
                  </a:lnTo>
                  <a:lnTo>
                    <a:pt x="1282700" y="871651"/>
                  </a:lnTo>
                  <a:lnTo>
                    <a:pt x="1231900" y="869264"/>
                  </a:lnTo>
                  <a:lnTo>
                    <a:pt x="1181100" y="866419"/>
                  </a:lnTo>
                  <a:lnTo>
                    <a:pt x="1130300" y="863041"/>
                  </a:lnTo>
                  <a:lnTo>
                    <a:pt x="1079500" y="859142"/>
                  </a:lnTo>
                  <a:lnTo>
                    <a:pt x="1028700" y="854659"/>
                  </a:lnTo>
                  <a:lnTo>
                    <a:pt x="977900" y="849591"/>
                  </a:lnTo>
                  <a:lnTo>
                    <a:pt x="927100" y="843915"/>
                  </a:lnTo>
                  <a:lnTo>
                    <a:pt x="876300" y="837577"/>
                  </a:lnTo>
                  <a:lnTo>
                    <a:pt x="825500" y="830567"/>
                  </a:lnTo>
                  <a:lnTo>
                    <a:pt x="774700" y="822845"/>
                  </a:lnTo>
                  <a:lnTo>
                    <a:pt x="723900" y="814412"/>
                  </a:lnTo>
                  <a:lnTo>
                    <a:pt x="673100" y="805205"/>
                  </a:lnTo>
                  <a:lnTo>
                    <a:pt x="635000" y="795210"/>
                  </a:lnTo>
                  <a:lnTo>
                    <a:pt x="584200" y="784415"/>
                  </a:lnTo>
                  <a:lnTo>
                    <a:pt x="533400" y="772769"/>
                  </a:lnTo>
                  <a:lnTo>
                    <a:pt x="482600" y="760260"/>
                  </a:lnTo>
                  <a:lnTo>
                    <a:pt x="431800" y="746861"/>
                  </a:lnTo>
                  <a:lnTo>
                    <a:pt x="393700" y="732536"/>
                  </a:lnTo>
                  <a:lnTo>
                    <a:pt x="342900" y="717257"/>
                  </a:lnTo>
                  <a:lnTo>
                    <a:pt x="304800" y="701370"/>
                  </a:lnTo>
                  <a:lnTo>
                    <a:pt x="254000" y="683971"/>
                  </a:lnTo>
                  <a:lnTo>
                    <a:pt x="215900" y="664349"/>
                  </a:lnTo>
                  <a:lnTo>
                    <a:pt x="165100" y="639673"/>
                  </a:lnTo>
                  <a:lnTo>
                    <a:pt x="127000" y="610311"/>
                  </a:lnTo>
                  <a:lnTo>
                    <a:pt x="76200" y="576630"/>
                  </a:lnTo>
                  <a:lnTo>
                    <a:pt x="38100" y="539026"/>
                  </a:lnTo>
                  <a:lnTo>
                    <a:pt x="12700" y="497840"/>
                  </a:lnTo>
                  <a:lnTo>
                    <a:pt x="12700" y="503135"/>
                  </a:lnTo>
                  <a:lnTo>
                    <a:pt x="38100" y="544944"/>
                  </a:lnTo>
                  <a:lnTo>
                    <a:pt x="63500" y="582803"/>
                  </a:lnTo>
                  <a:lnTo>
                    <a:pt x="114300" y="616724"/>
                  </a:lnTo>
                  <a:lnTo>
                    <a:pt x="152400" y="646696"/>
                  </a:lnTo>
                  <a:lnTo>
                    <a:pt x="203200" y="672693"/>
                  </a:lnTo>
                  <a:lnTo>
                    <a:pt x="254000" y="694702"/>
                  </a:lnTo>
                  <a:lnTo>
                    <a:pt x="292100" y="712724"/>
                  </a:lnTo>
                  <a:lnTo>
                    <a:pt x="342900" y="729361"/>
                  </a:lnTo>
                  <a:lnTo>
                    <a:pt x="393700" y="745248"/>
                  </a:lnTo>
                  <a:lnTo>
                    <a:pt x="431800" y="759625"/>
                  </a:lnTo>
                  <a:lnTo>
                    <a:pt x="482600" y="773087"/>
                  </a:lnTo>
                  <a:lnTo>
                    <a:pt x="533400" y="785685"/>
                  </a:lnTo>
                  <a:lnTo>
                    <a:pt x="584200" y="797445"/>
                  </a:lnTo>
                  <a:lnTo>
                    <a:pt x="635000" y="808355"/>
                  </a:lnTo>
                  <a:lnTo>
                    <a:pt x="685800" y="818476"/>
                  </a:lnTo>
                  <a:lnTo>
                    <a:pt x="736600" y="827811"/>
                  </a:lnTo>
                  <a:lnTo>
                    <a:pt x="787400" y="836371"/>
                  </a:lnTo>
                  <a:lnTo>
                    <a:pt x="838200" y="844207"/>
                  </a:lnTo>
                  <a:lnTo>
                    <a:pt x="889000" y="851331"/>
                  </a:lnTo>
                  <a:lnTo>
                    <a:pt x="939800" y="857745"/>
                  </a:lnTo>
                  <a:lnTo>
                    <a:pt x="990600" y="863498"/>
                  </a:lnTo>
                  <a:lnTo>
                    <a:pt x="1041400" y="868603"/>
                  </a:lnTo>
                  <a:lnTo>
                    <a:pt x="1092200" y="873074"/>
                  </a:lnTo>
                  <a:lnTo>
                    <a:pt x="1143000" y="876947"/>
                  </a:lnTo>
                  <a:lnTo>
                    <a:pt x="1193800" y="880237"/>
                  </a:lnTo>
                  <a:lnTo>
                    <a:pt x="1244600" y="882967"/>
                  </a:lnTo>
                  <a:lnTo>
                    <a:pt x="1295400" y="885164"/>
                  </a:lnTo>
                  <a:lnTo>
                    <a:pt x="1346200" y="886841"/>
                  </a:lnTo>
                  <a:lnTo>
                    <a:pt x="1397000" y="888022"/>
                  </a:lnTo>
                  <a:lnTo>
                    <a:pt x="1447800" y="888733"/>
                  </a:lnTo>
                  <a:lnTo>
                    <a:pt x="1498600" y="889000"/>
                  </a:lnTo>
                  <a:lnTo>
                    <a:pt x="1574800" y="889000"/>
                  </a:lnTo>
                  <a:lnTo>
                    <a:pt x="1727200" y="884466"/>
                  </a:lnTo>
                  <a:lnTo>
                    <a:pt x="1803400" y="880681"/>
                  </a:lnTo>
                  <a:lnTo>
                    <a:pt x="1854200" y="877138"/>
                  </a:lnTo>
                  <a:lnTo>
                    <a:pt x="1905000" y="873201"/>
                  </a:lnTo>
                  <a:lnTo>
                    <a:pt x="1955800" y="868819"/>
                  </a:lnTo>
                  <a:lnTo>
                    <a:pt x="2006600" y="863942"/>
                  </a:lnTo>
                  <a:lnTo>
                    <a:pt x="2057400" y="858507"/>
                  </a:lnTo>
                  <a:lnTo>
                    <a:pt x="2108200" y="852487"/>
                  </a:lnTo>
                  <a:lnTo>
                    <a:pt x="2159000" y="845807"/>
                  </a:lnTo>
                  <a:lnTo>
                    <a:pt x="2209800" y="838441"/>
                  </a:lnTo>
                  <a:lnTo>
                    <a:pt x="2260600" y="830338"/>
                  </a:lnTo>
                  <a:lnTo>
                    <a:pt x="2311400" y="821436"/>
                  </a:lnTo>
                  <a:lnTo>
                    <a:pt x="2362200" y="811682"/>
                  </a:lnTo>
                  <a:lnTo>
                    <a:pt x="2413000" y="801052"/>
                  </a:lnTo>
                  <a:lnTo>
                    <a:pt x="2463800" y="789470"/>
                  </a:lnTo>
                  <a:lnTo>
                    <a:pt x="2501900" y="776897"/>
                  </a:lnTo>
                  <a:lnTo>
                    <a:pt x="2552700" y="763282"/>
                  </a:lnTo>
                  <a:lnTo>
                    <a:pt x="2603500" y="748588"/>
                  </a:lnTo>
                  <a:lnTo>
                    <a:pt x="2654300" y="732751"/>
                  </a:lnTo>
                  <a:lnTo>
                    <a:pt x="2705100" y="715721"/>
                  </a:lnTo>
                  <a:lnTo>
                    <a:pt x="2743200" y="697458"/>
                  </a:lnTo>
                  <a:lnTo>
                    <a:pt x="2794000" y="677913"/>
                  </a:lnTo>
                  <a:lnTo>
                    <a:pt x="2832100" y="659003"/>
                  </a:lnTo>
                  <a:lnTo>
                    <a:pt x="2882900" y="623074"/>
                  </a:lnTo>
                  <a:lnTo>
                    <a:pt x="2921000" y="592429"/>
                  </a:lnTo>
                  <a:lnTo>
                    <a:pt x="2959100" y="557034"/>
                  </a:lnTo>
                  <a:lnTo>
                    <a:pt x="2997200" y="515988"/>
                  </a:lnTo>
                  <a:lnTo>
                    <a:pt x="3009900" y="468337"/>
                  </a:lnTo>
                  <a:lnTo>
                    <a:pt x="3009900" y="409321"/>
                  </a:lnTo>
                  <a:close/>
                </a:path>
              </a:pathLst>
            </a:custGeom>
            <a:solidFill>
              <a:srgbClr val="990033"/>
            </a:solidFill>
          </p:spPr>
          <p:txBody>
            <a:bodyPr wrap="square" lIns="0" tIns="0" rIns="0" bIns="0" rtlCol="0"/>
            <a:lstStyle/>
            <a:p>
              <a:endParaRPr/>
            </a:p>
          </p:txBody>
        </p:sp>
      </p:grpSp>
      <p:sp>
        <p:nvSpPr>
          <p:cNvPr id="6" name="object 6"/>
          <p:cNvSpPr txBox="1"/>
          <p:nvPr/>
        </p:nvSpPr>
        <p:spPr>
          <a:xfrm>
            <a:off x="5607320" y="3343112"/>
            <a:ext cx="2350770" cy="299720"/>
          </a:xfrm>
          <a:prstGeom prst="rect">
            <a:avLst/>
          </a:prstGeom>
        </p:spPr>
        <p:txBody>
          <a:bodyPr vert="horz" wrap="square" lIns="0" tIns="12700" rIns="0" bIns="0" rtlCol="0">
            <a:spAutoFit/>
          </a:bodyPr>
          <a:lstStyle/>
          <a:p>
            <a:pPr marL="12700">
              <a:lnSpc>
                <a:spcPct val="100000"/>
              </a:lnSpc>
              <a:spcBef>
                <a:spcPts val="100"/>
              </a:spcBef>
            </a:pPr>
            <a:r>
              <a:rPr sz="1800" spc="20" dirty="0">
                <a:latin typeface="Calibri"/>
                <a:cs typeface="Calibri"/>
              </a:rPr>
              <a:t>E</a:t>
            </a:r>
            <a:r>
              <a:rPr sz="1800" spc="-15" dirty="0">
                <a:latin typeface="Calibri"/>
                <a:cs typeface="Calibri"/>
              </a:rPr>
              <a:t>v</a:t>
            </a:r>
            <a:r>
              <a:rPr sz="1800" spc="35" dirty="0">
                <a:latin typeface="Calibri"/>
                <a:cs typeface="Calibri"/>
              </a:rPr>
              <a:t>a</a:t>
            </a:r>
            <a:r>
              <a:rPr sz="1800" spc="-15" dirty="0">
                <a:latin typeface="Calibri"/>
                <a:cs typeface="Calibri"/>
              </a:rPr>
              <a:t>l</a:t>
            </a:r>
            <a:r>
              <a:rPr sz="1800" spc="-50" dirty="0">
                <a:latin typeface="Calibri"/>
                <a:cs typeface="Calibri"/>
              </a:rPr>
              <a:t>u</a:t>
            </a:r>
            <a:r>
              <a:rPr sz="1800" dirty="0">
                <a:latin typeface="Calibri"/>
                <a:cs typeface="Calibri"/>
              </a:rPr>
              <a:t>e</a:t>
            </a:r>
            <a:r>
              <a:rPr sz="1800" spc="-105" dirty="0">
                <a:latin typeface="Calibri"/>
                <a:cs typeface="Calibri"/>
              </a:rPr>
              <a:t> </a:t>
            </a:r>
            <a:r>
              <a:rPr sz="1800" spc="-15" dirty="0">
                <a:latin typeface="Calibri"/>
                <a:cs typeface="Calibri"/>
              </a:rPr>
              <a:t>l</a:t>
            </a:r>
            <a:r>
              <a:rPr sz="1800" dirty="0">
                <a:latin typeface="Calibri"/>
                <a:cs typeface="Calibri"/>
              </a:rPr>
              <a:t>es</a:t>
            </a:r>
            <a:r>
              <a:rPr sz="1800" spc="-110" dirty="0">
                <a:latin typeface="Calibri"/>
                <a:cs typeface="Calibri"/>
              </a:rPr>
              <a:t> </a:t>
            </a:r>
            <a:r>
              <a:rPr sz="1800" dirty="0">
                <a:latin typeface="Calibri"/>
                <a:cs typeface="Calibri"/>
              </a:rPr>
              <a:t>e</a:t>
            </a:r>
            <a:r>
              <a:rPr sz="1800" spc="-45" dirty="0">
                <a:latin typeface="Calibri"/>
                <a:cs typeface="Calibri"/>
              </a:rPr>
              <a:t>n</a:t>
            </a:r>
            <a:r>
              <a:rPr sz="1800" spc="-5" dirty="0">
                <a:latin typeface="Calibri"/>
                <a:cs typeface="Calibri"/>
              </a:rPr>
              <a:t>s</a:t>
            </a:r>
            <a:r>
              <a:rPr sz="1800" dirty="0">
                <a:latin typeface="Calibri"/>
                <a:cs typeface="Calibri"/>
              </a:rPr>
              <a:t>e</a:t>
            </a:r>
            <a:r>
              <a:rPr sz="1800" spc="-15" dirty="0">
                <a:latin typeface="Calibri"/>
                <a:cs typeface="Calibri"/>
              </a:rPr>
              <a:t>i</a:t>
            </a:r>
            <a:r>
              <a:rPr sz="1800" spc="-50" dirty="0">
                <a:latin typeface="Calibri"/>
                <a:cs typeface="Calibri"/>
              </a:rPr>
              <a:t>gn</a:t>
            </a:r>
            <a:r>
              <a:rPr sz="1800" dirty="0">
                <a:latin typeface="Calibri"/>
                <a:cs typeface="Calibri"/>
              </a:rPr>
              <a:t>e</a:t>
            </a:r>
            <a:r>
              <a:rPr sz="1800" spc="-40" dirty="0">
                <a:latin typeface="Calibri"/>
                <a:cs typeface="Calibri"/>
              </a:rPr>
              <a:t>m</a:t>
            </a:r>
            <a:r>
              <a:rPr sz="1800" dirty="0">
                <a:latin typeface="Calibri"/>
                <a:cs typeface="Calibri"/>
              </a:rPr>
              <a:t>e</a:t>
            </a:r>
            <a:r>
              <a:rPr sz="1800" spc="-45" dirty="0">
                <a:latin typeface="Calibri"/>
                <a:cs typeface="Calibri"/>
              </a:rPr>
              <a:t>n</a:t>
            </a:r>
            <a:r>
              <a:rPr sz="1800" spc="-5" dirty="0">
                <a:latin typeface="Calibri"/>
                <a:cs typeface="Calibri"/>
              </a:rPr>
              <a:t>t</a:t>
            </a:r>
            <a:r>
              <a:rPr sz="1800" dirty="0">
                <a:latin typeface="Calibri"/>
                <a:cs typeface="Calibri"/>
              </a:rPr>
              <a:t>s</a:t>
            </a:r>
            <a:endParaRPr sz="1800">
              <a:latin typeface="Calibri"/>
              <a:cs typeface="Calibri"/>
            </a:endParaRPr>
          </a:p>
        </p:txBody>
      </p:sp>
      <p:grpSp>
        <p:nvGrpSpPr>
          <p:cNvPr id="7" name="object 7"/>
          <p:cNvGrpSpPr/>
          <p:nvPr/>
        </p:nvGrpSpPr>
        <p:grpSpPr>
          <a:xfrm>
            <a:off x="2115820" y="3623855"/>
            <a:ext cx="1054100" cy="1562100"/>
            <a:chOff x="1828800" y="3175000"/>
            <a:chExt cx="1054100" cy="1562100"/>
          </a:xfrm>
        </p:grpSpPr>
        <p:sp>
          <p:nvSpPr>
            <p:cNvPr id="8" name="object 8"/>
            <p:cNvSpPr/>
            <p:nvPr/>
          </p:nvSpPr>
          <p:spPr>
            <a:xfrm>
              <a:off x="2273300" y="3441699"/>
              <a:ext cx="444500" cy="444500"/>
            </a:xfrm>
            <a:custGeom>
              <a:avLst/>
              <a:gdLst/>
              <a:ahLst/>
              <a:cxnLst/>
              <a:rect l="l" t="t" r="r" b="b"/>
              <a:pathLst>
                <a:path w="444500" h="444500">
                  <a:moveTo>
                    <a:pt x="444373" y="222173"/>
                  </a:moveTo>
                  <a:lnTo>
                    <a:pt x="433920" y="157416"/>
                  </a:lnTo>
                  <a:lnTo>
                    <a:pt x="431431" y="151066"/>
                  </a:lnTo>
                  <a:lnTo>
                    <a:pt x="431431" y="211480"/>
                  </a:lnTo>
                  <a:lnTo>
                    <a:pt x="431431" y="232879"/>
                  </a:lnTo>
                  <a:lnTo>
                    <a:pt x="424268" y="274993"/>
                  </a:lnTo>
                  <a:lnTo>
                    <a:pt x="411137" y="312191"/>
                  </a:lnTo>
                  <a:lnTo>
                    <a:pt x="370001" y="371703"/>
                  </a:lnTo>
                  <a:lnTo>
                    <a:pt x="314109" y="411086"/>
                  </a:lnTo>
                  <a:lnTo>
                    <a:pt x="249567" y="430047"/>
                  </a:lnTo>
                  <a:lnTo>
                    <a:pt x="215950" y="431774"/>
                  </a:lnTo>
                  <a:lnTo>
                    <a:pt x="182460" y="428282"/>
                  </a:lnTo>
                  <a:lnTo>
                    <a:pt x="118859" y="405447"/>
                  </a:lnTo>
                  <a:lnTo>
                    <a:pt x="64871" y="361264"/>
                  </a:lnTo>
                  <a:lnTo>
                    <a:pt x="26568" y="295414"/>
                  </a:lnTo>
                  <a:lnTo>
                    <a:pt x="15214" y="254279"/>
                  </a:lnTo>
                  <a:lnTo>
                    <a:pt x="12928" y="232879"/>
                  </a:lnTo>
                  <a:lnTo>
                    <a:pt x="12928" y="211480"/>
                  </a:lnTo>
                  <a:lnTo>
                    <a:pt x="23482" y="158153"/>
                  </a:lnTo>
                  <a:lnTo>
                    <a:pt x="39103" y="121031"/>
                  </a:lnTo>
                  <a:lnTo>
                    <a:pt x="84594" y="63233"/>
                  </a:lnTo>
                  <a:lnTo>
                    <a:pt x="143840" y="27216"/>
                  </a:lnTo>
                  <a:lnTo>
                    <a:pt x="210477" y="12839"/>
                  </a:lnTo>
                  <a:lnTo>
                    <a:pt x="244576" y="13716"/>
                  </a:lnTo>
                  <a:lnTo>
                    <a:pt x="310375" y="31470"/>
                  </a:lnTo>
                  <a:lnTo>
                    <a:pt x="367690" y="70459"/>
                  </a:lnTo>
                  <a:lnTo>
                    <a:pt x="410159" y="130517"/>
                  </a:lnTo>
                  <a:lnTo>
                    <a:pt x="423837" y="168389"/>
                  </a:lnTo>
                  <a:lnTo>
                    <a:pt x="431431" y="211480"/>
                  </a:lnTo>
                  <a:lnTo>
                    <a:pt x="431431" y="151066"/>
                  </a:lnTo>
                  <a:lnTo>
                    <a:pt x="376847" y="61468"/>
                  </a:lnTo>
                  <a:lnTo>
                    <a:pt x="320459" y="22123"/>
                  </a:lnTo>
                  <a:lnTo>
                    <a:pt x="255828" y="2451"/>
                  </a:lnTo>
                  <a:lnTo>
                    <a:pt x="222123" y="0"/>
                  </a:lnTo>
                  <a:lnTo>
                    <a:pt x="188429" y="2476"/>
                  </a:lnTo>
                  <a:lnTo>
                    <a:pt x="123799" y="22174"/>
                  </a:lnTo>
                  <a:lnTo>
                    <a:pt x="67437" y="61531"/>
                  </a:lnTo>
                  <a:lnTo>
                    <a:pt x="24841" y="120561"/>
                  </a:lnTo>
                  <a:lnTo>
                    <a:pt x="10426" y="157454"/>
                  </a:lnTo>
                  <a:lnTo>
                    <a:pt x="1511" y="199250"/>
                  </a:lnTo>
                  <a:lnTo>
                    <a:pt x="0" y="222173"/>
                  </a:lnTo>
                  <a:lnTo>
                    <a:pt x="1511" y="245097"/>
                  </a:lnTo>
                  <a:lnTo>
                    <a:pt x="12928" y="292773"/>
                  </a:lnTo>
                  <a:lnTo>
                    <a:pt x="31470" y="335610"/>
                  </a:lnTo>
                  <a:lnTo>
                    <a:pt x="78422" y="392887"/>
                  </a:lnTo>
                  <a:lnTo>
                    <a:pt x="138163" y="428828"/>
                  </a:lnTo>
                  <a:lnTo>
                    <a:pt x="204965" y="443915"/>
                  </a:lnTo>
                  <a:lnTo>
                    <a:pt x="239217" y="443776"/>
                  </a:lnTo>
                  <a:lnTo>
                    <a:pt x="305854" y="428409"/>
                  </a:lnTo>
                  <a:lnTo>
                    <a:pt x="365252" y="393306"/>
                  </a:lnTo>
                  <a:lnTo>
                    <a:pt x="411645" y="338924"/>
                  </a:lnTo>
                  <a:lnTo>
                    <a:pt x="431431" y="293306"/>
                  </a:lnTo>
                  <a:lnTo>
                    <a:pt x="439331" y="265709"/>
                  </a:lnTo>
                  <a:lnTo>
                    <a:pt x="444373" y="222173"/>
                  </a:lnTo>
                  <a:close/>
                </a:path>
              </a:pathLst>
            </a:custGeom>
            <a:solidFill>
              <a:srgbClr val="000000"/>
            </a:solidFill>
          </p:spPr>
          <p:txBody>
            <a:bodyPr wrap="square" lIns="0" tIns="0" rIns="0" bIns="0" rtlCol="0"/>
            <a:lstStyle/>
            <a:p>
              <a:endParaRPr/>
            </a:p>
          </p:txBody>
        </p:sp>
        <p:sp>
          <p:nvSpPr>
            <p:cNvPr id="9" name="object 9"/>
            <p:cNvSpPr/>
            <p:nvPr/>
          </p:nvSpPr>
          <p:spPr>
            <a:xfrm>
              <a:off x="2495550" y="3892550"/>
              <a:ext cx="0" cy="457200"/>
            </a:xfrm>
            <a:custGeom>
              <a:avLst/>
              <a:gdLst/>
              <a:ahLst/>
              <a:cxnLst/>
              <a:rect l="l" t="t" r="r" b="b"/>
              <a:pathLst>
                <a:path h="457200">
                  <a:moveTo>
                    <a:pt x="0" y="0"/>
                  </a:moveTo>
                  <a:lnTo>
                    <a:pt x="0" y="456821"/>
                  </a:lnTo>
                </a:path>
              </a:pathLst>
            </a:custGeom>
            <a:ln w="12700">
              <a:solidFill>
                <a:srgbClr val="000000"/>
              </a:solidFill>
            </a:ln>
          </p:spPr>
          <p:txBody>
            <a:bodyPr wrap="square" lIns="0" tIns="0" rIns="0" bIns="0" rtlCol="0"/>
            <a:lstStyle/>
            <a:p>
              <a:endParaRPr/>
            </a:p>
          </p:txBody>
        </p:sp>
        <p:sp>
          <p:nvSpPr>
            <p:cNvPr id="10" name="object 10"/>
            <p:cNvSpPr/>
            <p:nvPr/>
          </p:nvSpPr>
          <p:spPr>
            <a:xfrm>
              <a:off x="2114550" y="4070350"/>
              <a:ext cx="762000" cy="0"/>
            </a:xfrm>
            <a:custGeom>
              <a:avLst/>
              <a:gdLst/>
              <a:ahLst/>
              <a:cxnLst/>
              <a:rect l="l" t="t" r="r" b="b"/>
              <a:pathLst>
                <a:path w="762000">
                  <a:moveTo>
                    <a:pt x="0" y="0"/>
                  </a:moveTo>
                  <a:lnTo>
                    <a:pt x="762000" y="0"/>
                  </a:lnTo>
                </a:path>
              </a:pathLst>
            </a:custGeom>
            <a:ln w="12700">
              <a:solidFill>
                <a:srgbClr val="000000"/>
              </a:solidFill>
            </a:ln>
          </p:spPr>
          <p:txBody>
            <a:bodyPr wrap="square" lIns="0" tIns="0" rIns="0" bIns="0" rtlCol="0"/>
            <a:lstStyle/>
            <a:p>
              <a:endParaRPr/>
            </a:p>
          </p:txBody>
        </p:sp>
        <p:sp>
          <p:nvSpPr>
            <p:cNvPr id="11" name="object 11"/>
            <p:cNvSpPr/>
            <p:nvPr/>
          </p:nvSpPr>
          <p:spPr>
            <a:xfrm>
              <a:off x="2108200" y="4330699"/>
              <a:ext cx="774700" cy="406400"/>
            </a:xfrm>
            <a:custGeom>
              <a:avLst/>
              <a:gdLst/>
              <a:ahLst/>
              <a:cxnLst/>
              <a:rect l="l" t="t" r="r" b="b"/>
              <a:pathLst>
                <a:path w="774700" h="406400">
                  <a:moveTo>
                    <a:pt x="774446" y="396862"/>
                  </a:moveTo>
                  <a:lnTo>
                    <a:pt x="385711" y="2298"/>
                  </a:lnTo>
                  <a:lnTo>
                    <a:pt x="382701" y="0"/>
                  </a:lnTo>
                  <a:lnTo>
                    <a:pt x="378929" y="0"/>
                  </a:lnTo>
                  <a:lnTo>
                    <a:pt x="0" y="383895"/>
                  </a:lnTo>
                  <a:lnTo>
                    <a:pt x="9029" y="393052"/>
                  </a:lnTo>
                  <a:lnTo>
                    <a:pt x="376669" y="20612"/>
                  </a:lnTo>
                  <a:lnTo>
                    <a:pt x="381190" y="16027"/>
                  </a:lnTo>
                  <a:lnTo>
                    <a:pt x="385711" y="20612"/>
                  </a:lnTo>
                  <a:lnTo>
                    <a:pt x="766152" y="406019"/>
                  </a:lnTo>
                  <a:lnTo>
                    <a:pt x="774446" y="396862"/>
                  </a:lnTo>
                  <a:close/>
                </a:path>
              </a:pathLst>
            </a:custGeom>
            <a:solidFill>
              <a:srgbClr val="000000"/>
            </a:solidFill>
          </p:spPr>
          <p:txBody>
            <a:bodyPr wrap="square" lIns="0" tIns="0" rIns="0" bIns="0" rtlCol="0"/>
            <a:lstStyle/>
            <a:p>
              <a:endParaRPr/>
            </a:p>
          </p:txBody>
        </p:sp>
        <p:sp>
          <p:nvSpPr>
            <p:cNvPr id="12" name="object 12"/>
            <p:cNvSpPr/>
            <p:nvPr/>
          </p:nvSpPr>
          <p:spPr>
            <a:xfrm>
              <a:off x="1828800" y="3175000"/>
              <a:ext cx="298450" cy="544830"/>
            </a:xfrm>
            <a:custGeom>
              <a:avLst/>
              <a:gdLst/>
              <a:ahLst/>
              <a:cxnLst/>
              <a:rect l="l" t="t" r="r" b="b"/>
              <a:pathLst>
                <a:path w="298450" h="544829">
                  <a:moveTo>
                    <a:pt x="8511" y="0"/>
                  </a:moveTo>
                  <a:lnTo>
                    <a:pt x="0" y="3798"/>
                  </a:lnTo>
                  <a:lnTo>
                    <a:pt x="289463" y="544522"/>
                  </a:lnTo>
                  <a:lnTo>
                    <a:pt x="298069" y="540155"/>
                  </a:lnTo>
                  <a:lnTo>
                    <a:pt x="8511" y="0"/>
                  </a:lnTo>
                  <a:close/>
                </a:path>
              </a:pathLst>
            </a:custGeom>
            <a:solidFill>
              <a:srgbClr val="FF0000"/>
            </a:solidFill>
          </p:spPr>
          <p:txBody>
            <a:bodyPr wrap="square" lIns="0" tIns="0" rIns="0" bIns="0" rtlCol="0"/>
            <a:lstStyle/>
            <a:p>
              <a:endParaRPr/>
            </a:p>
          </p:txBody>
        </p:sp>
        <p:pic>
          <p:nvPicPr>
            <p:cNvPr id="13" name="object 13"/>
            <p:cNvPicPr/>
            <p:nvPr/>
          </p:nvPicPr>
          <p:blipFill>
            <a:blip r:embed="rId2" cstate="print"/>
            <a:stretch>
              <a:fillRect/>
            </a:stretch>
          </p:blipFill>
          <p:spPr>
            <a:xfrm>
              <a:off x="2088059" y="3699902"/>
              <a:ext cx="70426" cy="84319"/>
            </a:xfrm>
            <a:prstGeom prst="rect">
              <a:avLst/>
            </a:prstGeom>
          </p:spPr>
        </p:pic>
      </p:grpSp>
      <p:grpSp>
        <p:nvGrpSpPr>
          <p:cNvPr id="14" name="object 14"/>
          <p:cNvGrpSpPr/>
          <p:nvPr/>
        </p:nvGrpSpPr>
        <p:grpSpPr>
          <a:xfrm>
            <a:off x="5303520" y="4157255"/>
            <a:ext cx="3009900" cy="1993900"/>
            <a:chOff x="5016500" y="3708400"/>
            <a:chExt cx="3009900" cy="1993900"/>
          </a:xfrm>
        </p:grpSpPr>
        <p:sp>
          <p:nvSpPr>
            <p:cNvPr id="15" name="object 15"/>
            <p:cNvSpPr/>
            <p:nvPr/>
          </p:nvSpPr>
          <p:spPr>
            <a:xfrm>
              <a:off x="5016500" y="3708400"/>
              <a:ext cx="3009900" cy="889000"/>
            </a:xfrm>
            <a:custGeom>
              <a:avLst/>
              <a:gdLst/>
              <a:ahLst/>
              <a:cxnLst/>
              <a:rect l="l" t="t" r="r" b="b"/>
              <a:pathLst>
                <a:path w="3009900" h="889000">
                  <a:moveTo>
                    <a:pt x="1504313" y="0"/>
                  </a:moveTo>
                  <a:lnTo>
                    <a:pt x="1433498" y="483"/>
                  </a:lnTo>
                  <a:lnTo>
                    <a:pt x="1363525" y="1924"/>
                  </a:lnTo>
                  <a:lnTo>
                    <a:pt x="1294469" y="4297"/>
                  </a:lnTo>
                  <a:lnTo>
                    <a:pt x="1226398" y="7584"/>
                  </a:lnTo>
                  <a:lnTo>
                    <a:pt x="1159388" y="11760"/>
                  </a:lnTo>
                  <a:lnTo>
                    <a:pt x="1093509" y="16807"/>
                  </a:lnTo>
                  <a:lnTo>
                    <a:pt x="1028833" y="22701"/>
                  </a:lnTo>
                  <a:lnTo>
                    <a:pt x="965434" y="29420"/>
                  </a:lnTo>
                  <a:lnTo>
                    <a:pt x="903385" y="36946"/>
                  </a:lnTo>
                  <a:lnTo>
                    <a:pt x="842754" y="45255"/>
                  </a:lnTo>
                  <a:lnTo>
                    <a:pt x="783616" y="54326"/>
                  </a:lnTo>
                  <a:lnTo>
                    <a:pt x="726045" y="64137"/>
                  </a:lnTo>
                  <a:lnTo>
                    <a:pt x="670110" y="74668"/>
                  </a:lnTo>
                  <a:lnTo>
                    <a:pt x="615885" y="85896"/>
                  </a:lnTo>
                  <a:lnTo>
                    <a:pt x="563441" y="97800"/>
                  </a:lnTo>
                  <a:lnTo>
                    <a:pt x="512852" y="110357"/>
                  </a:lnTo>
                  <a:lnTo>
                    <a:pt x="464190" y="123550"/>
                  </a:lnTo>
                  <a:lnTo>
                    <a:pt x="417525" y="137355"/>
                  </a:lnTo>
                  <a:lnTo>
                    <a:pt x="372931" y="151748"/>
                  </a:lnTo>
                  <a:lnTo>
                    <a:pt x="330480" y="166711"/>
                  </a:lnTo>
                  <a:lnTo>
                    <a:pt x="290245" y="182222"/>
                  </a:lnTo>
                  <a:lnTo>
                    <a:pt x="252296" y="198258"/>
                  </a:lnTo>
                  <a:lnTo>
                    <a:pt x="216707" y="214798"/>
                  </a:lnTo>
                  <a:lnTo>
                    <a:pt x="152899" y="249307"/>
                  </a:lnTo>
                  <a:lnTo>
                    <a:pt x="99396" y="285577"/>
                  </a:lnTo>
                  <a:lnTo>
                    <a:pt x="56777" y="323434"/>
                  </a:lnTo>
                  <a:lnTo>
                    <a:pt x="25618" y="362708"/>
                  </a:lnTo>
                  <a:lnTo>
                    <a:pt x="6501" y="403227"/>
                  </a:lnTo>
                  <a:lnTo>
                    <a:pt x="0" y="444820"/>
                  </a:lnTo>
                  <a:lnTo>
                    <a:pt x="1635" y="465674"/>
                  </a:lnTo>
                  <a:lnTo>
                    <a:pt x="14518" y="506634"/>
                  </a:lnTo>
                  <a:lnTo>
                    <a:pt x="39729" y="546450"/>
                  </a:lnTo>
                  <a:lnTo>
                    <a:pt x="76690" y="584946"/>
                  </a:lnTo>
                  <a:lnTo>
                    <a:pt x="124824" y="621952"/>
                  </a:lnTo>
                  <a:lnTo>
                    <a:pt x="183551" y="657296"/>
                  </a:lnTo>
                  <a:lnTo>
                    <a:pt x="252296" y="690802"/>
                  </a:lnTo>
                  <a:lnTo>
                    <a:pt x="290245" y="706814"/>
                  </a:lnTo>
                  <a:lnTo>
                    <a:pt x="330480" y="722302"/>
                  </a:lnTo>
                  <a:lnTo>
                    <a:pt x="372931" y="737245"/>
                  </a:lnTo>
                  <a:lnTo>
                    <a:pt x="417525" y="751621"/>
                  </a:lnTo>
                  <a:lnTo>
                    <a:pt x="464190" y="765408"/>
                  </a:lnTo>
                  <a:lnTo>
                    <a:pt x="512852" y="778584"/>
                  </a:lnTo>
                  <a:lnTo>
                    <a:pt x="563441" y="791132"/>
                  </a:lnTo>
                  <a:lnTo>
                    <a:pt x="615885" y="803024"/>
                  </a:lnTo>
                  <a:lnTo>
                    <a:pt x="670110" y="814242"/>
                  </a:lnTo>
                  <a:lnTo>
                    <a:pt x="726045" y="824764"/>
                  </a:lnTo>
                  <a:lnTo>
                    <a:pt x="783616" y="834569"/>
                  </a:lnTo>
                  <a:lnTo>
                    <a:pt x="842754" y="843634"/>
                  </a:lnTo>
                  <a:lnTo>
                    <a:pt x="903385" y="851937"/>
                  </a:lnTo>
                  <a:lnTo>
                    <a:pt x="965434" y="859459"/>
                  </a:lnTo>
                  <a:lnTo>
                    <a:pt x="1028833" y="866176"/>
                  </a:lnTo>
                  <a:lnTo>
                    <a:pt x="1093509" y="872068"/>
                  </a:lnTo>
                  <a:lnTo>
                    <a:pt x="1159388" y="877112"/>
                  </a:lnTo>
                  <a:lnTo>
                    <a:pt x="1226398" y="881288"/>
                  </a:lnTo>
                  <a:lnTo>
                    <a:pt x="1294469" y="884574"/>
                  </a:lnTo>
                  <a:lnTo>
                    <a:pt x="1363525" y="886946"/>
                  </a:lnTo>
                  <a:lnTo>
                    <a:pt x="1433498" y="888386"/>
                  </a:lnTo>
                  <a:lnTo>
                    <a:pt x="1504313" y="888871"/>
                  </a:lnTo>
                  <a:lnTo>
                    <a:pt x="1575191" y="888386"/>
                  </a:lnTo>
                  <a:lnTo>
                    <a:pt x="1645224" y="886946"/>
                  </a:lnTo>
                  <a:lnTo>
                    <a:pt x="1714337" y="884574"/>
                  </a:lnTo>
                  <a:lnTo>
                    <a:pt x="1782460" y="881288"/>
                  </a:lnTo>
                  <a:lnTo>
                    <a:pt x="1849521" y="877112"/>
                  </a:lnTo>
                  <a:lnTo>
                    <a:pt x="1915445" y="872068"/>
                  </a:lnTo>
                  <a:lnTo>
                    <a:pt x="1980164" y="866176"/>
                  </a:lnTo>
                  <a:lnTo>
                    <a:pt x="2043605" y="859459"/>
                  </a:lnTo>
                  <a:lnTo>
                    <a:pt x="2105693" y="851937"/>
                  </a:lnTo>
                  <a:lnTo>
                    <a:pt x="2166357" y="843634"/>
                  </a:lnTo>
                  <a:lnTo>
                    <a:pt x="2225526" y="834569"/>
                  </a:lnTo>
                  <a:lnTo>
                    <a:pt x="2283128" y="824764"/>
                  </a:lnTo>
                  <a:lnTo>
                    <a:pt x="2339089" y="814242"/>
                  </a:lnTo>
                  <a:lnTo>
                    <a:pt x="2393339" y="803024"/>
                  </a:lnTo>
                  <a:lnTo>
                    <a:pt x="2445805" y="791132"/>
                  </a:lnTo>
                  <a:lnTo>
                    <a:pt x="2496414" y="778584"/>
                  </a:lnTo>
                  <a:lnTo>
                    <a:pt x="2545096" y="765408"/>
                  </a:lnTo>
                  <a:lnTo>
                    <a:pt x="2591776" y="751621"/>
                  </a:lnTo>
                  <a:lnTo>
                    <a:pt x="2636386" y="737245"/>
                  </a:lnTo>
                  <a:lnTo>
                    <a:pt x="2678849" y="722302"/>
                  </a:lnTo>
                  <a:lnTo>
                    <a:pt x="2719096" y="706814"/>
                  </a:lnTo>
                  <a:lnTo>
                    <a:pt x="2757053" y="690802"/>
                  </a:lnTo>
                  <a:lnTo>
                    <a:pt x="2792649" y="674289"/>
                  </a:lnTo>
                  <a:lnTo>
                    <a:pt x="2856472" y="639843"/>
                  </a:lnTo>
                  <a:lnTo>
                    <a:pt x="2909984" y="603646"/>
                  </a:lnTo>
                  <a:lnTo>
                    <a:pt x="2952609" y="565873"/>
                  </a:lnTo>
                  <a:lnTo>
                    <a:pt x="2983769" y="526695"/>
                  </a:lnTo>
                  <a:lnTo>
                    <a:pt x="3002889" y="486286"/>
                  </a:lnTo>
                  <a:lnTo>
                    <a:pt x="3009390" y="444818"/>
                  </a:lnTo>
                  <a:lnTo>
                    <a:pt x="3002889" y="403227"/>
                  </a:lnTo>
                  <a:lnTo>
                    <a:pt x="2983769" y="362708"/>
                  </a:lnTo>
                  <a:lnTo>
                    <a:pt x="2952609" y="323434"/>
                  </a:lnTo>
                  <a:lnTo>
                    <a:pt x="2909984" y="285577"/>
                  </a:lnTo>
                  <a:lnTo>
                    <a:pt x="2856472" y="249307"/>
                  </a:lnTo>
                  <a:lnTo>
                    <a:pt x="2792649" y="214798"/>
                  </a:lnTo>
                  <a:lnTo>
                    <a:pt x="2757053" y="198258"/>
                  </a:lnTo>
                  <a:lnTo>
                    <a:pt x="2719096" y="182222"/>
                  </a:lnTo>
                  <a:lnTo>
                    <a:pt x="2678849" y="166711"/>
                  </a:lnTo>
                  <a:lnTo>
                    <a:pt x="2636386" y="151748"/>
                  </a:lnTo>
                  <a:lnTo>
                    <a:pt x="2591776" y="137355"/>
                  </a:lnTo>
                  <a:lnTo>
                    <a:pt x="2545096" y="123550"/>
                  </a:lnTo>
                  <a:lnTo>
                    <a:pt x="2496414" y="110357"/>
                  </a:lnTo>
                  <a:lnTo>
                    <a:pt x="2445805" y="97800"/>
                  </a:lnTo>
                  <a:lnTo>
                    <a:pt x="2393339" y="85896"/>
                  </a:lnTo>
                  <a:lnTo>
                    <a:pt x="2339089" y="74668"/>
                  </a:lnTo>
                  <a:lnTo>
                    <a:pt x="2283128" y="64137"/>
                  </a:lnTo>
                  <a:lnTo>
                    <a:pt x="2225526" y="54326"/>
                  </a:lnTo>
                  <a:lnTo>
                    <a:pt x="2166357" y="45255"/>
                  </a:lnTo>
                  <a:lnTo>
                    <a:pt x="2105693" y="36946"/>
                  </a:lnTo>
                  <a:lnTo>
                    <a:pt x="2043605" y="29420"/>
                  </a:lnTo>
                  <a:lnTo>
                    <a:pt x="1980164" y="22701"/>
                  </a:lnTo>
                  <a:lnTo>
                    <a:pt x="1915445" y="16807"/>
                  </a:lnTo>
                  <a:lnTo>
                    <a:pt x="1849521" y="11760"/>
                  </a:lnTo>
                  <a:lnTo>
                    <a:pt x="1782460" y="7584"/>
                  </a:lnTo>
                  <a:lnTo>
                    <a:pt x="1714337" y="4297"/>
                  </a:lnTo>
                  <a:lnTo>
                    <a:pt x="1645224" y="1924"/>
                  </a:lnTo>
                  <a:lnTo>
                    <a:pt x="1575191" y="483"/>
                  </a:lnTo>
                  <a:lnTo>
                    <a:pt x="1504313" y="0"/>
                  </a:lnTo>
                  <a:close/>
                </a:path>
              </a:pathLst>
            </a:custGeom>
            <a:solidFill>
              <a:srgbClr val="FFFFCC"/>
            </a:solidFill>
          </p:spPr>
          <p:txBody>
            <a:bodyPr wrap="square" lIns="0" tIns="0" rIns="0" bIns="0" rtlCol="0"/>
            <a:lstStyle/>
            <a:p>
              <a:endParaRPr/>
            </a:p>
          </p:txBody>
        </p:sp>
        <p:sp>
          <p:nvSpPr>
            <p:cNvPr id="16" name="object 16"/>
            <p:cNvSpPr/>
            <p:nvPr/>
          </p:nvSpPr>
          <p:spPr>
            <a:xfrm>
              <a:off x="5016500" y="3708399"/>
              <a:ext cx="3009900" cy="889000"/>
            </a:xfrm>
            <a:custGeom>
              <a:avLst/>
              <a:gdLst/>
              <a:ahLst/>
              <a:cxnLst/>
              <a:rect l="l" t="t" r="r" b="b"/>
              <a:pathLst>
                <a:path w="3009900" h="889000">
                  <a:moveTo>
                    <a:pt x="3009900" y="409321"/>
                  </a:moveTo>
                  <a:lnTo>
                    <a:pt x="2997200" y="397217"/>
                  </a:lnTo>
                  <a:lnTo>
                    <a:pt x="2984500" y="355701"/>
                  </a:lnTo>
                  <a:lnTo>
                    <a:pt x="2946400" y="318795"/>
                  </a:lnTo>
                  <a:lnTo>
                    <a:pt x="2908300" y="286219"/>
                  </a:lnTo>
                  <a:lnTo>
                    <a:pt x="2870200" y="257721"/>
                  </a:lnTo>
                  <a:lnTo>
                    <a:pt x="2832100" y="233019"/>
                  </a:lnTo>
                  <a:lnTo>
                    <a:pt x="2794000" y="211848"/>
                  </a:lnTo>
                  <a:lnTo>
                    <a:pt x="2755900" y="193700"/>
                  </a:lnTo>
                  <a:lnTo>
                    <a:pt x="2705100" y="176288"/>
                  </a:lnTo>
                  <a:lnTo>
                    <a:pt x="2667000" y="159461"/>
                  </a:lnTo>
                  <a:lnTo>
                    <a:pt x="2616200" y="143687"/>
                  </a:lnTo>
                  <a:lnTo>
                    <a:pt x="2565400" y="128968"/>
                  </a:lnTo>
                  <a:lnTo>
                    <a:pt x="2514600" y="115239"/>
                  </a:lnTo>
                  <a:lnTo>
                    <a:pt x="2463800" y="102489"/>
                  </a:lnTo>
                  <a:lnTo>
                    <a:pt x="2413000" y="90665"/>
                  </a:lnTo>
                  <a:lnTo>
                    <a:pt x="2362200" y="79743"/>
                  </a:lnTo>
                  <a:lnTo>
                    <a:pt x="2311400" y="69697"/>
                  </a:lnTo>
                  <a:lnTo>
                    <a:pt x="2260600" y="60464"/>
                  </a:lnTo>
                  <a:lnTo>
                    <a:pt x="2209800" y="52044"/>
                  </a:lnTo>
                  <a:lnTo>
                    <a:pt x="2159000" y="44386"/>
                  </a:lnTo>
                  <a:lnTo>
                    <a:pt x="2108200" y="37452"/>
                  </a:lnTo>
                  <a:lnTo>
                    <a:pt x="2057400" y="31229"/>
                  </a:lnTo>
                  <a:lnTo>
                    <a:pt x="2006600" y="25654"/>
                  </a:lnTo>
                  <a:lnTo>
                    <a:pt x="1955800" y="20701"/>
                  </a:lnTo>
                  <a:lnTo>
                    <a:pt x="1905000" y="16344"/>
                  </a:lnTo>
                  <a:lnTo>
                    <a:pt x="1854200" y="12560"/>
                  </a:lnTo>
                  <a:lnTo>
                    <a:pt x="1803400" y="9283"/>
                  </a:lnTo>
                  <a:lnTo>
                    <a:pt x="1752600" y="6502"/>
                  </a:lnTo>
                  <a:lnTo>
                    <a:pt x="1701800" y="4178"/>
                  </a:lnTo>
                  <a:lnTo>
                    <a:pt x="1651000" y="2273"/>
                  </a:lnTo>
                  <a:lnTo>
                    <a:pt x="1574800" y="762"/>
                  </a:lnTo>
                  <a:lnTo>
                    <a:pt x="1498600" y="0"/>
                  </a:lnTo>
                  <a:lnTo>
                    <a:pt x="1422400" y="762"/>
                  </a:lnTo>
                  <a:lnTo>
                    <a:pt x="1346200" y="2273"/>
                  </a:lnTo>
                  <a:lnTo>
                    <a:pt x="1295400" y="4178"/>
                  </a:lnTo>
                  <a:lnTo>
                    <a:pt x="1244600" y="6502"/>
                  </a:lnTo>
                  <a:lnTo>
                    <a:pt x="1193800" y="9296"/>
                  </a:lnTo>
                  <a:lnTo>
                    <a:pt x="1143000" y="12560"/>
                  </a:lnTo>
                  <a:lnTo>
                    <a:pt x="1092200" y="16357"/>
                  </a:lnTo>
                  <a:lnTo>
                    <a:pt x="1041400" y="20701"/>
                  </a:lnTo>
                  <a:lnTo>
                    <a:pt x="990600" y="25654"/>
                  </a:lnTo>
                  <a:lnTo>
                    <a:pt x="939800" y="31216"/>
                  </a:lnTo>
                  <a:lnTo>
                    <a:pt x="889000" y="37452"/>
                  </a:lnTo>
                  <a:lnTo>
                    <a:pt x="838200" y="44386"/>
                  </a:lnTo>
                  <a:lnTo>
                    <a:pt x="787400" y="52031"/>
                  </a:lnTo>
                  <a:lnTo>
                    <a:pt x="736600" y="60452"/>
                  </a:lnTo>
                  <a:lnTo>
                    <a:pt x="685800" y="69672"/>
                  </a:lnTo>
                  <a:lnTo>
                    <a:pt x="635000" y="79730"/>
                  </a:lnTo>
                  <a:lnTo>
                    <a:pt x="584200" y="90652"/>
                  </a:lnTo>
                  <a:lnTo>
                    <a:pt x="533400" y="102463"/>
                  </a:lnTo>
                  <a:lnTo>
                    <a:pt x="482600" y="115227"/>
                  </a:lnTo>
                  <a:lnTo>
                    <a:pt x="444500" y="128943"/>
                  </a:lnTo>
                  <a:lnTo>
                    <a:pt x="393700" y="143675"/>
                  </a:lnTo>
                  <a:lnTo>
                    <a:pt x="342900" y="159448"/>
                  </a:lnTo>
                  <a:lnTo>
                    <a:pt x="292100" y="176288"/>
                  </a:lnTo>
                  <a:lnTo>
                    <a:pt x="254000" y="193700"/>
                  </a:lnTo>
                  <a:lnTo>
                    <a:pt x="215900" y="211848"/>
                  </a:lnTo>
                  <a:lnTo>
                    <a:pt x="177787" y="232549"/>
                  </a:lnTo>
                  <a:lnTo>
                    <a:pt x="126987" y="257479"/>
                  </a:lnTo>
                  <a:lnTo>
                    <a:pt x="88887" y="286575"/>
                  </a:lnTo>
                  <a:lnTo>
                    <a:pt x="50787" y="319747"/>
                  </a:lnTo>
                  <a:lnTo>
                    <a:pt x="25387" y="356908"/>
                  </a:lnTo>
                  <a:lnTo>
                    <a:pt x="0" y="397979"/>
                  </a:lnTo>
                  <a:lnTo>
                    <a:pt x="0" y="491794"/>
                  </a:lnTo>
                  <a:lnTo>
                    <a:pt x="12700" y="503135"/>
                  </a:lnTo>
                  <a:lnTo>
                    <a:pt x="12687" y="401751"/>
                  </a:lnTo>
                  <a:lnTo>
                    <a:pt x="38087" y="363067"/>
                  </a:lnTo>
                  <a:lnTo>
                    <a:pt x="63487" y="328015"/>
                  </a:lnTo>
                  <a:lnTo>
                    <a:pt x="101587" y="296519"/>
                  </a:lnTo>
                  <a:lnTo>
                    <a:pt x="139700" y="268528"/>
                  </a:lnTo>
                  <a:lnTo>
                    <a:pt x="177787" y="244005"/>
                  </a:lnTo>
                  <a:lnTo>
                    <a:pt x="215900" y="222859"/>
                  </a:lnTo>
                  <a:lnTo>
                    <a:pt x="254000" y="205041"/>
                  </a:lnTo>
                  <a:lnTo>
                    <a:pt x="304800" y="188391"/>
                  </a:lnTo>
                  <a:lnTo>
                    <a:pt x="342900" y="171754"/>
                  </a:lnTo>
                  <a:lnTo>
                    <a:pt x="393700" y="156451"/>
                  </a:lnTo>
                  <a:lnTo>
                    <a:pt x="444500" y="142125"/>
                  </a:lnTo>
                  <a:lnTo>
                    <a:pt x="482600" y="128727"/>
                  </a:lnTo>
                  <a:lnTo>
                    <a:pt x="533400" y="116243"/>
                  </a:lnTo>
                  <a:lnTo>
                    <a:pt x="584200" y="104635"/>
                  </a:lnTo>
                  <a:lnTo>
                    <a:pt x="635000" y="93891"/>
                  </a:lnTo>
                  <a:lnTo>
                    <a:pt x="685800" y="83947"/>
                  </a:lnTo>
                  <a:lnTo>
                    <a:pt x="723900" y="74803"/>
                  </a:lnTo>
                  <a:lnTo>
                    <a:pt x="774700" y="66421"/>
                  </a:lnTo>
                  <a:lnTo>
                    <a:pt x="825500" y="58762"/>
                  </a:lnTo>
                  <a:lnTo>
                    <a:pt x="876300" y="51803"/>
                  </a:lnTo>
                  <a:lnTo>
                    <a:pt x="927100" y="45516"/>
                  </a:lnTo>
                  <a:lnTo>
                    <a:pt x="977900" y="39865"/>
                  </a:lnTo>
                  <a:lnTo>
                    <a:pt x="1028700" y="34823"/>
                  </a:lnTo>
                  <a:lnTo>
                    <a:pt x="1079500" y="30365"/>
                  </a:lnTo>
                  <a:lnTo>
                    <a:pt x="1130300" y="26454"/>
                  </a:lnTo>
                  <a:lnTo>
                    <a:pt x="1181100" y="23075"/>
                  </a:lnTo>
                  <a:lnTo>
                    <a:pt x="1231900" y="20167"/>
                  </a:lnTo>
                  <a:lnTo>
                    <a:pt x="1320800" y="15722"/>
                  </a:lnTo>
                  <a:lnTo>
                    <a:pt x="1371600" y="14109"/>
                  </a:lnTo>
                  <a:lnTo>
                    <a:pt x="1422400" y="12865"/>
                  </a:lnTo>
                  <a:lnTo>
                    <a:pt x="1574800" y="12865"/>
                  </a:lnTo>
                  <a:lnTo>
                    <a:pt x="1651000" y="15138"/>
                  </a:lnTo>
                  <a:lnTo>
                    <a:pt x="1676400" y="15125"/>
                  </a:lnTo>
                  <a:lnTo>
                    <a:pt x="1714500" y="15735"/>
                  </a:lnTo>
                  <a:lnTo>
                    <a:pt x="1739900" y="16992"/>
                  </a:lnTo>
                  <a:lnTo>
                    <a:pt x="1790700" y="18923"/>
                  </a:lnTo>
                  <a:lnTo>
                    <a:pt x="1828800" y="21539"/>
                  </a:lnTo>
                  <a:lnTo>
                    <a:pt x="1866900" y="24892"/>
                  </a:lnTo>
                  <a:lnTo>
                    <a:pt x="1917700" y="28994"/>
                  </a:lnTo>
                  <a:lnTo>
                    <a:pt x="1968500" y="33870"/>
                  </a:lnTo>
                  <a:lnTo>
                    <a:pt x="2019300" y="39547"/>
                  </a:lnTo>
                  <a:lnTo>
                    <a:pt x="2070100" y="46075"/>
                  </a:lnTo>
                  <a:lnTo>
                    <a:pt x="2133600" y="53454"/>
                  </a:lnTo>
                  <a:lnTo>
                    <a:pt x="2184400" y="61722"/>
                  </a:lnTo>
                  <a:lnTo>
                    <a:pt x="2247900" y="70904"/>
                  </a:lnTo>
                  <a:lnTo>
                    <a:pt x="2298700" y="81026"/>
                  </a:lnTo>
                  <a:lnTo>
                    <a:pt x="2362200" y="92125"/>
                  </a:lnTo>
                  <a:lnTo>
                    <a:pt x="2413000" y="104216"/>
                  </a:lnTo>
                  <a:lnTo>
                    <a:pt x="2476500" y="117335"/>
                  </a:lnTo>
                  <a:lnTo>
                    <a:pt x="2527300" y="131508"/>
                  </a:lnTo>
                  <a:lnTo>
                    <a:pt x="2578100" y="146748"/>
                  </a:lnTo>
                  <a:lnTo>
                    <a:pt x="2628900" y="163093"/>
                  </a:lnTo>
                  <a:lnTo>
                    <a:pt x="2679700" y="180581"/>
                  </a:lnTo>
                  <a:lnTo>
                    <a:pt x="2730500" y="199224"/>
                  </a:lnTo>
                  <a:lnTo>
                    <a:pt x="2781300" y="219062"/>
                  </a:lnTo>
                  <a:lnTo>
                    <a:pt x="2819400" y="240106"/>
                  </a:lnTo>
                  <a:lnTo>
                    <a:pt x="2857500" y="262394"/>
                  </a:lnTo>
                  <a:lnTo>
                    <a:pt x="2895600" y="285940"/>
                  </a:lnTo>
                  <a:lnTo>
                    <a:pt x="2946400" y="336969"/>
                  </a:lnTo>
                  <a:lnTo>
                    <a:pt x="2984500" y="393395"/>
                  </a:lnTo>
                  <a:lnTo>
                    <a:pt x="2997200" y="423697"/>
                  </a:lnTo>
                  <a:lnTo>
                    <a:pt x="2997200" y="466064"/>
                  </a:lnTo>
                  <a:lnTo>
                    <a:pt x="2971800" y="525310"/>
                  </a:lnTo>
                  <a:lnTo>
                    <a:pt x="2921000" y="579005"/>
                  </a:lnTo>
                  <a:lnTo>
                    <a:pt x="2857500" y="627380"/>
                  </a:lnTo>
                  <a:lnTo>
                    <a:pt x="2819400" y="649630"/>
                  </a:lnTo>
                  <a:lnTo>
                    <a:pt x="2781300" y="670648"/>
                  </a:lnTo>
                  <a:lnTo>
                    <a:pt x="2730500" y="690448"/>
                  </a:lnTo>
                  <a:lnTo>
                    <a:pt x="2679700" y="709041"/>
                  </a:lnTo>
                  <a:lnTo>
                    <a:pt x="2628900" y="726490"/>
                  </a:lnTo>
                  <a:lnTo>
                    <a:pt x="2578100" y="742784"/>
                  </a:lnTo>
                  <a:lnTo>
                    <a:pt x="2527300" y="757986"/>
                  </a:lnTo>
                  <a:lnTo>
                    <a:pt x="2476500" y="772109"/>
                  </a:lnTo>
                  <a:lnTo>
                    <a:pt x="2413000" y="785164"/>
                  </a:lnTo>
                  <a:lnTo>
                    <a:pt x="2362200" y="797204"/>
                  </a:lnTo>
                  <a:lnTo>
                    <a:pt x="2298700" y="808253"/>
                  </a:lnTo>
                  <a:lnTo>
                    <a:pt x="2247900" y="818324"/>
                  </a:lnTo>
                  <a:lnTo>
                    <a:pt x="2184400" y="827468"/>
                  </a:lnTo>
                  <a:lnTo>
                    <a:pt x="2133600" y="835685"/>
                  </a:lnTo>
                  <a:lnTo>
                    <a:pt x="2070100" y="843026"/>
                  </a:lnTo>
                  <a:lnTo>
                    <a:pt x="2019300" y="849503"/>
                  </a:lnTo>
                  <a:lnTo>
                    <a:pt x="1968500" y="855154"/>
                  </a:lnTo>
                  <a:lnTo>
                    <a:pt x="1917700" y="860005"/>
                  </a:lnTo>
                  <a:lnTo>
                    <a:pt x="1866900" y="864082"/>
                  </a:lnTo>
                  <a:lnTo>
                    <a:pt x="1828800" y="867422"/>
                  </a:lnTo>
                  <a:lnTo>
                    <a:pt x="1790700" y="870038"/>
                  </a:lnTo>
                  <a:lnTo>
                    <a:pt x="1752600" y="871956"/>
                  </a:lnTo>
                  <a:lnTo>
                    <a:pt x="1714500" y="873226"/>
                  </a:lnTo>
                  <a:lnTo>
                    <a:pt x="1676400" y="873848"/>
                  </a:lnTo>
                  <a:lnTo>
                    <a:pt x="1651000" y="873874"/>
                  </a:lnTo>
                  <a:lnTo>
                    <a:pt x="1574800" y="876147"/>
                  </a:lnTo>
                  <a:lnTo>
                    <a:pt x="1422400" y="876147"/>
                  </a:lnTo>
                  <a:lnTo>
                    <a:pt x="1371600" y="874903"/>
                  </a:lnTo>
                  <a:lnTo>
                    <a:pt x="1320800" y="873302"/>
                  </a:lnTo>
                  <a:lnTo>
                    <a:pt x="1231900" y="868845"/>
                  </a:lnTo>
                  <a:lnTo>
                    <a:pt x="1181100" y="865936"/>
                  </a:lnTo>
                  <a:lnTo>
                    <a:pt x="1130300" y="862545"/>
                  </a:lnTo>
                  <a:lnTo>
                    <a:pt x="1079500" y="858621"/>
                  </a:lnTo>
                  <a:lnTo>
                    <a:pt x="1028700" y="854151"/>
                  </a:lnTo>
                  <a:lnTo>
                    <a:pt x="977900" y="849109"/>
                  </a:lnTo>
                  <a:lnTo>
                    <a:pt x="927100" y="843445"/>
                  </a:lnTo>
                  <a:lnTo>
                    <a:pt x="876300" y="837158"/>
                  </a:lnTo>
                  <a:lnTo>
                    <a:pt x="825500" y="830186"/>
                  </a:lnTo>
                  <a:lnTo>
                    <a:pt x="774700" y="822528"/>
                  </a:lnTo>
                  <a:lnTo>
                    <a:pt x="723900" y="814133"/>
                  </a:lnTo>
                  <a:lnTo>
                    <a:pt x="685800" y="804989"/>
                  </a:lnTo>
                  <a:lnTo>
                    <a:pt x="635000" y="795058"/>
                  </a:lnTo>
                  <a:lnTo>
                    <a:pt x="584200" y="784301"/>
                  </a:lnTo>
                  <a:lnTo>
                    <a:pt x="533400" y="772706"/>
                  </a:lnTo>
                  <a:lnTo>
                    <a:pt x="482600" y="760234"/>
                  </a:lnTo>
                  <a:lnTo>
                    <a:pt x="444500" y="746848"/>
                  </a:lnTo>
                  <a:lnTo>
                    <a:pt x="393700" y="732536"/>
                  </a:lnTo>
                  <a:lnTo>
                    <a:pt x="342900" y="717257"/>
                  </a:lnTo>
                  <a:lnTo>
                    <a:pt x="304800" y="700608"/>
                  </a:lnTo>
                  <a:lnTo>
                    <a:pt x="254000" y="683971"/>
                  </a:lnTo>
                  <a:lnTo>
                    <a:pt x="215900" y="663613"/>
                  </a:lnTo>
                  <a:lnTo>
                    <a:pt x="165100" y="638987"/>
                  </a:lnTo>
                  <a:lnTo>
                    <a:pt x="127000" y="610082"/>
                  </a:lnTo>
                  <a:lnTo>
                    <a:pt x="76200" y="576922"/>
                  </a:lnTo>
                  <a:lnTo>
                    <a:pt x="38100" y="539508"/>
                  </a:lnTo>
                  <a:lnTo>
                    <a:pt x="12700" y="497840"/>
                  </a:lnTo>
                  <a:lnTo>
                    <a:pt x="12700" y="503135"/>
                  </a:lnTo>
                  <a:lnTo>
                    <a:pt x="38100" y="545223"/>
                  </a:lnTo>
                  <a:lnTo>
                    <a:pt x="63500" y="583057"/>
                  </a:lnTo>
                  <a:lnTo>
                    <a:pt x="114300" y="616762"/>
                  </a:lnTo>
                  <a:lnTo>
                    <a:pt x="152400" y="646468"/>
                  </a:lnTo>
                  <a:lnTo>
                    <a:pt x="203200" y="672274"/>
                  </a:lnTo>
                  <a:lnTo>
                    <a:pt x="254000" y="694321"/>
                  </a:lnTo>
                  <a:lnTo>
                    <a:pt x="292100" y="712724"/>
                  </a:lnTo>
                  <a:lnTo>
                    <a:pt x="342900" y="729361"/>
                  </a:lnTo>
                  <a:lnTo>
                    <a:pt x="393700" y="745248"/>
                  </a:lnTo>
                  <a:lnTo>
                    <a:pt x="431800" y="759714"/>
                  </a:lnTo>
                  <a:lnTo>
                    <a:pt x="482600" y="773239"/>
                  </a:lnTo>
                  <a:lnTo>
                    <a:pt x="533400" y="785876"/>
                  </a:lnTo>
                  <a:lnTo>
                    <a:pt x="584200" y="797623"/>
                  </a:lnTo>
                  <a:lnTo>
                    <a:pt x="635000" y="808532"/>
                  </a:lnTo>
                  <a:lnTo>
                    <a:pt x="685800" y="818603"/>
                  </a:lnTo>
                  <a:lnTo>
                    <a:pt x="736600" y="827887"/>
                  </a:lnTo>
                  <a:lnTo>
                    <a:pt x="787400" y="836396"/>
                  </a:lnTo>
                  <a:lnTo>
                    <a:pt x="838200" y="844156"/>
                  </a:lnTo>
                  <a:lnTo>
                    <a:pt x="889000" y="851192"/>
                  </a:lnTo>
                  <a:lnTo>
                    <a:pt x="939800" y="857542"/>
                  </a:lnTo>
                  <a:lnTo>
                    <a:pt x="990600" y="863219"/>
                  </a:lnTo>
                  <a:lnTo>
                    <a:pt x="1041400" y="868260"/>
                  </a:lnTo>
                  <a:lnTo>
                    <a:pt x="1092200" y="872680"/>
                  </a:lnTo>
                  <a:lnTo>
                    <a:pt x="1143000" y="876503"/>
                  </a:lnTo>
                  <a:lnTo>
                    <a:pt x="1193800" y="879779"/>
                  </a:lnTo>
                  <a:lnTo>
                    <a:pt x="1244600" y="882510"/>
                  </a:lnTo>
                  <a:lnTo>
                    <a:pt x="1295400" y="884720"/>
                  </a:lnTo>
                  <a:lnTo>
                    <a:pt x="1346200" y="886460"/>
                  </a:lnTo>
                  <a:lnTo>
                    <a:pt x="1397000" y="887730"/>
                  </a:lnTo>
                  <a:lnTo>
                    <a:pt x="1447800" y="888568"/>
                  </a:lnTo>
                  <a:lnTo>
                    <a:pt x="1498600" y="889000"/>
                  </a:lnTo>
                  <a:lnTo>
                    <a:pt x="1574800" y="888250"/>
                  </a:lnTo>
                  <a:lnTo>
                    <a:pt x="1651000" y="886739"/>
                  </a:lnTo>
                  <a:lnTo>
                    <a:pt x="1727200" y="883704"/>
                  </a:lnTo>
                  <a:lnTo>
                    <a:pt x="1752600" y="883246"/>
                  </a:lnTo>
                  <a:lnTo>
                    <a:pt x="1790700" y="882167"/>
                  </a:lnTo>
                  <a:lnTo>
                    <a:pt x="1854200" y="878039"/>
                  </a:lnTo>
                  <a:lnTo>
                    <a:pt x="1892300" y="874928"/>
                  </a:lnTo>
                  <a:lnTo>
                    <a:pt x="1943100" y="871093"/>
                  </a:lnTo>
                  <a:lnTo>
                    <a:pt x="1981200" y="866495"/>
                  </a:lnTo>
                  <a:lnTo>
                    <a:pt x="2032000" y="861110"/>
                  </a:lnTo>
                  <a:lnTo>
                    <a:pt x="2082800" y="854925"/>
                  </a:lnTo>
                  <a:lnTo>
                    <a:pt x="2133600" y="847877"/>
                  </a:lnTo>
                  <a:lnTo>
                    <a:pt x="2184400" y="839978"/>
                  </a:lnTo>
                  <a:lnTo>
                    <a:pt x="2247900" y="831164"/>
                  </a:lnTo>
                  <a:lnTo>
                    <a:pt x="2298700" y="821436"/>
                  </a:lnTo>
                  <a:lnTo>
                    <a:pt x="2349500" y="810755"/>
                  </a:lnTo>
                  <a:lnTo>
                    <a:pt x="2413000" y="799084"/>
                  </a:lnTo>
                  <a:lnTo>
                    <a:pt x="2463800" y="786409"/>
                  </a:lnTo>
                  <a:lnTo>
                    <a:pt x="2514600" y="772693"/>
                  </a:lnTo>
                  <a:lnTo>
                    <a:pt x="2578100" y="757923"/>
                  </a:lnTo>
                  <a:lnTo>
                    <a:pt x="2628900" y="742048"/>
                  </a:lnTo>
                  <a:lnTo>
                    <a:pt x="2679700" y="725055"/>
                  </a:lnTo>
                  <a:lnTo>
                    <a:pt x="2717800" y="706920"/>
                  </a:lnTo>
                  <a:lnTo>
                    <a:pt x="2768600" y="687603"/>
                  </a:lnTo>
                  <a:lnTo>
                    <a:pt x="2806700" y="667080"/>
                  </a:lnTo>
                  <a:lnTo>
                    <a:pt x="2857500" y="645325"/>
                  </a:lnTo>
                  <a:lnTo>
                    <a:pt x="2882900" y="622312"/>
                  </a:lnTo>
                  <a:lnTo>
                    <a:pt x="2921000" y="598017"/>
                  </a:lnTo>
                  <a:lnTo>
                    <a:pt x="2971800" y="545439"/>
                  </a:lnTo>
                  <a:lnTo>
                    <a:pt x="2997200" y="487387"/>
                  </a:lnTo>
                  <a:lnTo>
                    <a:pt x="3009900" y="456234"/>
                  </a:lnTo>
                  <a:lnTo>
                    <a:pt x="3009900" y="409321"/>
                  </a:lnTo>
                  <a:close/>
                </a:path>
              </a:pathLst>
            </a:custGeom>
            <a:solidFill>
              <a:srgbClr val="990033"/>
            </a:solidFill>
          </p:spPr>
          <p:txBody>
            <a:bodyPr wrap="square" lIns="0" tIns="0" rIns="0" bIns="0" rtlCol="0"/>
            <a:lstStyle/>
            <a:p>
              <a:endParaRPr/>
            </a:p>
          </p:txBody>
        </p:sp>
        <p:sp>
          <p:nvSpPr>
            <p:cNvPr id="17" name="object 17"/>
            <p:cNvSpPr/>
            <p:nvPr/>
          </p:nvSpPr>
          <p:spPr>
            <a:xfrm>
              <a:off x="5016500" y="4813300"/>
              <a:ext cx="2413000" cy="876300"/>
            </a:xfrm>
            <a:custGeom>
              <a:avLst/>
              <a:gdLst/>
              <a:ahLst/>
              <a:cxnLst/>
              <a:rect l="l" t="t" r="r" b="b"/>
              <a:pathLst>
                <a:path w="2413000" h="876300">
                  <a:moveTo>
                    <a:pt x="1206500" y="0"/>
                  </a:moveTo>
                  <a:lnTo>
                    <a:pt x="1137988" y="692"/>
                  </a:lnTo>
                  <a:lnTo>
                    <a:pt x="1070488" y="2745"/>
                  </a:lnTo>
                  <a:lnTo>
                    <a:pt x="1004096" y="6125"/>
                  </a:lnTo>
                  <a:lnTo>
                    <a:pt x="938916" y="10789"/>
                  </a:lnTo>
                  <a:lnTo>
                    <a:pt x="875049" y="16705"/>
                  </a:lnTo>
                  <a:lnTo>
                    <a:pt x="812595" y="23835"/>
                  </a:lnTo>
                  <a:lnTo>
                    <a:pt x="751658" y="32141"/>
                  </a:lnTo>
                  <a:lnTo>
                    <a:pt x="692339" y="41587"/>
                  </a:lnTo>
                  <a:lnTo>
                    <a:pt x="634738" y="52137"/>
                  </a:lnTo>
                  <a:lnTo>
                    <a:pt x="578958" y="63752"/>
                  </a:lnTo>
                  <a:lnTo>
                    <a:pt x="525100" y="76396"/>
                  </a:lnTo>
                  <a:lnTo>
                    <a:pt x="473265" y="90034"/>
                  </a:lnTo>
                  <a:lnTo>
                    <a:pt x="423555" y="104627"/>
                  </a:lnTo>
                  <a:lnTo>
                    <a:pt x="376071" y="120140"/>
                  </a:lnTo>
                  <a:lnTo>
                    <a:pt x="330915" y="136535"/>
                  </a:lnTo>
                  <a:lnTo>
                    <a:pt x="288188" y="153774"/>
                  </a:lnTo>
                  <a:lnTo>
                    <a:pt x="247992" y="171820"/>
                  </a:lnTo>
                  <a:lnTo>
                    <a:pt x="210428" y="190639"/>
                  </a:lnTo>
                  <a:lnTo>
                    <a:pt x="175600" y="210192"/>
                  </a:lnTo>
                  <a:lnTo>
                    <a:pt x="114550" y="251357"/>
                  </a:lnTo>
                  <a:lnTo>
                    <a:pt x="65651" y="295015"/>
                  </a:lnTo>
                  <a:lnTo>
                    <a:pt x="29719" y="340876"/>
                  </a:lnTo>
                  <a:lnTo>
                    <a:pt x="7565" y="388644"/>
                  </a:lnTo>
                  <a:lnTo>
                    <a:pt x="0" y="438024"/>
                  </a:lnTo>
                  <a:lnTo>
                    <a:pt x="1907" y="462895"/>
                  </a:lnTo>
                  <a:lnTo>
                    <a:pt x="16869" y="511506"/>
                  </a:lnTo>
                  <a:lnTo>
                    <a:pt x="46014" y="558356"/>
                  </a:lnTo>
                  <a:lnTo>
                    <a:pt x="88530" y="603154"/>
                  </a:lnTo>
                  <a:lnTo>
                    <a:pt x="143606" y="645603"/>
                  </a:lnTo>
                  <a:lnTo>
                    <a:pt x="210428" y="685407"/>
                  </a:lnTo>
                  <a:lnTo>
                    <a:pt x="247992" y="704226"/>
                  </a:lnTo>
                  <a:lnTo>
                    <a:pt x="288188" y="722273"/>
                  </a:lnTo>
                  <a:lnTo>
                    <a:pt x="330915" y="739512"/>
                  </a:lnTo>
                  <a:lnTo>
                    <a:pt x="376071" y="755906"/>
                  </a:lnTo>
                  <a:lnTo>
                    <a:pt x="423555" y="771419"/>
                  </a:lnTo>
                  <a:lnTo>
                    <a:pt x="473265" y="786012"/>
                  </a:lnTo>
                  <a:lnTo>
                    <a:pt x="525100" y="799649"/>
                  </a:lnTo>
                  <a:lnTo>
                    <a:pt x="578958" y="812294"/>
                  </a:lnTo>
                  <a:lnTo>
                    <a:pt x="634738" y="823909"/>
                  </a:lnTo>
                  <a:lnTo>
                    <a:pt x="692339" y="834459"/>
                  </a:lnTo>
                  <a:lnTo>
                    <a:pt x="751658" y="843905"/>
                  </a:lnTo>
                  <a:lnTo>
                    <a:pt x="812595" y="852211"/>
                  </a:lnTo>
                  <a:lnTo>
                    <a:pt x="875049" y="859340"/>
                  </a:lnTo>
                  <a:lnTo>
                    <a:pt x="938916" y="865256"/>
                  </a:lnTo>
                  <a:lnTo>
                    <a:pt x="1004096" y="869922"/>
                  </a:lnTo>
                  <a:lnTo>
                    <a:pt x="1070488" y="873300"/>
                  </a:lnTo>
                  <a:lnTo>
                    <a:pt x="1137988" y="875354"/>
                  </a:lnTo>
                  <a:lnTo>
                    <a:pt x="1206500" y="876047"/>
                  </a:lnTo>
                  <a:lnTo>
                    <a:pt x="1275010" y="875354"/>
                  </a:lnTo>
                  <a:lnTo>
                    <a:pt x="1342510" y="873300"/>
                  </a:lnTo>
                  <a:lnTo>
                    <a:pt x="1408903" y="869922"/>
                  </a:lnTo>
                  <a:lnTo>
                    <a:pt x="1474082" y="865256"/>
                  </a:lnTo>
                  <a:lnTo>
                    <a:pt x="1537949" y="859340"/>
                  </a:lnTo>
                  <a:lnTo>
                    <a:pt x="1600403" y="852211"/>
                  </a:lnTo>
                  <a:lnTo>
                    <a:pt x="1661340" y="843905"/>
                  </a:lnTo>
                  <a:lnTo>
                    <a:pt x="1720659" y="834459"/>
                  </a:lnTo>
                  <a:lnTo>
                    <a:pt x="1778260" y="823909"/>
                  </a:lnTo>
                  <a:lnTo>
                    <a:pt x="1834041" y="812294"/>
                  </a:lnTo>
                  <a:lnTo>
                    <a:pt x="1887898" y="799649"/>
                  </a:lnTo>
                  <a:lnTo>
                    <a:pt x="1939734" y="786012"/>
                  </a:lnTo>
                  <a:lnTo>
                    <a:pt x="1989443" y="771419"/>
                  </a:lnTo>
                  <a:lnTo>
                    <a:pt x="2036927" y="755906"/>
                  </a:lnTo>
                  <a:lnTo>
                    <a:pt x="2082084" y="739512"/>
                  </a:lnTo>
                  <a:lnTo>
                    <a:pt x="2124810" y="722273"/>
                  </a:lnTo>
                  <a:lnTo>
                    <a:pt x="2165005" y="704226"/>
                  </a:lnTo>
                  <a:lnTo>
                    <a:pt x="2202569" y="685407"/>
                  </a:lnTo>
                  <a:lnTo>
                    <a:pt x="2237399" y="665854"/>
                  </a:lnTo>
                  <a:lnTo>
                    <a:pt x="2298449" y="624690"/>
                  </a:lnTo>
                  <a:lnTo>
                    <a:pt x="2347347" y="581030"/>
                  </a:lnTo>
                  <a:lnTo>
                    <a:pt x="2383279" y="535170"/>
                  </a:lnTo>
                  <a:lnTo>
                    <a:pt x="2405433" y="487401"/>
                  </a:lnTo>
                  <a:lnTo>
                    <a:pt x="2413000" y="438022"/>
                  </a:lnTo>
                  <a:lnTo>
                    <a:pt x="2405433" y="388644"/>
                  </a:lnTo>
                  <a:lnTo>
                    <a:pt x="2383279" y="340876"/>
                  </a:lnTo>
                  <a:lnTo>
                    <a:pt x="2347347" y="295015"/>
                  </a:lnTo>
                  <a:lnTo>
                    <a:pt x="2298449" y="251357"/>
                  </a:lnTo>
                  <a:lnTo>
                    <a:pt x="2237399" y="210192"/>
                  </a:lnTo>
                  <a:lnTo>
                    <a:pt x="2202569" y="190639"/>
                  </a:lnTo>
                  <a:lnTo>
                    <a:pt x="2165005" y="171820"/>
                  </a:lnTo>
                  <a:lnTo>
                    <a:pt x="2124810" y="153774"/>
                  </a:lnTo>
                  <a:lnTo>
                    <a:pt x="2082084" y="136535"/>
                  </a:lnTo>
                  <a:lnTo>
                    <a:pt x="2036927" y="120140"/>
                  </a:lnTo>
                  <a:lnTo>
                    <a:pt x="1989443" y="104627"/>
                  </a:lnTo>
                  <a:lnTo>
                    <a:pt x="1939734" y="90034"/>
                  </a:lnTo>
                  <a:lnTo>
                    <a:pt x="1887898" y="76396"/>
                  </a:lnTo>
                  <a:lnTo>
                    <a:pt x="1834041" y="63752"/>
                  </a:lnTo>
                  <a:lnTo>
                    <a:pt x="1778260" y="52137"/>
                  </a:lnTo>
                  <a:lnTo>
                    <a:pt x="1720659" y="41587"/>
                  </a:lnTo>
                  <a:lnTo>
                    <a:pt x="1661340" y="32141"/>
                  </a:lnTo>
                  <a:lnTo>
                    <a:pt x="1600403" y="23835"/>
                  </a:lnTo>
                  <a:lnTo>
                    <a:pt x="1537949" y="16705"/>
                  </a:lnTo>
                  <a:lnTo>
                    <a:pt x="1474082" y="10789"/>
                  </a:lnTo>
                  <a:lnTo>
                    <a:pt x="1408903" y="6125"/>
                  </a:lnTo>
                  <a:lnTo>
                    <a:pt x="1342510" y="2745"/>
                  </a:lnTo>
                  <a:lnTo>
                    <a:pt x="1275010" y="692"/>
                  </a:lnTo>
                  <a:lnTo>
                    <a:pt x="1206500" y="0"/>
                  </a:lnTo>
                  <a:close/>
                </a:path>
              </a:pathLst>
            </a:custGeom>
            <a:solidFill>
              <a:srgbClr val="FFFFCC"/>
            </a:solidFill>
          </p:spPr>
          <p:txBody>
            <a:bodyPr wrap="square" lIns="0" tIns="0" rIns="0" bIns="0" rtlCol="0"/>
            <a:lstStyle/>
            <a:p>
              <a:endParaRPr/>
            </a:p>
          </p:txBody>
        </p:sp>
        <p:sp>
          <p:nvSpPr>
            <p:cNvPr id="18" name="object 18"/>
            <p:cNvSpPr/>
            <p:nvPr/>
          </p:nvSpPr>
          <p:spPr>
            <a:xfrm>
              <a:off x="5016500" y="4800599"/>
              <a:ext cx="2425700" cy="901700"/>
            </a:xfrm>
            <a:custGeom>
              <a:avLst/>
              <a:gdLst/>
              <a:ahLst/>
              <a:cxnLst/>
              <a:rect l="l" t="t" r="r" b="b"/>
              <a:pathLst>
                <a:path w="2425700" h="901700">
                  <a:moveTo>
                    <a:pt x="2425446" y="450469"/>
                  </a:moveTo>
                  <a:lnTo>
                    <a:pt x="2418600" y="402894"/>
                  </a:lnTo>
                  <a:lnTo>
                    <a:pt x="2412504" y="387718"/>
                  </a:lnTo>
                  <a:lnTo>
                    <a:pt x="2412504" y="439724"/>
                  </a:lnTo>
                  <a:lnTo>
                    <a:pt x="2412504" y="461987"/>
                  </a:lnTo>
                  <a:lnTo>
                    <a:pt x="2400871" y="508101"/>
                  </a:lnTo>
                  <a:lnTo>
                    <a:pt x="2363470" y="573252"/>
                  </a:lnTo>
                  <a:lnTo>
                    <a:pt x="2337016" y="603097"/>
                  </a:lnTo>
                  <a:lnTo>
                    <a:pt x="2305977" y="631190"/>
                  </a:lnTo>
                  <a:lnTo>
                    <a:pt x="2270760" y="657555"/>
                  </a:lnTo>
                  <a:lnTo>
                    <a:pt x="2231771" y="682231"/>
                  </a:lnTo>
                  <a:lnTo>
                    <a:pt x="2189454" y="705281"/>
                  </a:lnTo>
                  <a:lnTo>
                    <a:pt x="2144204" y="726719"/>
                  </a:lnTo>
                  <a:lnTo>
                    <a:pt x="2096465" y="746607"/>
                  </a:lnTo>
                  <a:lnTo>
                    <a:pt x="2046655" y="764984"/>
                  </a:lnTo>
                  <a:lnTo>
                    <a:pt x="1995182" y="781875"/>
                  </a:lnTo>
                  <a:lnTo>
                    <a:pt x="1942465" y="797331"/>
                  </a:lnTo>
                  <a:lnTo>
                    <a:pt x="1888934" y="811403"/>
                  </a:lnTo>
                  <a:lnTo>
                    <a:pt x="1835023" y="824115"/>
                  </a:lnTo>
                  <a:lnTo>
                    <a:pt x="1781111" y="835507"/>
                  </a:lnTo>
                  <a:lnTo>
                    <a:pt x="1727657" y="845642"/>
                  </a:lnTo>
                  <a:lnTo>
                    <a:pt x="1675079" y="854544"/>
                  </a:lnTo>
                  <a:lnTo>
                    <a:pt x="1623771" y="862253"/>
                  </a:lnTo>
                  <a:lnTo>
                    <a:pt x="1574177" y="868807"/>
                  </a:lnTo>
                  <a:lnTo>
                    <a:pt x="1526705" y="874268"/>
                  </a:lnTo>
                  <a:lnTo>
                    <a:pt x="1481785" y="878649"/>
                  </a:lnTo>
                  <a:lnTo>
                    <a:pt x="1439824" y="882015"/>
                  </a:lnTo>
                  <a:lnTo>
                    <a:pt x="1401254" y="884389"/>
                  </a:lnTo>
                  <a:lnTo>
                    <a:pt x="1335963" y="886358"/>
                  </a:lnTo>
                  <a:lnTo>
                    <a:pt x="1274343" y="887895"/>
                  </a:lnTo>
                  <a:lnTo>
                    <a:pt x="1212723" y="888657"/>
                  </a:lnTo>
                  <a:lnTo>
                    <a:pt x="1150327" y="887869"/>
                  </a:lnTo>
                  <a:lnTo>
                    <a:pt x="1100112" y="886523"/>
                  </a:lnTo>
                  <a:lnTo>
                    <a:pt x="1049172" y="884415"/>
                  </a:lnTo>
                  <a:lnTo>
                    <a:pt x="998296" y="881532"/>
                  </a:lnTo>
                  <a:lnTo>
                    <a:pt x="947508" y="877824"/>
                  </a:lnTo>
                  <a:lnTo>
                    <a:pt x="896810" y="873264"/>
                  </a:lnTo>
                  <a:lnTo>
                    <a:pt x="846226" y="867816"/>
                  </a:lnTo>
                  <a:lnTo>
                    <a:pt x="795769" y="861415"/>
                  </a:lnTo>
                  <a:lnTo>
                    <a:pt x="745159" y="854011"/>
                  </a:lnTo>
                  <a:lnTo>
                    <a:pt x="694690" y="845578"/>
                  </a:lnTo>
                  <a:lnTo>
                    <a:pt x="645299" y="836269"/>
                  </a:lnTo>
                  <a:lnTo>
                    <a:pt x="595503" y="825766"/>
                  </a:lnTo>
                  <a:lnTo>
                    <a:pt x="545896" y="814146"/>
                  </a:lnTo>
                  <a:lnTo>
                    <a:pt x="496506" y="801357"/>
                  </a:lnTo>
                  <a:lnTo>
                    <a:pt x="447344" y="787361"/>
                  </a:lnTo>
                  <a:lnTo>
                    <a:pt x="403987" y="773544"/>
                  </a:lnTo>
                  <a:lnTo>
                    <a:pt x="362140" y="758964"/>
                  </a:lnTo>
                  <a:lnTo>
                    <a:pt x="321983" y="743432"/>
                  </a:lnTo>
                  <a:lnTo>
                    <a:pt x="279247" y="725106"/>
                  </a:lnTo>
                  <a:lnTo>
                    <a:pt x="235331" y="703948"/>
                  </a:lnTo>
                  <a:lnTo>
                    <a:pt x="191655" y="679919"/>
                  </a:lnTo>
                  <a:lnTo>
                    <a:pt x="149606" y="653008"/>
                  </a:lnTo>
                  <a:lnTo>
                    <a:pt x="110591" y="623163"/>
                  </a:lnTo>
                  <a:lnTo>
                    <a:pt x="76034" y="590346"/>
                  </a:lnTo>
                  <a:lnTo>
                    <a:pt x="47282" y="554482"/>
                  </a:lnTo>
                  <a:lnTo>
                    <a:pt x="25857" y="515696"/>
                  </a:lnTo>
                  <a:lnTo>
                    <a:pt x="12928" y="461213"/>
                  </a:lnTo>
                  <a:lnTo>
                    <a:pt x="12928" y="439724"/>
                  </a:lnTo>
                  <a:lnTo>
                    <a:pt x="36474" y="364401"/>
                  </a:lnTo>
                  <a:lnTo>
                    <a:pt x="63538" y="325120"/>
                  </a:lnTo>
                  <a:lnTo>
                    <a:pt x="98298" y="288988"/>
                  </a:lnTo>
                  <a:lnTo>
                    <a:pt x="138874" y="256082"/>
                  </a:lnTo>
                  <a:lnTo>
                    <a:pt x="183337" y="226479"/>
                  </a:lnTo>
                  <a:lnTo>
                    <a:pt x="229793" y="200266"/>
                  </a:lnTo>
                  <a:lnTo>
                    <a:pt x="276352" y="177507"/>
                  </a:lnTo>
                  <a:lnTo>
                    <a:pt x="321094" y="158318"/>
                  </a:lnTo>
                  <a:lnTo>
                    <a:pt x="362140" y="142748"/>
                  </a:lnTo>
                  <a:lnTo>
                    <a:pt x="403987" y="127393"/>
                  </a:lnTo>
                  <a:lnTo>
                    <a:pt x="447344" y="113576"/>
                  </a:lnTo>
                  <a:lnTo>
                    <a:pt x="495960" y="99733"/>
                  </a:lnTo>
                  <a:lnTo>
                    <a:pt x="545058" y="87045"/>
                  </a:lnTo>
                  <a:lnTo>
                    <a:pt x="594588" y="75501"/>
                  </a:lnTo>
                  <a:lnTo>
                    <a:pt x="644486" y="65036"/>
                  </a:lnTo>
                  <a:lnTo>
                    <a:pt x="695299" y="55537"/>
                  </a:lnTo>
                  <a:lnTo>
                    <a:pt x="745451" y="47231"/>
                  </a:lnTo>
                  <a:lnTo>
                    <a:pt x="796099" y="39852"/>
                  </a:lnTo>
                  <a:lnTo>
                    <a:pt x="846607" y="33464"/>
                  </a:lnTo>
                  <a:lnTo>
                    <a:pt x="897496" y="27965"/>
                  </a:lnTo>
                  <a:lnTo>
                    <a:pt x="948397" y="23355"/>
                  </a:lnTo>
                  <a:lnTo>
                    <a:pt x="999261" y="19583"/>
                  </a:lnTo>
                  <a:lnTo>
                    <a:pt x="1050036" y="16637"/>
                  </a:lnTo>
                  <a:lnTo>
                    <a:pt x="1100670" y="14465"/>
                  </a:lnTo>
                  <a:lnTo>
                    <a:pt x="1151089" y="13055"/>
                  </a:lnTo>
                  <a:lnTo>
                    <a:pt x="1212723" y="12280"/>
                  </a:lnTo>
                  <a:lnTo>
                    <a:pt x="1275105" y="13055"/>
                  </a:lnTo>
                  <a:lnTo>
                    <a:pt x="1335963" y="14592"/>
                  </a:lnTo>
                  <a:lnTo>
                    <a:pt x="1396072" y="17653"/>
                  </a:lnTo>
                  <a:lnTo>
                    <a:pt x="1447380" y="21259"/>
                  </a:lnTo>
                  <a:lnTo>
                    <a:pt x="1499133" y="25615"/>
                  </a:lnTo>
                  <a:lnTo>
                    <a:pt x="1551216" y="30797"/>
                  </a:lnTo>
                  <a:lnTo>
                    <a:pt x="1603514" y="36855"/>
                  </a:lnTo>
                  <a:lnTo>
                    <a:pt x="1655902" y="43878"/>
                  </a:lnTo>
                  <a:lnTo>
                    <a:pt x="1708238" y="51917"/>
                  </a:lnTo>
                  <a:lnTo>
                    <a:pt x="1760423" y="61048"/>
                  </a:lnTo>
                  <a:lnTo>
                    <a:pt x="1812328" y="71348"/>
                  </a:lnTo>
                  <a:lnTo>
                    <a:pt x="1863813" y="82880"/>
                  </a:lnTo>
                  <a:lnTo>
                    <a:pt x="1914779" y="95719"/>
                  </a:lnTo>
                  <a:lnTo>
                    <a:pt x="1965096" y="109931"/>
                  </a:lnTo>
                  <a:lnTo>
                    <a:pt x="2014651" y="125577"/>
                  </a:lnTo>
                  <a:lnTo>
                    <a:pt x="2063292" y="142748"/>
                  </a:lnTo>
                  <a:lnTo>
                    <a:pt x="2103615" y="158089"/>
                  </a:lnTo>
                  <a:lnTo>
                    <a:pt x="2140902" y="174205"/>
                  </a:lnTo>
                  <a:lnTo>
                    <a:pt x="2180298" y="192405"/>
                  </a:lnTo>
                  <a:lnTo>
                    <a:pt x="2221725" y="214198"/>
                  </a:lnTo>
                  <a:lnTo>
                    <a:pt x="2263368" y="239534"/>
                  </a:lnTo>
                  <a:lnTo>
                    <a:pt x="2303335" y="268401"/>
                  </a:lnTo>
                  <a:lnTo>
                    <a:pt x="2339784" y="300748"/>
                  </a:lnTo>
                  <a:lnTo>
                    <a:pt x="2370861" y="336524"/>
                  </a:lnTo>
                  <a:lnTo>
                    <a:pt x="2394699" y="375704"/>
                  </a:lnTo>
                  <a:lnTo>
                    <a:pt x="2409469" y="418236"/>
                  </a:lnTo>
                  <a:lnTo>
                    <a:pt x="2412504" y="439724"/>
                  </a:lnTo>
                  <a:lnTo>
                    <a:pt x="2412504" y="387718"/>
                  </a:lnTo>
                  <a:lnTo>
                    <a:pt x="2377935" y="324612"/>
                  </a:lnTo>
                  <a:lnTo>
                    <a:pt x="2347061" y="290017"/>
                  </a:lnTo>
                  <a:lnTo>
                    <a:pt x="2311171" y="258445"/>
                  </a:lnTo>
                  <a:lnTo>
                    <a:pt x="2271712" y="229908"/>
                  </a:lnTo>
                  <a:lnTo>
                    <a:pt x="2230209" y="204368"/>
                  </a:lnTo>
                  <a:lnTo>
                    <a:pt x="2188121" y="181851"/>
                  </a:lnTo>
                  <a:lnTo>
                    <a:pt x="2146947" y="162331"/>
                  </a:lnTo>
                  <a:lnTo>
                    <a:pt x="2108187" y="145808"/>
                  </a:lnTo>
                  <a:lnTo>
                    <a:pt x="2067864" y="130467"/>
                  </a:lnTo>
                  <a:lnTo>
                    <a:pt x="2026018" y="115887"/>
                  </a:lnTo>
                  <a:lnTo>
                    <a:pt x="1978583" y="100812"/>
                  </a:lnTo>
                  <a:lnTo>
                    <a:pt x="1930615" y="86982"/>
                  </a:lnTo>
                  <a:lnTo>
                    <a:pt x="1882190" y="74358"/>
                  </a:lnTo>
                  <a:lnTo>
                    <a:pt x="1833359" y="62903"/>
                  </a:lnTo>
                  <a:lnTo>
                    <a:pt x="1784197" y="52565"/>
                  </a:lnTo>
                  <a:lnTo>
                    <a:pt x="1734731" y="43307"/>
                  </a:lnTo>
                  <a:lnTo>
                    <a:pt x="1685048" y="35064"/>
                  </a:lnTo>
                  <a:lnTo>
                    <a:pt x="1635201" y="27800"/>
                  </a:lnTo>
                  <a:lnTo>
                    <a:pt x="1585252" y="21475"/>
                  </a:lnTo>
                  <a:lnTo>
                    <a:pt x="1535252" y="16040"/>
                  </a:lnTo>
                  <a:lnTo>
                    <a:pt x="1485265" y="11455"/>
                  </a:lnTo>
                  <a:lnTo>
                    <a:pt x="1435341" y="7670"/>
                  </a:lnTo>
                  <a:lnTo>
                    <a:pt x="1385557" y="4635"/>
                  </a:lnTo>
                  <a:lnTo>
                    <a:pt x="1335963" y="2311"/>
                  </a:lnTo>
                  <a:lnTo>
                    <a:pt x="1274343" y="762"/>
                  </a:lnTo>
                  <a:lnTo>
                    <a:pt x="1212723" y="0"/>
                  </a:lnTo>
                  <a:lnTo>
                    <a:pt x="1150327" y="774"/>
                  </a:lnTo>
                  <a:lnTo>
                    <a:pt x="1089469" y="2311"/>
                  </a:lnTo>
                  <a:lnTo>
                    <a:pt x="1039876" y="4635"/>
                  </a:lnTo>
                  <a:lnTo>
                    <a:pt x="990092" y="7670"/>
                  </a:lnTo>
                  <a:lnTo>
                    <a:pt x="940168" y="11455"/>
                  </a:lnTo>
                  <a:lnTo>
                    <a:pt x="890181" y="16040"/>
                  </a:lnTo>
                  <a:lnTo>
                    <a:pt x="840181" y="21475"/>
                  </a:lnTo>
                  <a:lnTo>
                    <a:pt x="790232" y="27800"/>
                  </a:lnTo>
                  <a:lnTo>
                    <a:pt x="740384" y="35064"/>
                  </a:lnTo>
                  <a:lnTo>
                    <a:pt x="690702" y="43307"/>
                  </a:lnTo>
                  <a:lnTo>
                    <a:pt x="641248" y="52565"/>
                  </a:lnTo>
                  <a:lnTo>
                    <a:pt x="592074" y="62903"/>
                  </a:lnTo>
                  <a:lnTo>
                    <a:pt x="543242" y="74358"/>
                  </a:lnTo>
                  <a:lnTo>
                    <a:pt x="494817" y="86982"/>
                  </a:lnTo>
                  <a:lnTo>
                    <a:pt x="446862" y="100812"/>
                  </a:lnTo>
                  <a:lnTo>
                    <a:pt x="399415" y="115887"/>
                  </a:lnTo>
                  <a:lnTo>
                    <a:pt x="357568" y="130467"/>
                  </a:lnTo>
                  <a:lnTo>
                    <a:pt x="317246" y="145808"/>
                  </a:lnTo>
                  <a:lnTo>
                    <a:pt x="278549" y="162280"/>
                  </a:lnTo>
                  <a:lnTo>
                    <a:pt x="237363" y="181851"/>
                  </a:lnTo>
                  <a:lnTo>
                    <a:pt x="195224" y="204495"/>
                  </a:lnTo>
                  <a:lnTo>
                    <a:pt x="153631" y="230187"/>
                  </a:lnTo>
                  <a:lnTo>
                    <a:pt x="114109" y="258914"/>
                  </a:lnTo>
                  <a:lnTo>
                    <a:pt x="78155" y="290639"/>
                  </a:lnTo>
                  <a:lnTo>
                    <a:pt x="47282" y="325361"/>
                  </a:lnTo>
                  <a:lnTo>
                    <a:pt x="23012" y="363042"/>
                  </a:lnTo>
                  <a:lnTo>
                    <a:pt x="6845" y="403656"/>
                  </a:lnTo>
                  <a:lnTo>
                    <a:pt x="0" y="451243"/>
                  </a:lnTo>
                  <a:lnTo>
                    <a:pt x="749" y="462749"/>
                  </a:lnTo>
                  <a:lnTo>
                    <a:pt x="12928" y="516470"/>
                  </a:lnTo>
                  <a:lnTo>
                    <a:pt x="36042" y="560463"/>
                  </a:lnTo>
                  <a:lnTo>
                    <a:pt x="64668" y="596798"/>
                  </a:lnTo>
                  <a:lnTo>
                    <a:pt x="99110" y="630135"/>
                  </a:lnTo>
                  <a:lnTo>
                    <a:pt x="138137" y="660577"/>
                  </a:lnTo>
                  <a:lnTo>
                    <a:pt x="180543" y="688162"/>
                  </a:lnTo>
                  <a:lnTo>
                    <a:pt x="225082" y="712965"/>
                  </a:lnTo>
                  <a:lnTo>
                    <a:pt x="270535" y="735076"/>
                  </a:lnTo>
                  <a:lnTo>
                    <a:pt x="315683" y="754532"/>
                  </a:lnTo>
                  <a:lnTo>
                    <a:pt x="359308" y="771436"/>
                  </a:lnTo>
                  <a:lnTo>
                    <a:pt x="400177" y="785825"/>
                  </a:lnTo>
                  <a:lnTo>
                    <a:pt x="443547" y="799642"/>
                  </a:lnTo>
                  <a:lnTo>
                    <a:pt x="489191" y="812685"/>
                  </a:lnTo>
                  <a:lnTo>
                    <a:pt x="539737" y="826008"/>
                  </a:lnTo>
                  <a:lnTo>
                    <a:pt x="590562" y="838073"/>
                  </a:lnTo>
                  <a:lnTo>
                    <a:pt x="641629" y="848931"/>
                  </a:lnTo>
                  <a:lnTo>
                    <a:pt x="692924" y="858621"/>
                  </a:lnTo>
                  <a:lnTo>
                    <a:pt x="744423" y="867194"/>
                  </a:lnTo>
                  <a:lnTo>
                    <a:pt x="796099" y="874699"/>
                  </a:lnTo>
                  <a:lnTo>
                    <a:pt x="847915" y="881176"/>
                  </a:lnTo>
                  <a:lnTo>
                    <a:pt x="899858" y="886688"/>
                  </a:lnTo>
                  <a:lnTo>
                    <a:pt x="951903" y="891247"/>
                  </a:lnTo>
                  <a:lnTo>
                    <a:pt x="1004023" y="894930"/>
                  </a:lnTo>
                  <a:lnTo>
                    <a:pt x="1056182" y="897775"/>
                  </a:lnTo>
                  <a:lnTo>
                    <a:pt x="1108379" y="899820"/>
                  </a:lnTo>
                  <a:lnTo>
                    <a:pt x="1160564" y="901115"/>
                  </a:lnTo>
                  <a:lnTo>
                    <a:pt x="1212723" y="901700"/>
                  </a:lnTo>
                  <a:lnTo>
                    <a:pt x="1275105" y="900938"/>
                  </a:lnTo>
                  <a:lnTo>
                    <a:pt x="1336725" y="899401"/>
                  </a:lnTo>
                  <a:lnTo>
                    <a:pt x="1396834" y="896340"/>
                  </a:lnTo>
                  <a:lnTo>
                    <a:pt x="1426425" y="895350"/>
                  </a:lnTo>
                  <a:lnTo>
                    <a:pt x="1497723" y="890447"/>
                  </a:lnTo>
                  <a:lnTo>
                    <a:pt x="1538592" y="886447"/>
                  </a:lnTo>
                  <a:lnTo>
                    <a:pt x="1582369" y="881367"/>
                  </a:lnTo>
                  <a:lnTo>
                    <a:pt x="1628635" y="875182"/>
                  </a:lnTo>
                  <a:lnTo>
                    <a:pt x="1676971" y="867854"/>
                  </a:lnTo>
                  <a:lnTo>
                    <a:pt x="1726946" y="859332"/>
                  </a:lnTo>
                  <a:lnTo>
                    <a:pt x="1778139" y="849604"/>
                  </a:lnTo>
                  <a:lnTo>
                    <a:pt x="1830120" y="838606"/>
                  </a:lnTo>
                  <a:lnTo>
                    <a:pt x="1882482" y="826325"/>
                  </a:lnTo>
                  <a:lnTo>
                    <a:pt x="1934794" y="812711"/>
                  </a:lnTo>
                  <a:lnTo>
                    <a:pt x="1986622" y="797737"/>
                  </a:lnTo>
                  <a:lnTo>
                    <a:pt x="2037562" y="781367"/>
                  </a:lnTo>
                  <a:lnTo>
                    <a:pt x="2087181" y="763562"/>
                  </a:lnTo>
                  <a:lnTo>
                    <a:pt x="2135047" y="744283"/>
                  </a:lnTo>
                  <a:lnTo>
                    <a:pt x="2180755" y="723506"/>
                  </a:lnTo>
                  <a:lnTo>
                    <a:pt x="2223859" y="701179"/>
                  </a:lnTo>
                  <a:lnTo>
                    <a:pt x="2263965" y="677265"/>
                  </a:lnTo>
                  <a:lnTo>
                    <a:pt x="2300617" y="651751"/>
                  </a:lnTo>
                  <a:lnTo>
                    <a:pt x="2333421" y="624586"/>
                  </a:lnTo>
                  <a:lnTo>
                    <a:pt x="2361933" y="595731"/>
                  </a:lnTo>
                  <a:lnTo>
                    <a:pt x="2385733" y="565162"/>
                  </a:lnTo>
                  <a:lnTo>
                    <a:pt x="2412504" y="511784"/>
                  </a:lnTo>
                  <a:lnTo>
                    <a:pt x="2417534" y="498703"/>
                  </a:lnTo>
                  <a:lnTo>
                    <a:pt x="2424684" y="462749"/>
                  </a:lnTo>
                  <a:lnTo>
                    <a:pt x="2425446" y="450469"/>
                  </a:lnTo>
                  <a:close/>
                </a:path>
              </a:pathLst>
            </a:custGeom>
            <a:solidFill>
              <a:srgbClr val="990033"/>
            </a:solidFill>
          </p:spPr>
          <p:txBody>
            <a:bodyPr wrap="square" lIns="0" tIns="0" rIns="0" bIns="0" rtlCol="0"/>
            <a:lstStyle/>
            <a:p>
              <a:endParaRPr/>
            </a:p>
          </p:txBody>
        </p:sp>
      </p:grpSp>
      <p:sp>
        <p:nvSpPr>
          <p:cNvPr id="19" name="object 19"/>
          <p:cNvSpPr txBox="1"/>
          <p:nvPr/>
        </p:nvSpPr>
        <p:spPr>
          <a:xfrm>
            <a:off x="5624846" y="5523194"/>
            <a:ext cx="1765300" cy="299720"/>
          </a:xfrm>
          <a:prstGeom prst="rect">
            <a:avLst/>
          </a:prstGeom>
        </p:spPr>
        <p:txBody>
          <a:bodyPr vert="horz" wrap="square" lIns="0" tIns="12700" rIns="0" bIns="0" rtlCol="0">
            <a:spAutoFit/>
          </a:bodyPr>
          <a:lstStyle/>
          <a:p>
            <a:pPr marL="12700">
              <a:lnSpc>
                <a:spcPct val="100000"/>
              </a:lnSpc>
              <a:spcBef>
                <a:spcPts val="100"/>
              </a:spcBef>
            </a:pPr>
            <a:r>
              <a:rPr sz="1800" spc="-15" dirty="0">
                <a:latin typeface="Calibri"/>
                <a:cs typeface="Calibri"/>
              </a:rPr>
              <a:t>Inscription</a:t>
            </a:r>
            <a:r>
              <a:rPr sz="1800" spc="5" dirty="0">
                <a:latin typeface="Calibri"/>
                <a:cs typeface="Calibri"/>
              </a:rPr>
              <a:t> </a:t>
            </a:r>
            <a:r>
              <a:rPr sz="1800" spc="-10" dirty="0">
                <a:latin typeface="Calibri"/>
                <a:cs typeface="Calibri"/>
              </a:rPr>
              <a:t>Sésame</a:t>
            </a:r>
            <a:endParaRPr sz="1800">
              <a:latin typeface="Calibri"/>
              <a:cs typeface="Calibri"/>
            </a:endParaRPr>
          </a:p>
        </p:txBody>
      </p:sp>
      <p:sp>
        <p:nvSpPr>
          <p:cNvPr id="20" name="object 20"/>
          <p:cNvSpPr txBox="1"/>
          <p:nvPr/>
        </p:nvSpPr>
        <p:spPr>
          <a:xfrm>
            <a:off x="1665478" y="3251659"/>
            <a:ext cx="644525" cy="299720"/>
          </a:xfrm>
          <a:prstGeom prst="rect">
            <a:avLst/>
          </a:prstGeom>
        </p:spPr>
        <p:txBody>
          <a:bodyPr vert="horz" wrap="square" lIns="0" tIns="12700" rIns="0" bIns="0" rtlCol="0">
            <a:spAutoFit/>
          </a:bodyPr>
          <a:lstStyle/>
          <a:p>
            <a:pPr marL="12700">
              <a:lnSpc>
                <a:spcPct val="100000"/>
              </a:lnSpc>
              <a:spcBef>
                <a:spcPts val="100"/>
              </a:spcBef>
            </a:pPr>
            <a:r>
              <a:rPr sz="1800" b="1" spc="10" dirty="0">
                <a:solidFill>
                  <a:srgbClr val="FF0000"/>
                </a:solidFill>
                <a:latin typeface="Calibri"/>
                <a:cs typeface="Calibri"/>
              </a:rPr>
              <a:t>a</a:t>
            </a:r>
            <a:r>
              <a:rPr sz="1800" b="1" spc="45" dirty="0">
                <a:solidFill>
                  <a:srgbClr val="FF0000"/>
                </a:solidFill>
                <a:latin typeface="Calibri"/>
                <a:cs typeface="Calibri"/>
              </a:rPr>
              <a:t>c</a:t>
            </a:r>
            <a:r>
              <a:rPr sz="1800" b="1" spc="-25" dirty="0">
                <a:solidFill>
                  <a:srgbClr val="FF0000"/>
                </a:solidFill>
                <a:latin typeface="Calibri"/>
                <a:cs typeface="Calibri"/>
              </a:rPr>
              <a:t>t</a:t>
            </a:r>
            <a:r>
              <a:rPr sz="1800" b="1" spc="-10" dirty="0">
                <a:solidFill>
                  <a:srgbClr val="FF0000"/>
                </a:solidFill>
                <a:latin typeface="Calibri"/>
                <a:cs typeface="Calibri"/>
              </a:rPr>
              <a:t>e</a:t>
            </a:r>
            <a:r>
              <a:rPr sz="1800" b="1" spc="30" dirty="0">
                <a:solidFill>
                  <a:srgbClr val="FF0000"/>
                </a:solidFill>
                <a:latin typeface="Calibri"/>
                <a:cs typeface="Calibri"/>
              </a:rPr>
              <a:t>ur</a:t>
            </a:r>
            <a:endParaRPr sz="1800">
              <a:latin typeface="Calibri"/>
              <a:cs typeface="Calibri"/>
            </a:endParaRPr>
          </a:p>
        </p:txBody>
      </p:sp>
      <p:grpSp>
        <p:nvGrpSpPr>
          <p:cNvPr id="21" name="object 21"/>
          <p:cNvGrpSpPr/>
          <p:nvPr/>
        </p:nvGrpSpPr>
        <p:grpSpPr>
          <a:xfrm>
            <a:off x="9354820" y="3547655"/>
            <a:ext cx="927100" cy="1219200"/>
            <a:chOff x="9067800" y="3098800"/>
            <a:chExt cx="927100" cy="1219200"/>
          </a:xfrm>
        </p:grpSpPr>
        <p:sp>
          <p:nvSpPr>
            <p:cNvPr id="22" name="object 22"/>
            <p:cNvSpPr/>
            <p:nvPr/>
          </p:nvSpPr>
          <p:spPr>
            <a:xfrm>
              <a:off x="9067800" y="3098799"/>
              <a:ext cx="927100" cy="1206500"/>
            </a:xfrm>
            <a:custGeom>
              <a:avLst/>
              <a:gdLst/>
              <a:ahLst/>
              <a:cxnLst/>
              <a:rect l="l" t="t" r="r" b="b"/>
              <a:pathLst>
                <a:path w="927100" h="1206500">
                  <a:moveTo>
                    <a:pt x="92443" y="244563"/>
                  </a:moveTo>
                  <a:lnTo>
                    <a:pt x="91668" y="244563"/>
                  </a:lnTo>
                  <a:lnTo>
                    <a:pt x="91986" y="249707"/>
                  </a:lnTo>
                  <a:lnTo>
                    <a:pt x="92443" y="249897"/>
                  </a:lnTo>
                  <a:lnTo>
                    <a:pt x="92443" y="244563"/>
                  </a:lnTo>
                  <a:close/>
                </a:path>
                <a:path w="927100" h="1206500">
                  <a:moveTo>
                    <a:pt x="213169" y="282384"/>
                  </a:moveTo>
                  <a:lnTo>
                    <a:pt x="212407" y="282384"/>
                  </a:lnTo>
                  <a:lnTo>
                    <a:pt x="212699" y="287248"/>
                  </a:lnTo>
                  <a:lnTo>
                    <a:pt x="213169" y="287337"/>
                  </a:lnTo>
                  <a:lnTo>
                    <a:pt x="213169" y="282384"/>
                  </a:lnTo>
                  <a:close/>
                </a:path>
                <a:path w="927100" h="1206500">
                  <a:moveTo>
                    <a:pt x="286524" y="294995"/>
                  </a:moveTo>
                  <a:lnTo>
                    <a:pt x="285762" y="294995"/>
                  </a:lnTo>
                  <a:lnTo>
                    <a:pt x="286042" y="299516"/>
                  </a:lnTo>
                  <a:lnTo>
                    <a:pt x="286524" y="299580"/>
                  </a:lnTo>
                  <a:lnTo>
                    <a:pt x="286524" y="294995"/>
                  </a:lnTo>
                  <a:close/>
                </a:path>
                <a:path w="927100" h="1206500">
                  <a:moveTo>
                    <a:pt x="305943" y="1206246"/>
                  </a:moveTo>
                  <a:lnTo>
                    <a:pt x="292138" y="1202702"/>
                  </a:lnTo>
                  <a:lnTo>
                    <a:pt x="279095" y="1202702"/>
                  </a:lnTo>
                  <a:lnTo>
                    <a:pt x="305943" y="1206246"/>
                  </a:lnTo>
                  <a:close/>
                </a:path>
                <a:path w="927100" h="1206500">
                  <a:moveTo>
                    <a:pt x="641057" y="294995"/>
                  </a:moveTo>
                  <a:lnTo>
                    <a:pt x="640308" y="294995"/>
                  </a:lnTo>
                  <a:lnTo>
                    <a:pt x="640575" y="299491"/>
                  </a:lnTo>
                  <a:lnTo>
                    <a:pt x="641057" y="299427"/>
                  </a:lnTo>
                  <a:lnTo>
                    <a:pt x="641057" y="294995"/>
                  </a:lnTo>
                  <a:close/>
                </a:path>
                <a:path w="927100" h="1206500">
                  <a:moveTo>
                    <a:pt x="646925" y="1202702"/>
                  </a:moveTo>
                  <a:lnTo>
                    <a:pt x="635012" y="1202702"/>
                  </a:lnTo>
                  <a:lnTo>
                    <a:pt x="623544" y="1205801"/>
                  </a:lnTo>
                  <a:lnTo>
                    <a:pt x="646925" y="1202702"/>
                  </a:lnTo>
                  <a:close/>
                </a:path>
                <a:path w="927100" h="1206500">
                  <a:moveTo>
                    <a:pt x="714413" y="282384"/>
                  </a:moveTo>
                  <a:lnTo>
                    <a:pt x="713651" y="282384"/>
                  </a:lnTo>
                  <a:lnTo>
                    <a:pt x="713943" y="287210"/>
                  </a:lnTo>
                  <a:lnTo>
                    <a:pt x="714413" y="287121"/>
                  </a:lnTo>
                  <a:lnTo>
                    <a:pt x="714413" y="282384"/>
                  </a:lnTo>
                  <a:close/>
                </a:path>
                <a:path w="927100" h="1206500">
                  <a:moveTo>
                    <a:pt x="835139" y="244563"/>
                  </a:moveTo>
                  <a:lnTo>
                    <a:pt x="834390" y="244563"/>
                  </a:lnTo>
                  <a:lnTo>
                    <a:pt x="834694" y="249694"/>
                  </a:lnTo>
                  <a:lnTo>
                    <a:pt x="835139" y="249504"/>
                  </a:lnTo>
                  <a:lnTo>
                    <a:pt x="835139" y="244563"/>
                  </a:lnTo>
                  <a:close/>
                </a:path>
                <a:path w="927100" h="1206500">
                  <a:moveTo>
                    <a:pt x="926833" y="156324"/>
                  </a:moveTo>
                  <a:lnTo>
                    <a:pt x="926071" y="151777"/>
                  </a:lnTo>
                  <a:lnTo>
                    <a:pt x="926071" y="147243"/>
                  </a:lnTo>
                  <a:lnTo>
                    <a:pt x="904316" y="108521"/>
                  </a:lnTo>
                  <a:lnTo>
                    <a:pt x="873036" y="82638"/>
                  </a:lnTo>
                  <a:lnTo>
                    <a:pt x="832256" y="60947"/>
                  </a:lnTo>
                  <a:lnTo>
                    <a:pt x="784250" y="43141"/>
                  </a:lnTo>
                  <a:lnTo>
                    <a:pt x="731342" y="28879"/>
                  </a:lnTo>
                  <a:lnTo>
                    <a:pt x="675817" y="17881"/>
                  </a:lnTo>
                  <a:lnTo>
                    <a:pt x="619975" y="9804"/>
                  </a:lnTo>
                  <a:lnTo>
                    <a:pt x="572884" y="5029"/>
                  </a:lnTo>
                  <a:lnTo>
                    <a:pt x="516509" y="1181"/>
                  </a:lnTo>
                  <a:lnTo>
                    <a:pt x="473494" y="0"/>
                  </a:lnTo>
                  <a:lnTo>
                    <a:pt x="439343" y="495"/>
                  </a:lnTo>
                  <a:lnTo>
                    <a:pt x="393496" y="2006"/>
                  </a:lnTo>
                  <a:lnTo>
                    <a:pt x="321068" y="7620"/>
                  </a:lnTo>
                  <a:lnTo>
                    <a:pt x="273646" y="13982"/>
                  </a:lnTo>
                  <a:lnTo>
                    <a:pt x="222567" y="23101"/>
                  </a:lnTo>
                  <a:lnTo>
                    <a:pt x="170700" y="35280"/>
                  </a:lnTo>
                  <a:lnTo>
                    <a:pt x="120916" y="50774"/>
                  </a:lnTo>
                  <a:lnTo>
                    <a:pt x="76085" y="69888"/>
                  </a:lnTo>
                  <a:lnTo>
                    <a:pt x="39077" y="92900"/>
                  </a:lnTo>
                  <a:lnTo>
                    <a:pt x="0" y="151777"/>
                  </a:lnTo>
                  <a:lnTo>
                    <a:pt x="0" y="160858"/>
                  </a:lnTo>
                  <a:lnTo>
                    <a:pt x="762" y="164642"/>
                  </a:lnTo>
                  <a:lnTo>
                    <a:pt x="4559" y="173393"/>
                  </a:lnTo>
                  <a:lnTo>
                    <a:pt x="4559" y="156324"/>
                  </a:lnTo>
                  <a:lnTo>
                    <a:pt x="16052" y="131102"/>
                  </a:lnTo>
                  <a:lnTo>
                    <a:pt x="21755" y="125857"/>
                  </a:lnTo>
                  <a:lnTo>
                    <a:pt x="25196" y="119189"/>
                  </a:lnTo>
                  <a:lnTo>
                    <a:pt x="53797" y="93776"/>
                  </a:lnTo>
                  <a:lnTo>
                    <a:pt x="92837" y="72288"/>
                  </a:lnTo>
                  <a:lnTo>
                    <a:pt x="117284" y="62941"/>
                  </a:lnTo>
                  <a:lnTo>
                    <a:pt x="131699" y="55460"/>
                  </a:lnTo>
                  <a:lnTo>
                    <a:pt x="155295" y="50025"/>
                  </a:lnTo>
                  <a:lnTo>
                    <a:pt x="190741" y="40081"/>
                  </a:lnTo>
                  <a:lnTo>
                    <a:pt x="243827" y="28879"/>
                  </a:lnTo>
                  <a:lnTo>
                    <a:pt x="254165" y="27241"/>
                  </a:lnTo>
                  <a:lnTo>
                    <a:pt x="295808" y="17640"/>
                  </a:lnTo>
                  <a:lnTo>
                    <a:pt x="321589" y="17640"/>
                  </a:lnTo>
                  <a:lnTo>
                    <a:pt x="343852" y="15062"/>
                  </a:lnTo>
                  <a:lnTo>
                    <a:pt x="385013" y="11963"/>
                  </a:lnTo>
                  <a:lnTo>
                    <a:pt x="434035" y="10502"/>
                  </a:lnTo>
                  <a:lnTo>
                    <a:pt x="449275" y="5029"/>
                  </a:lnTo>
                  <a:lnTo>
                    <a:pt x="473735" y="5029"/>
                  </a:lnTo>
                  <a:lnTo>
                    <a:pt x="488848" y="10236"/>
                  </a:lnTo>
                  <a:lnTo>
                    <a:pt x="498132" y="10198"/>
                  </a:lnTo>
                  <a:lnTo>
                    <a:pt x="543280" y="12179"/>
                  </a:lnTo>
                  <a:lnTo>
                    <a:pt x="595528" y="16611"/>
                  </a:lnTo>
                  <a:lnTo>
                    <a:pt x="603643" y="17640"/>
                  </a:lnTo>
                  <a:lnTo>
                    <a:pt x="641057" y="17653"/>
                  </a:lnTo>
                  <a:lnTo>
                    <a:pt x="701205" y="32537"/>
                  </a:lnTo>
                  <a:lnTo>
                    <a:pt x="709726" y="34048"/>
                  </a:lnTo>
                  <a:lnTo>
                    <a:pt x="765822" y="47701"/>
                  </a:lnTo>
                  <a:lnTo>
                    <a:pt x="778865" y="52108"/>
                  </a:lnTo>
                  <a:lnTo>
                    <a:pt x="791921" y="55460"/>
                  </a:lnTo>
                  <a:lnTo>
                    <a:pt x="796556" y="58064"/>
                  </a:lnTo>
                  <a:lnTo>
                    <a:pt x="817346" y="65074"/>
                  </a:lnTo>
                  <a:lnTo>
                    <a:pt x="861402" y="86487"/>
                  </a:lnTo>
                  <a:lnTo>
                    <a:pt x="866521" y="90398"/>
                  </a:lnTo>
                  <a:lnTo>
                    <a:pt x="875322" y="93281"/>
                  </a:lnTo>
                  <a:lnTo>
                    <a:pt x="905433" y="118491"/>
                  </a:lnTo>
                  <a:lnTo>
                    <a:pt x="906208" y="118491"/>
                  </a:lnTo>
                  <a:lnTo>
                    <a:pt x="908494" y="131102"/>
                  </a:lnTo>
                  <a:lnTo>
                    <a:pt x="915377" y="131102"/>
                  </a:lnTo>
                  <a:lnTo>
                    <a:pt x="916139" y="143713"/>
                  </a:lnTo>
                  <a:lnTo>
                    <a:pt x="919962" y="143713"/>
                  </a:lnTo>
                  <a:lnTo>
                    <a:pt x="919962" y="156324"/>
                  </a:lnTo>
                  <a:lnTo>
                    <a:pt x="921473" y="156324"/>
                  </a:lnTo>
                  <a:lnTo>
                    <a:pt x="921461" y="175221"/>
                  </a:lnTo>
                  <a:lnTo>
                    <a:pt x="920724" y="1076642"/>
                  </a:lnTo>
                  <a:lnTo>
                    <a:pt x="876350" y="1127061"/>
                  </a:lnTo>
                  <a:lnTo>
                    <a:pt x="837057" y="1152283"/>
                  </a:lnTo>
                  <a:lnTo>
                    <a:pt x="826935" y="1157732"/>
                  </a:lnTo>
                  <a:lnTo>
                    <a:pt x="830694" y="1156284"/>
                  </a:lnTo>
                  <a:lnTo>
                    <a:pt x="887349" y="1123353"/>
                  </a:lnTo>
                  <a:lnTo>
                    <a:pt x="920521" y="1083106"/>
                  </a:lnTo>
                  <a:lnTo>
                    <a:pt x="926833" y="1060246"/>
                  </a:lnTo>
                  <a:lnTo>
                    <a:pt x="926833" y="160096"/>
                  </a:lnTo>
                  <a:lnTo>
                    <a:pt x="926833" y="156324"/>
                  </a:lnTo>
                  <a:close/>
                </a:path>
              </a:pathLst>
            </a:custGeom>
            <a:solidFill>
              <a:srgbClr val="4A7EBB"/>
            </a:solidFill>
          </p:spPr>
          <p:txBody>
            <a:bodyPr wrap="square" lIns="0" tIns="0" rIns="0" bIns="0" rtlCol="0"/>
            <a:lstStyle/>
            <a:p>
              <a:endParaRPr/>
            </a:p>
          </p:txBody>
        </p:sp>
        <p:pic>
          <p:nvPicPr>
            <p:cNvPr id="23" name="object 23"/>
            <p:cNvPicPr/>
            <p:nvPr/>
          </p:nvPicPr>
          <p:blipFill>
            <a:blip r:embed="rId3" cstate="print"/>
            <a:stretch>
              <a:fillRect/>
            </a:stretch>
          </p:blipFill>
          <p:spPr>
            <a:xfrm>
              <a:off x="9067800" y="3251200"/>
              <a:ext cx="914400" cy="1066800"/>
            </a:xfrm>
            <a:prstGeom prst="rect">
              <a:avLst/>
            </a:prstGeom>
          </p:spPr>
        </p:pic>
        <p:pic>
          <p:nvPicPr>
            <p:cNvPr id="24" name="object 24"/>
            <p:cNvPicPr/>
            <p:nvPr/>
          </p:nvPicPr>
          <p:blipFill>
            <a:blip r:embed="rId4" cstate="print"/>
            <a:stretch>
              <a:fillRect/>
            </a:stretch>
          </p:blipFill>
          <p:spPr>
            <a:xfrm>
              <a:off x="9067800" y="3098800"/>
              <a:ext cx="914400" cy="304800"/>
            </a:xfrm>
            <a:prstGeom prst="rect">
              <a:avLst/>
            </a:prstGeom>
          </p:spPr>
        </p:pic>
        <p:sp>
          <p:nvSpPr>
            <p:cNvPr id="25" name="object 25"/>
            <p:cNvSpPr/>
            <p:nvPr/>
          </p:nvSpPr>
          <p:spPr>
            <a:xfrm>
              <a:off x="9067800" y="3098799"/>
              <a:ext cx="927100" cy="1219200"/>
            </a:xfrm>
            <a:custGeom>
              <a:avLst/>
              <a:gdLst/>
              <a:ahLst/>
              <a:cxnLst/>
              <a:rect l="l" t="t" r="r" b="b"/>
              <a:pathLst>
                <a:path w="927100" h="1219200">
                  <a:moveTo>
                    <a:pt x="926833" y="156819"/>
                  </a:moveTo>
                  <a:lnTo>
                    <a:pt x="926071" y="152260"/>
                  </a:lnTo>
                  <a:lnTo>
                    <a:pt x="926071" y="165163"/>
                  </a:lnTo>
                  <a:lnTo>
                    <a:pt x="916901" y="186270"/>
                  </a:lnTo>
                  <a:lnTo>
                    <a:pt x="916901" y="1067422"/>
                  </a:lnTo>
                  <a:lnTo>
                    <a:pt x="902677" y="1099032"/>
                  </a:lnTo>
                  <a:lnTo>
                    <a:pt x="873277" y="1126020"/>
                  </a:lnTo>
                  <a:lnTo>
                    <a:pt x="831989" y="1148689"/>
                  </a:lnTo>
                  <a:lnTo>
                    <a:pt x="782116" y="1167295"/>
                  </a:lnTo>
                  <a:lnTo>
                    <a:pt x="726948" y="1182128"/>
                  </a:lnTo>
                  <a:lnTo>
                    <a:pt x="669759" y="1193457"/>
                  </a:lnTo>
                  <a:lnTo>
                    <a:pt x="613854" y="1201572"/>
                  </a:lnTo>
                  <a:lnTo>
                    <a:pt x="562521" y="1206728"/>
                  </a:lnTo>
                  <a:lnTo>
                    <a:pt x="519036" y="1209217"/>
                  </a:lnTo>
                  <a:lnTo>
                    <a:pt x="486727" y="1209332"/>
                  </a:lnTo>
                  <a:lnTo>
                    <a:pt x="463372" y="1210068"/>
                  </a:lnTo>
                  <a:lnTo>
                    <a:pt x="408101" y="1209751"/>
                  </a:lnTo>
                  <a:lnTo>
                    <a:pt x="364629" y="1207046"/>
                  </a:lnTo>
                  <a:lnTo>
                    <a:pt x="313042" y="1201686"/>
                  </a:lnTo>
                  <a:lnTo>
                    <a:pt x="256768" y="1193393"/>
                  </a:lnTo>
                  <a:lnTo>
                    <a:pt x="199161" y="1181900"/>
                  </a:lnTo>
                  <a:lnTo>
                    <a:pt x="143637" y="1166914"/>
                  </a:lnTo>
                  <a:lnTo>
                    <a:pt x="93535" y="1148168"/>
                  </a:lnTo>
                  <a:lnTo>
                    <a:pt x="52324" y="1125410"/>
                  </a:lnTo>
                  <a:lnTo>
                    <a:pt x="23317" y="1098321"/>
                  </a:lnTo>
                  <a:lnTo>
                    <a:pt x="9931" y="1066660"/>
                  </a:lnTo>
                  <a:lnTo>
                    <a:pt x="9931" y="186321"/>
                  </a:lnTo>
                  <a:lnTo>
                    <a:pt x="762" y="165163"/>
                  </a:lnTo>
                  <a:lnTo>
                    <a:pt x="28486" y="210019"/>
                  </a:lnTo>
                  <a:lnTo>
                    <a:pt x="83146" y="246722"/>
                  </a:lnTo>
                  <a:lnTo>
                    <a:pt x="118897" y="262001"/>
                  </a:lnTo>
                  <a:lnTo>
                    <a:pt x="159359" y="275259"/>
                  </a:lnTo>
                  <a:lnTo>
                    <a:pt x="203847" y="286461"/>
                  </a:lnTo>
                  <a:lnTo>
                    <a:pt x="251714" y="295630"/>
                  </a:lnTo>
                  <a:lnTo>
                    <a:pt x="302272" y="302755"/>
                  </a:lnTo>
                  <a:lnTo>
                    <a:pt x="354850" y="307848"/>
                  </a:lnTo>
                  <a:lnTo>
                    <a:pt x="408101" y="310857"/>
                  </a:lnTo>
                  <a:lnTo>
                    <a:pt x="463372" y="311912"/>
                  </a:lnTo>
                  <a:lnTo>
                    <a:pt x="515302" y="310934"/>
                  </a:lnTo>
                  <a:lnTo>
                    <a:pt x="571893" y="307822"/>
                  </a:lnTo>
                  <a:lnTo>
                    <a:pt x="624471" y="302729"/>
                  </a:lnTo>
                  <a:lnTo>
                    <a:pt x="675030" y="295579"/>
                  </a:lnTo>
                  <a:lnTo>
                    <a:pt x="722909" y="286410"/>
                  </a:lnTo>
                  <a:lnTo>
                    <a:pt x="767410" y="275196"/>
                  </a:lnTo>
                  <a:lnTo>
                    <a:pt x="807872" y="261950"/>
                  </a:lnTo>
                  <a:lnTo>
                    <a:pt x="843635" y="246659"/>
                  </a:lnTo>
                  <a:lnTo>
                    <a:pt x="898309" y="209981"/>
                  </a:lnTo>
                  <a:lnTo>
                    <a:pt x="926071" y="165163"/>
                  </a:lnTo>
                  <a:lnTo>
                    <a:pt x="926071" y="152260"/>
                  </a:lnTo>
                  <a:lnTo>
                    <a:pt x="926071" y="147713"/>
                  </a:lnTo>
                  <a:lnTo>
                    <a:pt x="916901" y="131356"/>
                  </a:lnTo>
                  <a:lnTo>
                    <a:pt x="916901" y="149987"/>
                  </a:lnTo>
                  <a:lnTo>
                    <a:pt x="916901" y="156819"/>
                  </a:lnTo>
                  <a:lnTo>
                    <a:pt x="916901" y="163652"/>
                  </a:lnTo>
                  <a:lnTo>
                    <a:pt x="916139" y="167436"/>
                  </a:lnTo>
                  <a:lnTo>
                    <a:pt x="870826" y="220548"/>
                  </a:lnTo>
                  <a:lnTo>
                    <a:pt x="832815" y="241350"/>
                  </a:lnTo>
                  <a:lnTo>
                    <a:pt x="787628" y="258648"/>
                  </a:lnTo>
                  <a:lnTo>
                    <a:pt x="737565" y="272694"/>
                  </a:lnTo>
                  <a:lnTo>
                    <a:pt x="684898" y="283730"/>
                  </a:lnTo>
                  <a:lnTo>
                    <a:pt x="631939" y="292011"/>
                  </a:lnTo>
                  <a:lnTo>
                    <a:pt x="580974" y="297776"/>
                  </a:lnTo>
                  <a:lnTo>
                    <a:pt x="534314" y="301294"/>
                  </a:lnTo>
                  <a:lnTo>
                    <a:pt x="486727" y="302717"/>
                  </a:lnTo>
                  <a:lnTo>
                    <a:pt x="416420" y="302514"/>
                  </a:lnTo>
                  <a:lnTo>
                    <a:pt x="343065" y="297967"/>
                  </a:lnTo>
                  <a:lnTo>
                    <a:pt x="295148" y="292392"/>
                  </a:lnTo>
                  <a:lnTo>
                    <a:pt x="243446" y="284213"/>
                  </a:lnTo>
                  <a:lnTo>
                    <a:pt x="190741" y="273138"/>
                  </a:lnTo>
                  <a:lnTo>
                    <a:pt x="139865" y="258851"/>
                  </a:lnTo>
                  <a:lnTo>
                    <a:pt x="93535" y="241071"/>
                  </a:lnTo>
                  <a:lnTo>
                    <a:pt x="54584" y="219468"/>
                  </a:lnTo>
                  <a:lnTo>
                    <a:pt x="25793" y="193763"/>
                  </a:lnTo>
                  <a:lnTo>
                    <a:pt x="9931" y="163652"/>
                  </a:lnTo>
                  <a:lnTo>
                    <a:pt x="9931" y="156819"/>
                  </a:lnTo>
                  <a:lnTo>
                    <a:pt x="9931" y="149225"/>
                  </a:lnTo>
                  <a:lnTo>
                    <a:pt x="53797" y="94081"/>
                  </a:lnTo>
                  <a:lnTo>
                    <a:pt x="92837" y="72517"/>
                  </a:lnTo>
                  <a:lnTo>
                    <a:pt x="139458" y="54635"/>
                  </a:lnTo>
                  <a:lnTo>
                    <a:pt x="190754" y="40208"/>
                  </a:lnTo>
                  <a:lnTo>
                    <a:pt x="243827" y="28968"/>
                  </a:lnTo>
                  <a:lnTo>
                    <a:pt x="295821" y="20688"/>
                  </a:lnTo>
                  <a:lnTo>
                    <a:pt x="343852" y="15113"/>
                  </a:lnTo>
                  <a:lnTo>
                    <a:pt x="385013" y="12001"/>
                  </a:lnTo>
                  <a:lnTo>
                    <a:pt x="439343" y="10363"/>
                  </a:lnTo>
                  <a:lnTo>
                    <a:pt x="498132" y="10236"/>
                  </a:lnTo>
                  <a:lnTo>
                    <a:pt x="543280" y="12217"/>
                  </a:lnTo>
                  <a:lnTo>
                    <a:pt x="595528" y="16662"/>
                  </a:lnTo>
                  <a:lnTo>
                    <a:pt x="651992" y="23863"/>
                  </a:lnTo>
                  <a:lnTo>
                    <a:pt x="709726" y="34150"/>
                  </a:lnTo>
                  <a:lnTo>
                    <a:pt x="765822" y="47853"/>
                  </a:lnTo>
                  <a:lnTo>
                    <a:pt x="817346" y="65278"/>
                  </a:lnTo>
                  <a:lnTo>
                    <a:pt x="861402" y="86766"/>
                  </a:lnTo>
                  <a:lnTo>
                    <a:pt x="895045" y="112610"/>
                  </a:lnTo>
                  <a:lnTo>
                    <a:pt x="916139" y="146189"/>
                  </a:lnTo>
                  <a:lnTo>
                    <a:pt x="916901" y="149987"/>
                  </a:lnTo>
                  <a:lnTo>
                    <a:pt x="916901" y="131356"/>
                  </a:lnTo>
                  <a:lnTo>
                    <a:pt x="873036" y="82905"/>
                  </a:lnTo>
                  <a:lnTo>
                    <a:pt x="832256" y="61150"/>
                  </a:lnTo>
                  <a:lnTo>
                    <a:pt x="784250" y="43281"/>
                  </a:lnTo>
                  <a:lnTo>
                    <a:pt x="731342" y="28981"/>
                  </a:lnTo>
                  <a:lnTo>
                    <a:pt x="675817" y="17932"/>
                  </a:lnTo>
                  <a:lnTo>
                    <a:pt x="619975" y="9842"/>
                  </a:lnTo>
                  <a:lnTo>
                    <a:pt x="566102" y="4356"/>
                  </a:lnTo>
                  <a:lnTo>
                    <a:pt x="517969" y="1282"/>
                  </a:lnTo>
                  <a:lnTo>
                    <a:pt x="473494" y="0"/>
                  </a:lnTo>
                  <a:lnTo>
                    <a:pt x="439343" y="495"/>
                  </a:lnTo>
                  <a:lnTo>
                    <a:pt x="393496" y="2019"/>
                  </a:lnTo>
                  <a:lnTo>
                    <a:pt x="321068" y="7645"/>
                  </a:lnTo>
                  <a:lnTo>
                    <a:pt x="273646" y="14033"/>
                  </a:lnTo>
                  <a:lnTo>
                    <a:pt x="222567" y="23177"/>
                  </a:lnTo>
                  <a:lnTo>
                    <a:pt x="170700" y="35382"/>
                  </a:lnTo>
                  <a:lnTo>
                    <a:pt x="120916" y="50939"/>
                  </a:lnTo>
                  <a:lnTo>
                    <a:pt x="76085" y="70104"/>
                  </a:lnTo>
                  <a:lnTo>
                    <a:pt x="39077" y="93192"/>
                  </a:lnTo>
                  <a:lnTo>
                    <a:pt x="0" y="152260"/>
                  </a:lnTo>
                  <a:lnTo>
                    <a:pt x="0" y="156819"/>
                  </a:lnTo>
                  <a:lnTo>
                    <a:pt x="0" y="161366"/>
                  </a:lnTo>
                  <a:lnTo>
                    <a:pt x="0" y="1063625"/>
                  </a:lnTo>
                  <a:lnTo>
                    <a:pt x="19558" y="1107719"/>
                  </a:lnTo>
                  <a:lnTo>
                    <a:pt x="64960" y="1144460"/>
                  </a:lnTo>
                  <a:lnTo>
                    <a:pt x="131521" y="1173835"/>
                  </a:lnTo>
                  <a:lnTo>
                    <a:pt x="171272" y="1185760"/>
                  </a:lnTo>
                  <a:lnTo>
                    <a:pt x="214541" y="1195857"/>
                  </a:lnTo>
                  <a:lnTo>
                    <a:pt x="260743" y="1204112"/>
                  </a:lnTo>
                  <a:lnTo>
                    <a:pt x="309295" y="1210538"/>
                  </a:lnTo>
                  <a:lnTo>
                    <a:pt x="359625" y="1215123"/>
                  </a:lnTo>
                  <a:lnTo>
                    <a:pt x="411124" y="1217866"/>
                  </a:lnTo>
                  <a:lnTo>
                    <a:pt x="463372" y="1218768"/>
                  </a:lnTo>
                  <a:lnTo>
                    <a:pt x="515302" y="1217841"/>
                  </a:lnTo>
                  <a:lnTo>
                    <a:pt x="566813" y="1215085"/>
                  </a:lnTo>
                  <a:lnTo>
                    <a:pt x="617156" y="1210487"/>
                  </a:lnTo>
                  <a:lnTo>
                    <a:pt x="665734" y="1204048"/>
                  </a:lnTo>
                  <a:lnTo>
                    <a:pt x="711962" y="1195781"/>
                  </a:lnTo>
                  <a:lnTo>
                    <a:pt x="755256" y="1185684"/>
                  </a:lnTo>
                  <a:lnTo>
                    <a:pt x="795032" y="1173746"/>
                  </a:lnTo>
                  <a:lnTo>
                    <a:pt x="830694" y="1159979"/>
                  </a:lnTo>
                  <a:lnTo>
                    <a:pt x="887349" y="1126934"/>
                  </a:lnTo>
                  <a:lnTo>
                    <a:pt x="920521" y="1086561"/>
                  </a:lnTo>
                  <a:lnTo>
                    <a:pt x="926833" y="1063625"/>
                  </a:lnTo>
                  <a:lnTo>
                    <a:pt x="926833" y="160616"/>
                  </a:lnTo>
                  <a:lnTo>
                    <a:pt x="926833" y="156819"/>
                  </a:lnTo>
                  <a:close/>
                </a:path>
              </a:pathLst>
            </a:custGeom>
            <a:solidFill>
              <a:srgbClr val="4A7EBB"/>
            </a:solidFill>
          </p:spPr>
          <p:txBody>
            <a:bodyPr wrap="square" lIns="0" tIns="0" rIns="0" bIns="0" rtlCol="0"/>
            <a:lstStyle/>
            <a:p>
              <a:endParaRPr/>
            </a:p>
          </p:txBody>
        </p:sp>
      </p:grpSp>
      <p:sp>
        <p:nvSpPr>
          <p:cNvPr id="26" name="object 26"/>
          <p:cNvSpPr txBox="1"/>
          <p:nvPr/>
        </p:nvSpPr>
        <p:spPr>
          <a:xfrm>
            <a:off x="9445260" y="4056344"/>
            <a:ext cx="711200" cy="299720"/>
          </a:xfrm>
          <a:prstGeom prst="rect">
            <a:avLst/>
          </a:prstGeom>
        </p:spPr>
        <p:txBody>
          <a:bodyPr vert="horz" wrap="square" lIns="0" tIns="12700" rIns="0" bIns="0" rtlCol="0">
            <a:spAutoFit/>
          </a:bodyPr>
          <a:lstStyle/>
          <a:p>
            <a:pPr marL="12700">
              <a:lnSpc>
                <a:spcPct val="100000"/>
              </a:lnSpc>
              <a:spcBef>
                <a:spcPts val="100"/>
              </a:spcBef>
            </a:pPr>
            <a:r>
              <a:rPr sz="1800" spc="-45" dirty="0">
                <a:latin typeface="Calibri"/>
                <a:cs typeface="Calibri"/>
              </a:rPr>
              <a:t>Ap</a:t>
            </a:r>
            <a:r>
              <a:rPr sz="1800" spc="-50" dirty="0">
                <a:latin typeface="Calibri"/>
                <a:cs typeface="Calibri"/>
              </a:rPr>
              <a:t>og</a:t>
            </a:r>
            <a:r>
              <a:rPr sz="1800" dirty="0">
                <a:latin typeface="Calibri"/>
                <a:cs typeface="Calibri"/>
              </a:rPr>
              <a:t>ée</a:t>
            </a:r>
            <a:endParaRPr sz="1800">
              <a:latin typeface="Calibri"/>
              <a:cs typeface="Calibri"/>
            </a:endParaRPr>
          </a:p>
        </p:txBody>
      </p:sp>
      <p:sp>
        <p:nvSpPr>
          <p:cNvPr id="27" name="object 27"/>
          <p:cNvSpPr txBox="1"/>
          <p:nvPr/>
        </p:nvSpPr>
        <p:spPr>
          <a:xfrm>
            <a:off x="5597159" y="4411944"/>
            <a:ext cx="2387600" cy="299720"/>
          </a:xfrm>
          <a:prstGeom prst="rect">
            <a:avLst/>
          </a:prstGeom>
        </p:spPr>
        <p:txBody>
          <a:bodyPr vert="horz" wrap="square" lIns="0" tIns="12700" rIns="0" bIns="0" rtlCol="0">
            <a:spAutoFit/>
          </a:bodyPr>
          <a:lstStyle/>
          <a:p>
            <a:pPr marL="12700">
              <a:lnSpc>
                <a:spcPct val="100000"/>
              </a:lnSpc>
              <a:spcBef>
                <a:spcPts val="100"/>
              </a:spcBef>
            </a:pPr>
            <a:r>
              <a:rPr sz="1800" spc="-15" dirty="0">
                <a:latin typeface="Calibri"/>
                <a:cs typeface="Calibri"/>
              </a:rPr>
              <a:t>Inscription</a:t>
            </a:r>
            <a:r>
              <a:rPr sz="1800" spc="15" dirty="0">
                <a:latin typeface="Calibri"/>
                <a:cs typeface="Calibri"/>
              </a:rPr>
              <a:t> </a:t>
            </a:r>
            <a:r>
              <a:rPr sz="1800" spc="-20" dirty="0">
                <a:latin typeface="Calibri"/>
                <a:cs typeface="Calibri"/>
              </a:rPr>
              <a:t>Administrative</a:t>
            </a:r>
            <a:endParaRPr sz="1800">
              <a:latin typeface="Calibri"/>
              <a:cs typeface="Calibri"/>
            </a:endParaRPr>
          </a:p>
        </p:txBody>
      </p:sp>
      <p:sp>
        <p:nvSpPr>
          <p:cNvPr id="28" name="object 28"/>
          <p:cNvSpPr txBox="1"/>
          <p:nvPr/>
        </p:nvSpPr>
        <p:spPr>
          <a:xfrm>
            <a:off x="2384060" y="5250144"/>
            <a:ext cx="800735" cy="299720"/>
          </a:xfrm>
          <a:prstGeom prst="rect">
            <a:avLst/>
          </a:prstGeom>
        </p:spPr>
        <p:txBody>
          <a:bodyPr vert="horz" wrap="square" lIns="0" tIns="12700" rIns="0" bIns="0" rtlCol="0">
            <a:spAutoFit/>
          </a:bodyPr>
          <a:lstStyle/>
          <a:p>
            <a:pPr marL="12700">
              <a:lnSpc>
                <a:spcPct val="100000"/>
              </a:lnSpc>
              <a:spcBef>
                <a:spcPts val="100"/>
              </a:spcBef>
            </a:pPr>
            <a:r>
              <a:rPr sz="1800" spc="20" dirty="0">
                <a:latin typeface="Calibri"/>
                <a:cs typeface="Calibri"/>
              </a:rPr>
              <a:t>E</a:t>
            </a:r>
            <a:r>
              <a:rPr sz="1800" spc="-5" dirty="0">
                <a:latin typeface="Calibri"/>
                <a:cs typeface="Calibri"/>
              </a:rPr>
              <a:t>t</a:t>
            </a:r>
            <a:r>
              <a:rPr sz="1800" spc="-50" dirty="0">
                <a:latin typeface="Calibri"/>
                <a:cs typeface="Calibri"/>
              </a:rPr>
              <a:t>ud</a:t>
            </a:r>
            <a:r>
              <a:rPr sz="1800" spc="-15" dirty="0">
                <a:latin typeface="Calibri"/>
                <a:cs typeface="Calibri"/>
              </a:rPr>
              <a:t>i</a:t>
            </a:r>
            <a:r>
              <a:rPr sz="1800" spc="35" dirty="0">
                <a:latin typeface="Calibri"/>
                <a:cs typeface="Calibri"/>
              </a:rPr>
              <a:t>a</a:t>
            </a:r>
            <a:r>
              <a:rPr sz="1800" spc="-50" dirty="0">
                <a:latin typeface="Calibri"/>
                <a:cs typeface="Calibri"/>
              </a:rPr>
              <a:t>n</a:t>
            </a:r>
            <a:r>
              <a:rPr sz="1800" dirty="0">
                <a:latin typeface="Calibri"/>
                <a:cs typeface="Calibri"/>
              </a:rPr>
              <a:t>t</a:t>
            </a:r>
          </a:p>
        </p:txBody>
      </p:sp>
      <p:grpSp>
        <p:nvGrpSpPr>
          <p:cNvPr id="29" name="object 29"/>
          <p:cNvGrpSpPr/>
          <p:nvPr/>
        </p:nvGrpSpPr>
        <p:grpSpPr>
          <a:xfrm>
            <a:off x="8669020" y="5376455"/>
            <a:ext cx="850900" cy="927100"/>
            <a:chOff x="8382000" y="4927600"/>
            <a:chExt cx="850900" cy="927100"/>
          </a:xfrm>
        </p:grpSpPr>
        <p:sp>
          <p:nvSpPr>
            <p:cNvPr id="30" name="object 30"/>
            <p:cNvSpPr/>
            <p:nvPr/>
          </p:nvSpPr>
          <p:spPr>
            <a:xfrm>
              <a:off x="8382000" y="4927599"/>
              <a:ext cx="850900" cy="914400"/>
            </a:xfrm>
            <a:custGeom>
              <a:avLst/>
              <a:gdLst/>
              <a:ahLst/>
              <a:cxnLst/>
              <a:rect l="l" t="t" r="r" b="b"/>
              <a:pathLst>
                <a:path w="850900" h="914400">
                  <a:moveTo>
                    <a:pt x="645058" y="214858"/>
                  </a:moveTo>
                  <a:lnTo>
                    <a:pt x="644296" y="214858"/>
                  </a:lnTo>
                  <a:lnTo>
                    <a:pt x="645058" y="215607"/>
                  </a:lnTo>
                  <a:lnTo>
                    <a:pt x="645058" y="214858"/>
                  </a:lnTo>
                  <a:close/>
                </a:path>
                <a:path w="850900" h="914400">
                  <a:moveTo>
                    <a:pt x="842238" y="132956"/>
                  </a:moveTo>
                  <a:lnTo>
                    <a:pt x="841476" y="132956"/>
                  </a:lnTo>
                  <a:lnTo>
                    <a:pt x="842238" y="133718"/>
                  </a:lnTo>
                  <a:lnTo>
                    <a:pt x="842238" y="132956"/>
                  </a:lnTo>
                  <a:close/>
                </a:path>
                <a:path w="850900" h="914400">
                  <a:moveTo>
                    <a:pt x="850646" y="117792"/>
                  </a:moveTo>
                  <a:lnTo>
                    <a:pt x="849884" y="110959"/>
                  </a:lnTo>
                  <a:lnTo>
                    <a:pt x="848360" y="104902"/>
                  </a:lnTo>
                  <a:lnTo>
                    <a:pt x="847598" y="104902"/>
                  </a:lnTo>
                  <a:lnTo>
                    <a:pt x="847598" y="104140"/>
                  </a:lnTo>
                  <a:lnTo>
                    <a:pt x="798944" y="61074"/>
                  </a:lnTo>
                  <a:lnTo>
                    <a:pt x="724065" y="32842"/>
                  </a:lnTo>
                  <a:lnTo>
                    <a:pt x="678053" y="21996"/>
                  </a:lnTo>
                  <a:lnTo>
                    <a:pt x="627621" y="13309"/>
                  </a:lnTo>
                  <a:lnTo>
                    <a:pt x="573722" y="6781"/>
                  </a:lnTo>
                  <a:lnTo>
                    <a:pt x="473862" y="4800"/>
                  </a:lnTo>
                  <a:lnTo>
                    <a:pt x="492963" y="5562"/>
                  </a:lnTo>
                  <a:lnTo>
                    <a:pt x="534822" y="8064"/>
                  </a:lnTo>
                  <a:lnTo>
                    <a:pt x="585609" y="12763"/>
                  </a:lnTo>
                  <a:lnTo>
                    <a:pt x="641311" y="20231"/>
                  </a:lnTo>
                  <a:lnTo>
                    <a:pt x="697928" y="31076"/>
                  </a:lnTo>
                  <a:lnTo>
                    <a:pt x="751433" y="45885"/>
                  </a:lnTo>
                  <a:lnTo>
                    <a:pt x="797826" y="65239"/>
                  </a:lnTo>
                  <a:lnTo>
                    <a:pt x="833069" y="89725"/>
                  </a:lnTo>
                  <a:lnTo>
                    <a:pt x="833069" y="91249"/>
                  </a:lnTo>
                  <a:lnTo>
                    <a:pt x="833818" y="91249"/>
                  </a:lnTo>
                  <a:lnTo>
                    <a:pt x="836879" y="94284"/>
                  </a:lnTo>
                  <a:lnTo>
                    <a:pt x="836879" y="95796"/>
                  </a:lnTo>
                  <a:lnTo>
                    <a:pt x="837653" y="95796"/>
                  </a:lnTo>
                  <a:lnTo>
                    <a:pt x="838415" y="96558"/>
                  </a:lnTo>
                  <a:lnTo>
                    <a:pt x="838415" y="98069"/>
                  </a:lnTo>
                  <a:lnTo>
                    <a:pt x="839190" y="98069"/>
                  </a:lnTo>
                  <a:lnTo>
                    <a:pt x="839952" y="98831"/>
                  </a:lnTo>
                  <a:lnTo>
                    <a:pt x="839952" y="100342"/>
                  </a:lnTo>
                  <a:lnTo>
                    <a:pt x="840714" y="100342"/>
                  </a:lnTo>
                  <a:lnTo>
                    <a:pt x="841476" y="101104"/>
                  </a:lnTo>
                  <a:lnTo>
                    <a:pt x="841476" y="103378"/>
                  </a:lnTo>
                  <a:lnTo>
                    <a:pt x="842238" y="103378"/>
                  </a:lnTo>
                  <a:lnTo>
                    <a:pt x="842238" y="104902"/>
                  </a:lnTo>
                  <a:lnTo>
                    <a:pt x="843000" y="104902"/>
                  </a:lnTo>
                  <a:lnTo>
                    <a:pt x="843000" y="106413"/>
                  </a:lnTo>
                  <a:lnTo>
                    <a:pt x="843775" y="106413"/>
                  </a:lnTo>
                  <a:lnTo>
                    <a:pt x="843775" y="108686"/>
                  </a:lnTo>
                  <a:lnTo>
                    <a:pt x="844537" y="108686"/>
                  </a:lnTo>
                  <a:lnTo>
                    <a:pt x="844537" y="111721"/>
                  </a:lnTo>
                  <a:lnTo>
                    <a:pt x="845286" y="111721"/>
                  </a:lnTo>
                  <a:lnTo>
                    <a:pt x="845273" y="117792"/>
                  </a:lnTo>
                  <a:lnTo>
                    <a:pt x="845261" y="138264"/>
                  </a:lnTo>
                  <a:lnTo>
                    <a:pt x="845299" y="137502"/>
                  </a:lnTo>
                  <a:lnTo>
                    <a:pt x="844537" y="807097"/>
                  </a:lnTo>
                  <a:lnTo>
                    <a:pt x="788543" y="857758"/>
                  </a:lnTo>
                  <a:lnTo>
                    <a:pt x="738708" y="876071"/>
                  </a:lnTo>
                  <a:lnTo>
                    <a:pt x="681723" y="890193"/>
                  </a:lnTo>
                  <a:lnTo>
                    <a:pt x="623112" y="900518"/>
                  </a:lnTo>
                  <a:lnTo>
                    <a:pt x="568413" y="907427"/>
                  </a:lnTo>
                  <a:lnTo>
                    <a:pt x="545274" y="909408"/>
                  </a:lnTo>
                  <a:lnTo>
                    <a:pt x="4572" y="117792"/>
                  </a:lnTo>
                  <a:lnTo>
                    <a:pt x="45770" y="68656"/>
                  </a:lnTo>
                  <a:lnTo>
                    <a:pt x="87261" y="50126"/>
                  </a:lnTo>
                  <a:lnTo>
                    <a:pt x="136931" y="35242"/>
                  </a:lnTo>
                  <a:lnTo>
                    <a:pt x="190461" y="23723"/>
                  </a:lnTo>
                  <a:lnTo>
                    <a:pt x="243687" y="15252"/>
                  </a:lnTo>
                  <a:lnTo>
                    <a:pt x="291858" y="9613"/>
                  </a:lnTo>
                  <a:lnTo>
                    <a:pt x="331089" y="6477"/>
                  </a:lnTo>
                  <a:lnTo>
                    <a:pt x="376796" y="4800"/>
                  </a:lnTo>
                  <a:lnTo>
                    <a:pt x="473862" y="4800"/>
                  </a:lnTo>
                  <a:lnTo>
                    <a:pt x="548335" y="4800"/>
                  </a:lnTo>
                  <a:lnTo>
                    <a:pt x="517347" y="2387"/>
                  </a:lnTo>
                  <a:lnTo>
                    <a:pt x="459447" y="139"/>
                  </a:lnTo>
                  <a:lnTo>
                    <a:pt x="400977" y="0"/>
                  </a:lnTo>
                  <a:lnTo>
                    <a:pt x="342925" y="1993"/>
                  </a:lnTo>
                  <a:lnTo>
                    <a:pt x="286245" y="6070"/>
                  </a:lnTo>
                  <a:lnTo>
                    <a:pt x="231914" y="12255"/>
                  </a:lnTo>
                  <a:lnTo>
                    <a:pt x="180886" y="20523"/>
                  </a:lnTo>
                  <a:lnTo>
                    <a:pt x="134124" y="30861"/>
                  </a:lnTo>
                  <a:lnTo>
                    <a:pt x="92608" y="43268"/>
                  </a:lnTo>
                  <a:lnTo>
                    <a:pt x="29171" y="74231"/>
                  </a:lnTo>
                  <a:lnTo>
                    <a:pt x="6121" y="98069"/>
                  </a:lnTo>
                  <a:lnTo>
                    <a:pt x="5359" y="98069"/>
                  </a:lnTo>
                  <a:lnTo>
                    <a:pt x="5346" y="98869"/>
                  </a:lnTo>
                  <a:lnTo>
                    <a:pt x="3060" y="104902"/>
                  </a:lnTo>
                  <a:lnTo>
                    <a:pt x="2298" y="104902"/>
                  </a:lnTo>
                  <a:lnTo>
                    <a:pt x="762" y="110959"/>
                  </a:lnTo>
                  <a:lnTo>
                    <a:pt x="0" y="118173"/>
                  </a:lnTo>
                  <a:lnTo>
                    <a:pt x="762" y="125374"/>
                  </a:lnTo>
                  <a:lnTo>
                    <a:pt x="2298" y="130683"/>
                  </a:lnTo>
                  <a:lnTo>
                    <a:pt x="2298" y="131445"/>
                  </a:lnTo>
                  <a:lnTo>
                    <a:pt x="3060" y="131445"/>
                  </a:lnTo>
                  <a:lnTo>
                    <a:pt x="4572" y="135445"/>
                  </a:lnTo>
                  <a:lnTo>
                    <a:pt x="4572" y="801027"/>
                  </a:lnTo>
                  <a:lnTo>
                    <a:pt x="5346" y="801027"/>
                  </a:lnTo>
                  <a:lnTo>
                    <a:pt x="5346" y="807097"/>
                  </a:lnTo>
                  <a:lnTo>
                    <a:pt x="6108" y="807097"/>
                  </a:lnTo>
                  <a:lnTo>
                    <a:pt x="6108" y="810133"/>
                  </a:lnTo>
                  <a:lnTo>
                    <a:pt x="6870" y="810133"/>
                  </a:lnTo>
                  <a:lnTo>
                    <a:pt x="6870" y="812406"/>
                  </a:lnTo>
                  <a:lnTo>
                    <a:pt x="7632" y="812406"/>
                  </a:lnTo>
                  <a:lnTo>
                    <a:pt x="7632" y="813917"/>
                  </a:lnTo>
                  <a:lnTo>
                    <a:pt x="8394" y="813917"/>
                  </a:lnTo>
                  <a:lnTo>
                    <a:pt x="8394" y="816190"/>
                  </a:lnTo>
                  <a:lnTo>
                    <a:pt x="9156" y="816190"/>
                  </a:lnTo>
                  <a:lnTo>
                    <a:pt x="9156" y="817714"/>
                  </a:lnTo>
                  <a:lnTo>
                    <a:pt x="9944" y="817714"/>
                  </a:lnTo>
                  <a:lnTo>
                    <a:pt x="10693" y="818476"/>
                  </a:lnTo>
                  <a:lnTo>
                    <a:pt x="10693" y="819988"/>
                  </a:lnTo>
                  <a:lnTo>
                    <a:pt x="11468" y="819988"/>
                  </a:lnTo>
                  <a:lnTo>
                    <a:pt x="12217" y="820750"/>
                  </a:lnTo>
                  <a:lnTo>
                    <a:pt x="12217" y="822261"/>
                  </a:lnTo>
                  <a:lnTo>
                    <a:pt x="12992" y="822261"/>
                  </a:lnTo>
                  <a:lnTo>
                    <a:pt x="13741" y="823023"/>
                  </a:lnTo>
                  <a:lnTo>
                    <a:pt x="13741" y="824534"/>
                  </a:lnTo>
                  <a:lnTo>
                    <a:pt x="14528" y="824534"/>
                  </a:lnTo>
                  <a:lnTo>
                    <a:pt x="17576" y="827570"/>
                  </a:lnTo>
                  <a:lnTo>
                    <a:pt x="17576" y="829094"/>
                  </a:lnTo>
                  <a:lnTo>
                    <a:pt x="18351" y="829094"/>
                  </a:lnTo>
                  <a:lnTo>
                    <a:pt x="50380" y="851484"/>
                  </a:lnTo>
                  <a:lnTo>
                    <a:pt x="91808" y="869607"/>
                  </a:lnTo>
                  <a:lnTo>
                    <a:pt x="139738" y="883907"/>
                  </a:lnTo>
                  <a:lnTo>
                    <a:pt x="191325" y="894803"/>
                  </a:lnTo>
                  <a:lnTo>
                    <a:pt x="243687" y="902754"/>
                  </a:lnTo>
                  <a:lnTo>
                    <a:pt x="293966" y="908189"/>
                  </a:lnTo>
                  <a:lnTo>
                    <a:pt x="339293" y="911542"/>
                  </a:lnTo>
                  <a:lnTo>
                    <a:pt x="473862" y="914019"/>
                  </a:lnTo>
                  <a:lnTo>
                    <a:pt x="548424" y="914019"/>
                  </a:lnTo>
                  <a:lnTo>
                    <a:pt x="620610" y="906437"/>
                  </a:lnTo>
                  <a:lnTo>
                    <a:pt x="670661" y="898194"/>
                  </a:lnTo>
                  <a:lnTo>
                    <a:pt x="716584" y="887895"/>
                  </a:lnTo>
                  <a:lnTo>
                    <a:pt x="757466" y="875538"/>
                  </a:lnTo>
                  <a:lnTo>
                    <a:pt x="820445" y="844613"/>
                  </a:lnTo>
                  <a:lnTo>
                    <a:pt x="844537" y="820750"/>
                  </a:lnTo>
                  <a:lnTo>
                    <a:pt x="845299" y="820750"/>
                  </a:lnTo>
                  <a:lnTo>
                    <a:pt x="845299" y="819988"/>
                  </a:lnTo>
                  <a:lnTo>
                    <a:pt x="847598" y="813917"/>
                  </a:lnTo>
                  <a:lnTo>
                    <a:pt x="848360" y="813917"/>
                  </a:lnTo>
                  <a:lnTo>
                    <a:pt x="848360" y="813168"/>
                  </a:lnTo>
                  <a:lnTo>
                    <a:pt x="849884" y="807859"/>
                  </a:lnTo>
                  <a:lnTo>
                    <a:pt x="849884" y="807097"/>
                  </a:lnTo>
                  <a:lnTo>
                    <a:pt x="850646" y="800277"/>
                  </a:lnTo>
                  <a:lnTo>
                    <a:pt x="850646" y="118541"/>
                  </a:lnTo>
                  <a:lnTo>
                    <a:pt x="850646" y="117792"/>
                  </a:lnTo>
                  <a:close/>
                </a:path>
              </a:pathLst>
            </a:custGeom>
            <a:solidFill>
              <a:srgbClr val="4A7EBB"/>
            </a:solidFill>
          </p:spPr>
          <p:txBody>
            <a:bodyPr wrap="square" lIns="0" tIns="0" rIns="0" bIns="0" rtlCol="0"/>
            <a:lstStyle/>
            <a:p>
              <a:endParaRPr/>
            </a:p>
          </p:txBody>
        </p:sp>
        <p:pic>
          <p:nvPicPr>
            <p:cNvPr id="31" name="object 31"/>
            <p:cNvPicPr/>
            <p:nvPr/>
          </p:nvPicPr>
          <p:blipFill>
            <a:blip r:embed="rId5" cstate="print"/>
            <a:stretch>
              <a:fillRect/>
            </a:stretch>
          </p:blipFill>
          <p:spPr>
            <a:xfrm>
              <a:off x="8382000" y="5041900"/>
              <a:ext cx="838200" cy="800100"/>
            </a:xfrm>
            <a:prstGeom prst="rect">
              <a:avLst/>
            </a:prstGeom>
          </p:spPr>
        </p:pic>
        <p:pic>
          <p:nvPicPr>
            <p:cNvPr id="32" name="object 32"/>
            <p:cNvPicPr/>
            <p:nvPr/>
          </p:nvPicPr>
          <p:blipFill>
            <a:blip r:embed="rId6" cstate="print"/>
            <a:stretch>
              <a:fillRect/>
            </a:stretch>
          </p:blipFill>
          <p:spPr>
            <a:xfrm>
              <a:off x="8382000" y="4927600"/>
              <a:ext cx="838200" cy="228600"/>
            </a:xfrm>
            <a:prstGeom prst="rect">
              <a:avLst/>
            </a:prstGeom>
          </p:spPr>
        </p:pic>
        <p:sp>
          <p:nvSpPr>
            <p:cNvPr id="33" name="object 33"/>
            <p:cNvSpPr/>
            <p:nvPr/>
          </p:nvSpPr>
          <p:spPr>
            <a:xfrm>
              <a:off x="8382000" y="4927599"/>
              <a:ext cx="850900" cy="927100"/>
            </a:xfrm>
            <a:custGeom>
              <a:avLst/>
              <a:gdLst/>
              <a:ahLst/>
              <a:cxnLst/>
              <a:rect l="l" t="t" r="r" b="b"/>
              <a:pathLst>
                <a:path w="850900" h="927100">
                  <a:moveTo>
                    <a:pt x="850646" y="118732"/>
                  </a:moveTo>
                  <a:lnTo>
                    <a:pt x="849884" y="111836"/>
                  </a:lnTo>
                  <a:lnTo>
                    <a:pt x="848360" y="105714"/>
                  </a:lnTo>
                  <a:lnTo>
                    <a:pt x="847598" y="105714"/>
                  </a:lnTo>
                  <a:lnTo>
                    <a:pt x="847598" y="104952"/>
                  </a:lnTo>
                  <a:lnTo>
                    <a:pt x="846556" y="102870"/>
                  </a:lnTo>
                  <a:lnTo>
                    <a:pt x="846556" y="135267"/>
                  </a:lnTo>
                  <a:lnTo>
                    <a:pt x="846556" y="138430"/>
                  </a:lnTo>
                  <a:lnTo>
                    <a:pt x="845362" y="138430"/>
                  </a:lnTo>
                  <a:lnTo>
                    <a:pt x="846556" y="135267"/>
                  </a:lnTo>
                  <a:lnTo>
                    <a:pt x="846556" y="102870"/>
                  </a:lnTo>
                  <a:lnTo>
                    <a:pt x="844537" y="98831"/>
                  </a:lnTo>
                  <a:lnTo>
                    <a:pt x="840714" y="95707"/>
                  </a:lnTo>
                  <a:lnTo>
                    <a:pt x="840714" y="114134"/>
                  </a:lnTo>
                  <a:lnTo>
                    <a:pt x="839952" y="113372"/>
                  </a:lnTo>
                  <a:lnTo>
                    <a:pt x="840714" y="119494"/>
                  </a:lnTo>
                  <a:lnTo>
                    <a:pt x="840714" y="124079"/>
                  </a:lnTo>
                  <a:lnTo>
                    <a:pt x="840714" y="144741"/>
                  </a:lnTo>
                  <a:lnTo>
                    <a:pt x="840714" y="812711"/>
                  </a:lnTo>
                  <a:lnTo>
                    <a:pt x="839190" y="818070"/>
                  </a:lnTo>
                  <a:lnTo>
                    <a:pt x="839190" y="817308"/>
                  </a:lnTo>
                  <a:lnTo>
                    <a:pt x="836129" y="823429"/>
                  </a:lnTo>
                  <a:lnTo>
                    <a:pt x="836891" y="822655"/>
                  </a:lnTo>
                  <a:lnTo>
                    <a:pt x="833069" y="828014"/>
                  </a:lnTo>
                  <a:lnTo>
                    <a:pt x="744258" y="877658"/>
                  </a:lnTo>
                  <a:lnTo>
                    <a:pt x="700722" y="889774"/>
                  </a:lnTo>
                  <a:lnTo>
                    <a:pt x="651967" y="899693"/>
                  </a:lnTo>
                  <a:lnTo>
                    <a:pt x="599020" y="907402"/>
                  </a:lnTo>
                  <a:lnTo>
                    <a:pt x="542937" y="912901"/>
                  </a:lnTo>
                  <a:lnTo>
                    <a:pt x="484530" y="916190"/>
                  </a:lnTo>
                  <a:lnTo>
                    <a:pt x="425450" y="917282"/>
                  </a:lnTo>
                  <a:lnTo>
                    <a:pt x="366255" y="916165"/>
                  </a:lnTo>
                  <a:lnTo>
                    <a:pt x="308025" y="912850"/>
                  </a:lnTo>
                  <a:lnTo>
                    <a:pt x="251866" y="907326"/>
                  </a:lnTo>
                  <a:lnTo>
                    <a:pt x="198831" y="899604"/>
                  </a:lnTo>
                  <a:lnTo>
                    <a:pt x="149936" y="889685"/>
                  </a:lnTo>
                  <a:lnTo>
                    <a:pt x="106248" y="877557"/>
                  </a:lnTo>
                  <a:lnTo>
                    <a:pt x="68757" y="863219"/>
                  </a:lnTo>
                  <a:lnTo>
                    <a:pt x="16814" y="828014"/>
                  </a:lnTo>
                  <a:lnTo>
                    <a:pt x="13754" y="822655"/>
                  </a:lnTo>
                  <a:lnTo>
                    <a:pt x="13754" y="823429"/>
                  </a:lnTo>
                  <a:lnTo>
                    <a:pt x="11468" y="817308"/>
                  </a:lnTo>
                  <a:lnTo>
                    <a:pt x="11468" y="818070"/>
                  </a:lnTo>
                  <a:lnTo>
                    <a:pt x="9944" y="812711"/>
                  </a:lnTo>
                  <a:lnTo>
                    <a:pt x="9944" y="145503"/>
                  </a:lnTo>
                  <a:lnTo>
                    <a:pt x="6121" y="139382"/>
                  </a:lnTo>
                  <a:lnTo>
                    <a:pt x="58851" y="180555"/>
                  </a:lnTo>
                  <a:lnTo>
                    <a:pt x="135102" y="207378"/>
                  </a:lnTo>
                  <a:lnTo>
                    <a:pt x="181203" y="217703"/>
                  </a:lnTo>
                  <a:lnTo>
                    <a:pt x="231394" y="225958"/>
                  </a:lnTo>
                  <a:lnTo>
                    <a:pt x="284759" y="232156"/>
                  </a:lnTo>
                  <a:lnTo>
                    <a:pt x="340398" y="236283"/>
                  </a:lnTo>
                  <a:lnTo>
                    <a:pt x="397395" y="238340"/>
                  </a:lnTo>
                  <a:lnTo>
                    <a:pt x="454825" y="238328"/>
                  </a:lnTo>
                  <a:lnTo>
                    <a:pt x="511784" y="236245"/>
                  </a:lnTo>
                  <a:lnTo>
                    <a:pt x="567347" y="232079"/>
                  </a:lnTo>
                  <a:lnTo>
                    <a:pt x="620610" y="225844"/>
                  </a:lnTo>
                  <a:lnTo>
                    <a:pt x="670661" y="217538"/>
                  </a:lnTo>
                  <a:lnTo>
                    <a:pt x="716584" y="207137"/>
                  </a:lnTo>
                  <a:lnTo>
                    <a:pt x="757466" y="194665"/>
                  </a:lnTo>
                  <a:lnTo>
                    <a:pt x="820445" y="163474"/>
                  </a:lnTo>
                  <a:lnTo>
                    <a:pt x="836891" y="148272"/>
                  </a:lnTo>
                  <a:lnTo>
                    <a:pt x="840714" y="144741"/>
                  </a:lnTo>
                  <a:lnTo>
                    <a:pt x="840714" y="124079"/>
                  </a:lnTo>
                  <a:lnTo>
                    <a:pt x="839190" y="129438"/>
                  </a:lnTo>
                  <a:lnTo>
                    <a:pt x="839190" y="128676"/>
                  </a:lnTo>
                  <a:lnTo>
                    <a:pt x="836129" y="134797"/>
                  </a:lnTo>
                  <a:lnTo>
                    <a:pt x="836891" y="134035"/>
                  </a:lnTo>
                  <a:lnTo>
                    <a:pt x="833069" y="139382"/>
                  </a:lnTo>
                  <a:lnTo>
                    <a:pt x="743686" y="189242"/>
                  </a:lnTo>
                  <a:lnTo>
                    <a:pt x="700125" y="201422"/>
                  </a:lnTo>
                  <a:lnTo>
                    <a:pt x="651395" y="211391"/>
                  </a:lnTo>
                  <a:lnTo>
                    <a:pt x="598538" y="219138"/>
                  </a:lnTo>
                  <a:lnTo>
                    <a:pt x="542569" y="224663"/>
                  </a:lnTo>
                  <a:lnTo>
                    <a:pt x="484530" y="227977"/>
                  </a:lnTo>
                  <a:lnTo>
                    <a:pt x="425450" y="229082"/>
                  </a:lnTo>
                  <a:lnTo>
                    <a:pt x="366255" y="227952"/>
                  </a:lnTo>
                  <a:lnTo>
                    <a:pt x="308025" y="224612"/>
                  </a:lnTo>
                  <a:lnTo>
                    <a:pt x="252260" y="219087"/>
                  </a:lnTo>
                  <a:lnTo>
                    <a:pt x="199313" y="211340"/>
                  </a:lnTo>
                  <a:lnTo>
                    <a:pt x="150456" y="201358"/>
                  </a:lnTo>
                  <a:lnTo>
                    <a:pt x="106768" y="189191"/>
                  </a:lnTo>
                  <a:lnTo>
                    <a:pt x="69240" y="174802"/>
                  </a:lnTo>
                  <a:lnTo>
                    <a:pt x="16814" y="139382"/>
                  </a:lnTo>
                  <a:lnTo>
                    <a:pt x="13754" y="134035"/>
                  </a:lnTo>
                  <a:lnTo>
                    <a:pt x="13754" y="134797"/>
                  </a:lnTo>
                  <a:lnTo>
                    <a:pt x="11468" y="128676"/>
                  </a:lnTo>
                  <a:lnTo>
                    <a:pt x="11468" y="129438"/>
                  </a:lnTo>
                  <a:lnTo>
                    <a:pt x="9944" y="124079"/>
                  </a:lnTo>
                  <a:lnTo>
                    <a:pt x="9944" y="118732"/>
                  </a:lnTo>
                  <a:lnTo>
                    <a:pt x="9944" y="114134"/>
                  </a:lnTo>
                  <a:lnTo>
                    <a:pt x="11468" y="108775"/>
                  </a:lnTo>
                  <a:lnTo>
                    <a:pt x="11468" y="109550"/>
                  </a:lnTo>
                  <a:lnTo>
                    <a:pt x="13754" y="103428"/>
                  </a:lnTo>
                  <a:lnTo>
                    <a:pt x="13754" y="104190"/>
                  </a:lnTo>
                  <a:lnTo>
                    <a:pt x="68808" y="63373"/>
                  </a:lnTo>
                  <a:lnTo>
                    <a:pt x="106349" y="48971"/>
                  </a:lnTo>
                  <a:lnTo>
                    <a:pt x="150469" y="36753"/>
                  </a:lnTo>
                  <a:lnTo>
                    <a:pt x="199999" y="26771"/>
                  </a:lnTo>
                  <a:lnTo>
                    <a:pt x="253873" y="19011"/>
                  </a:lnTo>
                  <a:lnTo>
                    <a:pt x="310972" y="13500"/>
                  </a:lnTo>
                  <a:lnTo>
                    <a:pt x="370192" y="10236"/>
                  </a:lnTo>
                  <a:lnTo>
                    <a:pt x="430428" y="9245"/>
                  </a:lnTo>
                  <a:lnTo>
                    <a:pt x="490588" y="10541"/>
                  </a:lnTo>
                  <a:lnTo>
                    <a:pt x="549567" y="14109"/>
                  </a:lnTo>
                  <a:lnTo>
                    <a:pt x="606272" y="19989"/>
                  </a:lnTo>
                  <a:lnTo>
                    <a:pt x="659587" y="28181"/>
                  </a:lnTo>
                  <a:lnTo>
                    <a:pt x="708431" y="38684"/>
                  </a:lnTo>
                  <a:lnTo>
                    <a:pt x="751674" y="51536"/>
                  </a:lnTo>
                  <a:lnTo>
                    <a:pt x="788238" y="66725"/>
                  </a:lnTo>
                  <a:lnTo>
                    <a:pt x="836891" y="104190"/>
                  </a:lnTo>
                  <a:lnTo>
                    <a:pt x="839190" y="109550"/>
                  </a:lnTo>
                  <a:lnTo>
                    <a:pt x="839190" y="108775"/>
                  </a:lnTo>
                  <a:lnTo>
                    <a:pt x="840714" y="114134"/>
                  </a:lnTo>
                  <a:lnTo>
                    <a:pt x="840714" y="95707"/>
                  </a:lnTo>
                  <a:lnTo>
                    <a:pt x="798944" y="61493"/>
                  </a:lnTo>
                  <a:lnTo>
                    <a:pt x="724065" y="33020"/>
                  </a:lnTo>
                  <a:lnTo>
                    <a:pt x="678053" y="22072"/>
                  </a:lnTo>
                  <a:lnTo>
                    <a:pt x="627621" y="13309"/>
                  </a:lnTo>
                  <a:lnTo>
                    <a:pt x="573722" y="6718"/>
                  </a:lnTo>
                  <a:lnTo>
                    <a:pt x="517347" y="2286"/>
                  </a:lnTo>
                  <a:lnTo>
                    <a:pt x="459447" y="12"/>
                  </a:lnTo>
                  <a:lnTo>
                    <a:pt x="397395" y="0"/>
                  </a:lnTo>
                  <a:lnTo>
                    <a:pt x="342925" y="1879"/>
                  </a:lnTo>
                  <a:lnTo>
                    <a:pt x="286245" y="6007"/>
                  </a:lnTo>
                  <a:lnTo>
                    <a:pt x="231914" y="12242"/>
                  </a:lnTo>
                  <a:lnTo>
                    <a:pt x="180886" y="20586"/>
                  </a:lnTo>
                  <a:lnTo>
                    <a:pt x="134124" y="31013"/>
                  </a:lnTo>
                  <a:lnTo>
                    <a:pt x="92608" y="43535"/>
                  </a:lnTo>
                  <a:lnTo>
                    <a:pt x="29171" y="74777"/>
                  </a:lnTo>
                  <a:lnTo>
                    <a:pt x="6121" y="98831"/>
                  </a:lnTo>
                  <a:lnTo>
                    <a:pt x="5359" y="98831"/>
                  </a:lnTo>
                  <a:lnTo>
                    <a:pt x="5359" y="99593"/>
                  </a:lnTo>
                  <a:lnTo>
                    <a:pt x="5283" y="99796"/>
                  </a:lnTo>
                  <a:lnTo>
                    <a:pt x="5283" y="138430"/>
                  </a:lnTo>
                  <a:lnTo>
                    <a:pt x="4089" y="138430"/>
                  </a:lnTo>
                  <a:lnTo>
                    <a:pt x="4089" y="135255"/>
                  </a:lnTo>
                  <a:lnTo>
                    <a:pt x="5283" y="138430"/>
                  </a:lnTo>
                  <a:lnTo>
                    <a:pt x="5283" y="99796"/>
                  </a:lnTo>
                  <a:lnTo>
                    <a:pt x="3060" y="105714"/>
                  </a:lnTo>
                  <a:lnTo>
                    <a:pt x="2298" y="105714"/>
                  </a:lnTo>
                  <a:lnTo>
                    <a:pt x="2298" y="131737"/>
                  </a:lnTo>
                  <a:lnTo>
                    <a:pt x="2298" y="132080"/>
                  </a:lnTo>
                  <a:lnTo>
                    <a:pt x="1676" y="132080"/>
                  </a:lnTo>
                  <a:lnTo>
                    <a:pt x="1676" y="129578"/>
                  </a:lnTo>
                  <a:lnTo>
                    <a:pt x="2298" y="131737"/>
                  </a:lnTo>
                  <a:lnTo>
                    <a:pt x="2298" y="105714"/>
                  </a:lnTo>
                  <a:lnTo>
                    <a:pt x="939" y="111137"/>
                  </a:lnTo>
                  <a:lnTo>
                    <a:pt x="939" y="127000"/>
                  </a:lnTo>
                  <a:lnTo>
                    <a:pt x="431" y="127000"/>
                  </a:lnTo>
                  <a:lnTo>
                    <a:pt x="431" y="122897"/>
                  </a:lnTo>
                  <a:lnTo>
                    <a:pt x="762" y="126377"/>
                  </a:lnTo>
                  <a:lnTo>
                    <a:pt x="939" y="127000"/>
                  </a:lnTo>
                  <a:lnTo>
                    <a:pt x="939" y="111137"/>
                  </a:lnTo>
                  <a:lnTo>
                    <a:pt x="762" y="111836"/>
                  </a:lnTo>
                  <a:lnTo>
                    <a:pt x="38" y="118732"/>
                  </a:lnTo>
                  <a:lnTo>
                    <a:pt x="88" y="119380"/>
                  </a:lnTo>
                  <a:lnTo>
                    <a:pt x="0" y="127000"/>
                  </a:lnTo>
                  <a:lnTo>
                    <a:pt x="0" y="132080"/>
                  </a:lnTo>
                  <a:lnTo>
                    <a:pt x="0" y="807720"/>
                  </a:lnTo>
                  <a:lnTo>
                    <a:pt x="381" y="807720"/>
                  </a:lnTo>
                  <a:lnTo>
                    <a:pt x="381" y="815340"/>
                  </a:lnTo>
                  <a:lnTo>
                    <a:pt x="1587" y="815340"/>
                  </a:lnTo>
                  <a:lnTo>
                    <a:pt x="1587" y="820420"/>
                  </a:lnTo>
                  <a:lnTo>
                    <a:pt x="2298" y="820420"/>
                  </a:lnTo>
                  <a:lnTo>
                    <a:pt x="2298" y="821690"/>
                  </a:lnTo>
                  <a:lnTo>
                    <a:pt x="4229" y="821690"/>
                  </a:lnTo>
                  <a:lnTo>
                    <a:pt x="4229" y="826770"/>
                  </a:lnTo>
                  <a:lnTo>
                    <a:pt x="5359" y="826770"/>
                  </a:lnTo>
                  <a:lnTo>
                    <a:pt x="5359" y="828014"/>
                  </a:lnTo>
                  <a:lnTo>
                    <a:pt x="6121" y="828014"/>
                  </a:lnTo>
                  <a:lnTo>
                    <a:pt x="9944" y="834136"/>
                  </a:lnTo>
                  <a:lnTo>
                    <a:pt x="58851" y="869188"/>
                  </a:lnTo>
                  <a:lnTo>
                    <a:pt x="135102" y="896010"/>
                  </a:lnTo>
                  <a:lnTo>
                    <a:pt x="181203" y="906335"/>
                  </a:lnTo>
                  <a:lnTo>
                    <a:pt x="231394" y="914590"/>
                  </a:lnTo>
                  <a:lnTo>
                    <a:pt x="284759" y="920788"/>
                  </a:lnTo>
                  <a:lnTo>
                    <a:pt x="340398" y="924915"/>
                  </a:lnTo>
                  <a:lnTo>
                    <a:pt x="397395" y="926973"/>
                  </a:lnTo>
                  <a:lnTo>
                    <a:pt x="454825" y="926960"/>
                  </a:lnTo>
                  <a:lnTo>
                    <a:pt x="511784" y="924877"/>
                  </a:lnTo>
                  <a:lnTo>
                    <a:pt x="567347" y="920711"/>
                  </a:lnTo>
                  <a:lnTo>
                    <a:pt x="620610" y="914476"/>
                  </a:lnTo>
                  <a:lnTo>
                    <a:pt x="670661" y="906170"/>
                  </a:lnTo>
                  <a:lnTo>
                    <a:pt x="716584" y="895769"/>
                  </a:lnTo>
                  <a:lnTo>
                    <a:pt x="757466" y="883297"/>
                  </a:lnTo>
                  <a:lnTo>
                    <a:pt x="820445" y="852106"/>
                  </a:lnTo>
                  <a:lnTo>
                    <a:pt x="836891" y="836904"/>
                  </a:lnTo>
                  <a:lnTo>
                    <a:pt x="840714" y="833374"/>
                  </a:lnTo>
                  <a:lnTo>
                    <a:pt x="844537" y="828014"/>
                  </a:lnTo>
                  <a:lnTo>
                    <a:pt x="845299" y="828014"/>
                  </a:lnTo>
                  <a:lnTo>
                    <a:pt x="845299" y="826770"/>
                  </a:lnTo>
                  <a:lnTo>
                    <a:pt x="846429" y="826770"/>
                  </a:lnTo>
                  <a:lnTo>
                    <a:pt x="846429" y="821690"/>
                  </a:lnTo>
                  <a:lnTo>
                    <a:pt x="848360" y="821690"/>
                  </a:lnTo>
                  <a:lnTo>
                    <a:pt x="848360" y="820369"/>
                  </a:lnTo>
                  <a:lnTo>
                    <a:pt x="849884" y="815009"/>
                  </a:lnTo>
                  <a:lnTo>
                    <a:pt x="849884" y="814247"/>
                  </a:lnTo>
                  <a:lnTo>
                    <a:pt x="850646" y="807351"/>
                  </a:lnTo>
                  <a:lnTo>
                    <a:pt x="850646" y="119494"/>
                  </a:lnTo>
                  <a:lnTo>
                    <a:pt x="850646" y="118732"/>
                  </a:lnTo>
                  <a:close/>
                </a:path>
              </a:pathLst>
            </a:custGeom>
            <a:solidFill>
              <a:srgbClr val="4A7EBB"/>
            </a:solidFill>
          </p:spPr>
          <p:txBody>
            <a:bodyPr wrap="square" lIns="0" tIns="0" rIns="0" bIns="0" rtlCol="0"/>
            <a:lstStyle/>
            <a:p>
              <a:endParaRPr/>
            </a:p>
          </p:txBody>
        </p:sp>
      </p:grpSp>
      <p:sp>
        <p:nvSpPr>
          <p:cNvPr id="34" name="object 34"/>
          <p:cNvSpPr txBox="1"/>
          <p:nvPr/>
        </p:nvSpPr>
        <p:spPr>
          <a:xfrm>
            <a:off x="8837437" y="5716742"/>
            <a:ext cx="506730" cy="299720"/>
          </a:xfrm>
          <a:prstGeom prst="rect">
            <a:avLst/>
          </a:prstGeom>
        </p:spPr>
        <p:txBody>
          <a:bodyPr vert="horz" wrap="square" lIns="0" tIns="12700" rIns="0" bIns="0" rtlCol="0">
            <a:spAutoFit/>
          </a:bodyPr>
          <a:lstStyle/>
          <a:p>
            <a:pPr marL="12700">
              <a:lnSpc>
                <a:spcPct val="100000"/>
              </a:lnSpc>
              <a:spcBef>
                <a:spcPts val="100"/>
              </a:spcBef>
            </a:pPr>
            <a:r>
              <a:rPr sz="1800" spc="40" dirty="0">
                <a:latin typeface="Calibri"/>
                <a:cs typeface="Calibri"/>
              </a:rPr>
              <a:t>L</a:t>
            </a:r>
            <a:r>
              <a:rPr sz="1800" spc="-10" dirty="0">
                <a:latin typeface="Calibri"/>
                <a:cs typeface="Calibri"/>
              </a:rPr>
              <a:t>D</a:t>
            </a:r>
            <a:r>
              <a:rPr sz="1800" spc="-45" dirty="0">
                <a:latin typeface="Calibri"/>
                <a:cs typeface="Calibri"/>
              </a:rPr>
              <a:t>AP</a:t>
            </a:r>
            <a:endParaRPr sz="1800">
              <a:latin typeface="Calibri"/>
              <a:cs typeface="Calibri"/>
            </a:endParaRPr>
          </a:p>
        </p:txBody>
      </p:sp>
      <p:sp>
        <p:nvSpPr>
          <p:cNvPr id="35" name="object 35"/>
          <p:cNvSpPr txBox="1"/>
          <p:nvPr/>
        </p:nvSpPr>
        <p:spPr>
          <a:xfrm>
            <a:off x="1371600" y="1676400"/>
            <a:ext cx="6972934" cy="1646555"/>
          </a:xfrm>
          <a:prstGeom prst="rect">
            <a:avLst/>
          </a:prstGeom>
        </p:spPr>
        <p:txBody>
          <a:bodyPr vert="horz" wrap="square" lIns="0" tIns="165100" rIns="0" bIns="0" rtlCol="0">
            <a:spAutoFit/>
          </a:bodyPr>
          <a:lstStyle/>
          <a:p>
            <a:pPr marL="241300" indent="-228600">
              <a:lnSpc>
                <a:spcPct val="100000"/>
              </a:lnSpc>
              <a:spcBef>
                <a:spcPts val="1300"/>
              </a:spcBef>
              <a:buClr>
                <a:srgbClr val="E48312"/>
              </a:buClr>
              <a:buSzPct val="95000"/>
              <a:buFont typeface="Wingdings"/>
              <a:buChar char=""/>
              <a:tabLst>
                <a:tab pos="241300" algn="l"/>
              </a:tabLst>
            </a:pPr>
            <a:r>
              <a:rPr sz="2000" spc="5" dirty="0">
                <a:solidFill>
                  <a:srgbClr val="404040"/>
                </a:solidFill>
                <a:latin typeface="Calibri"/>
                <a:cs typeface="Calibri"/>
              </a:rPr>
              <a:t>Un</a:t>
            </a:r>
            <a:r>
              <a:rPr sz="2000" spc="-5" dirty="0">
                <a:solidFill>
                  <a:srgbClr val="404040"/>
                </a:solidFill>
                <a:latin typeface="Calibri"/>
                <a:cs typeface="Calibri"/>
              </a:rPr>
              <a:t> </a:t>
            </a:r>
            <a:r>
              <a:rPr sz="2000" spc="20" dirty="0">
                <a:solidFill>
                  <a:srgbClr val="404040"/>
                </a:solidFill>
                <a:latin typeface="Calibri"/>
                <a:cs typeface="Calibri"/>
              </a:rPr>
              <a:t>modèle</a:t>
            </a:r>
            <a:r>
              <a:rPr sz="2000" spc="-150" dirty="0">
                <a:solidFill>
                  <a:srgbClr val="404040"/>
                </a:solidFill>
                <a:latin typeface="Calibri"/>
                <a:cs typeface="Calibri"/>
              </a:rPr>
              <a:t> </a:t>
            </a:r>
            <a:r>
              <a:rPr sz="2000" spc="20" dirty="0">
                <a:solidFill>
                  <a:srgbClr val="404040"/>
                </a:solidFill>
                <a:latin typeface="Calibri"/>
                <a:cs typeface="Calibri"/>
              </a:rPr>
              <a:t>de</a:t>
            </a:r>
            <a:r>
              <a:rPr sz="2000" spc="-50" dirty="0">
                <a:solidFill>
                  <a:srgbClr val="404040"/>
                </a:solidFill>
                <a:latin typeface="Calibri"/>
                <a:cs typeface="Calibri"/>
              </a:rPr>
              <a:t> </a:t>
            </a:r>
            <a:r>
              <a:rPr sz="2000" spc="15" dirty="0">
                <a:solidFill>
                  <a:srgbClr val="404040"/>
                </a:solidFill>
                <a:latin typeface="Calibri"/>
                <a:cs typeface="Calibri"/>
              </a:rPr>
              <a:t>CU</a:t>
            </a:r>
            <a:r>
              <a:rPr sz="2000" spc="-35" dirty="0">
                <a:solidFill>
                  <a:srgbClr val="404040"/>
                </a:solidFill>
                <a:latin typeface="Calibri"/>
                <a:cs typeface="Calibri"/>
              </a:rPr>
              <a:t> </a:t>
            </a:r>
            <a:r>
              <a:rPr sz="2000" spc="5" dirty="0">
                <a:solidFill>
                  <a:srgbClr val="404040"/>
                </a:solidFill>
                <a:latin typeface="Calibri"/>
                <a:cs typeface="Calibri"/>
              </a:rPr>
              <a:t>décrit</a:t>
            </a:r>
            <a:r>
              <a:rPr sz="2000" spc="-25" dirty="0">
                <a:solidFill>
                  <a:srgbClr val="404040"/>
                </a:solidFill>
                <a:latin typeface="Calibri"/>
                <a:cs typeface="Calibri"/>
              </a:rPr>
              <a:t> </a:t>
            </a:r>
            <a:r>
              <a:rPr sz="2000" spc="10" dirty="0">
                <a:solidFill>
                  <a:srgbClr val="404040"/>
                </a:solidFill>
                <a:latin typeface="Calibri"/>
                <a:cs typeface="Calibri"/>
              </a:rPr>
              <a:t>les</a:t>
            </a:r>
            <a:r>
              <a:rPr sz="2000" spc="-35" dirty="0">
                <a:solidFill>
                  <a:srgbClr val="404040"/>
                </a:solidFill>
                <a:latin typeface="Calibri"/>
                <a:cs typeface="Calibri"/>
              </a:rPr>
              <a:t> </a:t>
            </a:r>
            <a:r>
              <a:rPr sz="2000" dirty="0">
                <a:solidFill>
                  <a:srgbClr val="404040"/>
                </a:solidFill>
                <a:latin typeface="Calibri"/>
                <a:cs typeface="Calibri"/>
              </a:rPr>
              <a:t>exigences</a:t>
            </a:r>
            <a:r>
              <a:rPr sz="2000" spc="-140" dirty="0">
                <a:solidFill>
                  <a:srgbClr val="404040"/>
                </a:solidFill>
                <a:latin typeface="Calibri"/>
                <a:cs typeface="Calibri"/>
              </a:rPr>
              <a:t> </a:t>
            </a:r>
            <a:r>
              <a:rPr sz="2000" spc="20" dirty="0">
                <a:solidFill>
                  <a:srgbClr val="404040"/>
                </a:solidFill>
                <a:latin typeface="Calibri"/>
                <a:cs typeface="Calibri"/>
              </a:rPr>
              <a:t>fonctionnelles</a:t>
            </a:r>
            <a:r>
              <a:rPr sz="2000" spc="-135" dirty="0">
                <a:solidFill>
                  <a:srgbClr val="404040"/>
                </a:solidFill>
                <a:latin typeface="Calibri"/>
                <a:cs typeface="Calibri"/>
              </a:rPr>
              <a:t> </a:t>
            </a:r>
            <a:r>
              <a:rPr sz="2000" spc="20" dirty="0">
                <a:solidFill>
                  <a:srgbClr val="404040"/>
                </a:solidFill>
                <a:latin typeface="Calibri"/>
                <a:cs typeface="Calibri"/>
              </a:rPr>
              <a:t>du</a:t>
            </a:r>
            <a:r>
              <a:rPr sz="2000" spc="-105" dirty="0">
                <a:solidFill>
                  <a:srgbClr val="404040"/>
                </a:solidFill>
                <a:latin typeface="Calibri"/>
                <a:cs typeface="Calibri"/>
              </a:rPr>
              <a:t> </a:t>
            </a:r>
            <a:r>
              <a:rPr sz="2000" spc="5" dirty="0">
                <a:solidFill>
                  <a:srgbClr val="404040"/>
                </a:solidFill>
                <a:latin typeface="Calibri"/>
                <a:cs typeface="Calibri"/>
              </a:rPr>
              <a:t>système.</a:t>
            </a:r>
            <a:endParaRPr sz="2000" dirty="0">
              <a:latin typeface="Calibri"/>
              <a:cs typeface="Calibri"/>
            </a:endParaRPr>
          </a:p>
          <a:p>
            <a:pPr marL="241300" indent="-228600">
              <a:lnSpc>
                <a:spcPct val="100000"/>
              </a:lnSpc>
              <a:spcBef>
                <a:spcPts val="1200"/>
              </a:spcBef>
              <a:buClr>
                <a:srgbClr val="E48312"/>
              </a:buClr>
              <a:buSzPct val="95000"/>
              <a:buFont typeface="Wingdings"/>
              <a:buChar char=""/>
              <a:tabLst>
                <a:tab pos="241300" algn="l"/>
              </a:tabLst>
            </a:pPr>
            <a:r>
              <a:rPr sz="2000" spc="-35" dirty="0">
                <a:solidFill>
                  <a:srgbClr val="404040"/>
                </a:solidFill>
                <a:latin typeface="Calibri"/>
                <a:cs typeface="Calibri"/>
              </a:rPr>
              <a:t>D</a:t>
            </a:r>
            <a:r>
              <a:rPr sz="2000" dirty="0">
                <a:solidFill>
                  <a:srgbClr val="404040"/>
                </a:solidFill>
                <a:latin typeface="Calibri"/>
                <a:cs typeface="Calibri"/>
              </a:rPr>
              <a:t>é</a:t>
            </a:r>
            <a:r>
              <a:rPr sz="2000" spc="-50" dirty="0">
                <a:solidFill>
                  <a:srgbClr val="404040"/>
                </a:solidFill>
                <a:latin typeface="Calibri"/>
                <a:cs typeface="Calibri"/>
              </a:rPr>
              <a:t>c</a:t>
            </a:r>
            <a:r>
              <a:rPr sz="2000" dirty="0">
                <a:solidFill>
                  <a:srgbClr val="404040"/>
                </a:solidFill>
                <a:latin typeface="Calibri"/>
                <a:cs typeface="Calibri"/>
              </a:rPr>
              <a:t>r</a:t>
            </a:r>
            <a:r>
              <a:rPr sz="2000" spc="40" dirty="0">
                <a:solidFill>
                  <a:srgbClr val="404040"/>
                </a:solidFill>
                <a:latin typeface="Calibri"/>
                <a:cs typeface="Calibri"/>
              </a:rPr>
              <a:t>i</a:t>
            </a:r>
            <a:r>
              <a:rPr sz="2000" dirty="0">
                <a:solidFill>
                  <a:srgbClr val="404040"/>
                </a:solidFill>
                <a:latin typeface="Calibri"/>
                <a:cs typeface="Calibri"/>
              </a:rPr>
              <a:t>t</a:t>
            </a:r>
            <a:r>
              <a:rPr sz="2000" spc="75" dirty="0">
                <a:solidFill>
                  <a:srgbClr val="404040"/>
                </a:solidFill>
                <a:latin typeface="Calibri"/>
                <a:cs typeface="Calibri"/>
              </a:rPr>
              <a:t> </a:t>
            </a:r>
            <a:r>
              <a:rPr sz="2000" spc="40" dirty="0">
                <a:solidFill>
                  <a:srgbClr val="404040"/>
                </a:solidFill>
                <a:latin typeface="Calibri"/>
                <a:cs typeface="Calibri"/>
              </a:rPr>
              <a:t>l</a:t>
            </a:r>
            <a:r>
              <a:rPr sz="2000" dirty="0">
                <a:solidFill>
                  <a:srgbClr val="404040"/>
                </a:solidFill>
                <a:latin typeface="Calibri"/>
                <a:cs typeface="Calibri"/>
              </a:rPr>
              <a:t>a</a:t>
            </a:r>
            <a:r>
              <a:rPr sz="2000" spc="-110" dirty="0">
                <a:solidFill>
                  <a:srgbClr val="404040"/>
                </a:solidFill>
                <a:latin typeface="Calibri"/>
                <a:cs typeface="Calibri"/>
              </a:rPr>
              <a:t> </a:t>
            </a:r>
            <a:r>
              <a:rPr sz="2000" spc="-15" dirty="0">
                <a:solidFill>
                  <a:srgbClr val="404040"/>
                </a:solidFill>
                <a:latin typeface="Calibri"/>
                <a:cs typeface="Calibri"/>
              </a:rPr>
              <a:t>f</a:t>
            </a:r>
            <a:r>
              <a:rPr sz="2000" spc="40" dirty="0">
                <a:solidFill>
                  <a:srgbClr val="404040"/>
                </a:solidFill>
                <a:latin typeface="Calibri"/>
                <a:cs typeface="Calibri"/>
              </a:rPr>
              <a:t>a</a:t>
            </a:r>
            <a:r>
              <a:rPr sz="2000" spc="-50" dirty="0">
                <a:solidFill>
                  <a:srgbClr val="404040"/>
                </a:solidFill>
                <a:latin typeface="Calibri"/>
                <a:cs typeface="Calibri"/>
              </a:rPr>
              <a:t>ç</a:t>
            </a:r>
            <a:r>
              <a:rPr sz="2000" spc="45" dirty="0">
                <a:solidFill>
                  <a:srgbClr val="404040"/>
                </a:solidFill>
                <a:latin typeface="Calibri"/>
                <a:cs typeface="Calibri"/>
              </a:rPr>
              <a:t>o</a:t>
            </a:r>
            <a:r>
              <a:rPr sz="2000" dirty="0">
                <a:solidFill>
                  <a:srgbClr val="404040"/>
                </a:solidFill>
                <a:latin typeface="Calibri"/>
                <a:cs typeface="Calibri"/>
              </a:rPr>
              <a:t>n</a:t>
            </a:r>
            <a:r>
              <a:rPr sz="2000" spc="-5" dirty="0">
                <a:solidFill>
                  <a:srgbClr val="404040"/>
                </a:solidFill>
                <a:latin typeface="Calibri"/>
                <a:cs typeface="Calibri"/>
              </a:rPr>
              <a:t> </a:t>
            </a:r>
            <a:r>
              <a:rPr sz="2000" spc="45" dirty="0">
                <a:solidFill>
                  <a:srgbClr val="404040"/>
                </a:solidFill>
                <a:latin typeface="Calibri"/>
                <a:cs typeface="Calibri"/>
              </a:rPr>
              <a:t>don</a:t>
            </a:r>
            <a:r>
              <a:rPr sz="2000" dirty="0">
                <a:solidFill>
                  <a:srgbClr val="404040"/>
                </a:solidFill>
                <a:latin typeface="Calibri"/>
                <a:cs typeface="Calibri"/>
              </a:rPr>
              <a:t>t</a:t>
            </a:r>
            <a:r>
              <a:rPr sz="2000" spc="-125" dirty="0">
                <a:solidFill>
                  <a:srgbClr val="404040"/>
                </a:solidFill>
                <a:latin typeface="Calibri"/>
                <a:cs typeface="Calibri"/>
              </a:rPr>
              <a:t> </a:t>
            </a:r>
            <a:r>
              <a:rPr sz="2000" spc="40" dirty="0">
                <a:solidFill>
                  <a:srgbClr val="404040"/>
                </a:solidFill>
                <a:latin typeface="Calibri"/>
                <a:cs typeface="Calibri"/>
              </a:rPr>
              <a:t>l</a:t>
            </a:r>
            <a:r>
              <a:rPr sz="2000" dirty="0">
                <a:solidFill>
                  <a:srgbClr val="404040"/>
                </a:solidFill>
                <a:latin typeface="Calibri"/>
                <a:cs typeface="Calibri"/>
              </a:rPr>
              <a:t>e</a:t>
            </a:r>
            <a:r>
              <a:rPr sz="2000" spc="-150" dirty="0">
                <a:solidFill>
                  <a:srgbClr val="404040"/>
                </a:solidFill>
                <a:latin typeface="Calibri"/>
                <a:cs typeface="Calibri"/>
              </a:rPr>
              <a:t> </a:t>
            </a:r>
            <a:r>
              <a:rPr sz="2000" spc="15" dirty="0">
                <a:solidFill>
                  <a:srgbClr val="404040"/>
                </a:solidFill>
                <a:latin typeface="Calibri"/>
                <a:cs typeface="Calibri"/>
              </a:rPr>
              <a:t>s</a:t>
            </a:r>
            <a:r>
              <a:rPr sz="2000" spc="-10" dirty="0">
                <a:solidFill>
                  <a:srgbClr val="404040"/>
                </a:solidFill>
                <a:latin typeface="Calibri"/>
                <a:cs typeface="Calibri"/>
              </a:rPr>
              <a:t>y</a:t>
            </a:r>
            <a:r>
              <a:rPr sz="2000" spc="15" dirty="0">
                <a:solidFill>
                  <a:srgbClr val="404040"/>
                </a:solidFill>
                <a:latin typeface="Calibri"/>
                <a:cs typeface="Calibri"/>
              </a:rPr>
              <a:t>s</a:t>
            </a:r>
            <a:r>
              <a:rPr sz="2000" spc="30" dirty="0">
                <a:solidFill>
                  <a:srgbClr val="404040"/>
                </a:solidFill>
                <a:latin typeface="Calibri"/>
                <a:cs typeface="Calibri"/>
              </a:rPr>
              <a:t>t</a:t>
            </a:r>
            <a:r>
              <a:rPr sz="2000" dirty="0">
                <a:solidFill>
                  <a:srgbClr val="404040"/>
                </a:solidFill>
                <a:latin typeface="Calibri"/>
                <a:cs typeface="Calibri"/>
              </a:rPr>
              <a:t>ème</a:t>
            </a:r>
            <a:r>
              <a:rPr sz="2000" spc="-150" dirty="0">
                <a:solidFill>
                  <a:srgbClr val="404040"/>
                </a:solidFill>
                <a:latin typeface="Calibri"/>
                <a:cs typeface="Calibri"/>
              </a:rPr>
              <a:t> </a:t>
            </a:r>
            <a:r>
              <a:rPr sz="2000" spc="-15" dirty="0">
                <a:solidFill>
                  <a:srgbClr val="404040"/>
                </a:solidFill>
                <a:latin typeface="Calibri"/>
                <a:cs typeface="Calibri"/>
              </a:rPr>
              <a:t>f</a:t>
            </a:r>
            <a:r>
              <a:rPr sz="2000" spc="45" dirty="0">
                <a:solidFill>
                  <a:srgbClr val="404040"/>
                </a:solidFill>
                <a:latin typeface="Calibri"/>
                <a:cs typeface="Calibri"/>
              </a:rPr>
              <a:t>on</a:t>
            </a:r>
            <a:r>
              <a:rPr sz="2000" spc="-50" dirty="0">
                <a:solidFill>
                  <a:srgbClr val="404040"/>
                </a:solidFill>
                <a:latin typeface="Calibri"/>
                <a:cs typeface="Calibri"/>
              </a:rPr>
              <a:t>c</a:t>
            </a:r>
            <a:r>
              <a:rPr sz="2000" spc="30" dirty="0">
                <a:solidFill>
                  <a:srgbClr val="404040"/>
                </a:solidFill>
                <a:latin typeface="Calibri"/>
                <a:cs typeface="Calibri"/>
              </a:rPr>
              <a:t>t</a:t>
            </a:r>
            <a:r>
              <a:rPr sz="2000" spc="40" dirty="0">
                <a:solidFill>
                  <a:srgbClr val="404040"/>
                </a:solidFill>
                <a:latin typeface="Calibri"/>
                <a:cs typeface="Calibri"/>
              </a:rPr>
              <a:t>i</a:t>
            </a:r>
            <a:r>
              <a:rPr sz="2000" spc="45" dirty="0">
                <a:solidFill>
                  <a:srgbClr val="404040"/>
                </a:solidFill>
                <a:latin typeface="Calibri"/>
                <a:cs typeface="Calibri"/>
              </a:rPr>
              <a:t>onn</a:t>
            </a:r>
            <a:r>
              <a:rPr sz="2000" dirty="0">
                <a:solidFill>
                  <a:srgbClr val="404040"/>
                </a:solidFill>
                <a:latin typeface="Calibri"/>
                <a:cs typeface="Calibri"/>
              </a:rPr>
              <a:t>e.</a:t>
            </a:r>
            <a:endParaRPr sz="2000" dirty="0">
              <a:latin typeface="Calibri"/>
              <a:cs typeface="Calibri"/>
            </a:endParaRPr>
          </a:p>
          <a:p>
            <a:pPr>
              <a:lnSpc>
                <a:spcPct val="100000"/>
              </a:lnSpc>
              <a:spcBef>
                <a:spcPts val="45"/>
              </a:spcBef>
            </a:pPr>
            <a:endParaRPr sz="2750" dirty="0">
              <a:latin typeface="Calibri"/>
              <a:cs typeface="Calibri"/>
            </a:endParaRPr>
          </a:p>
          <a:p>
            <a:pPr marL="1906270">
              <a:lnSpc>
                <a:spcPct val="100000"/>
              </a:lnSpc>
            </a:pPr>
            <a:r>
              <a:rPr sz="1800" b="1" dirty="0">
                <a:solidFill>
                  <a:srgbClr val="FF0000"/>
                </a:solidFill>
                <a:latin typeface="Calibri"/>
                <a:cs typeface="Calibri"/>
              </a:rPr>
              <a:t>UseCase</a:t>
            </a:r>
            <a:endParaRPr sz="1800" dirty="0">
              <a:latin typeface="Calibri"/>
              <a:cs typeface="Calibri"/>
            </a:endParaRPr>
          </a:p>
        </p:txBody>
      </p:sp>
      <p:grpSp>
        <p:nvGrpSpPr>
          <p:cNvPr id="36" name="object 36"/>
          <p:cNvGrpSpPr/>
          <p:nvPr/>
        </p:nvGrpSpPr>
        <p:grpSpPr>
          <a:xfrm>
            <a:off x="4401820" y="3242855"/>
            <a:ext cx="762000" cy="114300"/>
            <a:chOff x="4114800" y="2794000"/>
            <a:chExt cx="762000" cy="114300"/>
          </a:xfrm>
        </p:grpSpPr>
        <p:sp>
          <p:nvSpPr>
            <p:cNvPr id="37" name="object 37"/>
            <p:cNvSpPr/>
            <p:nvPr/>
          </p:nvSpPr>
          <p:spPr>
            <a:xfrm>
              <a:off x="4114800" y="2794000"/>
              <a:ext cx="687070" cy="80010"/>
            </a:xfrm>
            <a:custGeom>
              <a:avLst/>
              <a:gdLst/>
              <a:ahLst/>
              <a:cxnLst/>
              <a:rect l="l" t="t" r="r" b="b"/>
              <a:pathLst>
                <a:path w="687070" h="80010">
                  <a:moveTo>
                    <a:pt x="762" y="0"/>
                  </a:moveTo>
                  <a:lnTo>
                    <a:pt x="0" y="10130"/>
                  </a:lnTo>
                  <a:lnTo>
                    <a:pt x="686111" y="79766"/>
                  </a:lnTo>
                  <a:lnTo>
                    <a:pt x="687034" y="70416"/>
                  </a:lnTo>
                  <a:lnTo>
                    <a:pt x="762" y="0"/>
                  </a:lnTo>
                  <a:close/>
                </a:path>
              </a:pathLst>
            </a:custGeom>
            <a:solidFill>
              <a:srgbClr val="FF0000"/>
            </a:solidFill>
          </p:spPr>
          <p:txBody>
            <a:bodyPr wrap="square" lIns="0" tIns="0" rIns="0" bIns="0" rtlCol="0"/>
            <a:lstStyle/>
            <a:p>
              <a:endParaRPr/>
            </a:p>
          </p:txBody>
        </p:sp>
        <p:pic>
          <p:nvPicPr>
            <p:cNvPr id="38" name="object 38"/>
            <p:cNvPicPr/>
            <p:nvPr/>
          </p:nvPicPr>
          <p:blipFill>
            <a:blip r:embed="rId7" cstate="print"/>
            <a:stretch>
              <a:fillRect/>
            </a:stretch>
          </p:blipFill>
          <p:spPr>
            <a:xfrm>
              <a:off x="4797551" y="2830626"/>
              <a:ext cx="79248" cy="77152"/>
            </a:xfrm>
            <a:prstGeom prst="rect">
              <a:avLst/>
            </a:prstGeom>
          </p:spPr>
        </p:pic>
      </p:grpSp>
      <p:grpSp>
        <p:nvGrpSpPr>
          <p:cNvPr id="39" name="object 39"/>
          <p:cNvGrpSpPr/>
          <p:nvPr/>
        </p:nvGrpSpPr>
        <p:grpSpPr>
          <a:xfrm>
            <a:off x="3335020" y="3509555"/>
            <a:ext cx="6019800" cy="2362200"/>
            <a:chOff x="3048000" y="3060700"/>
            <a:chExt cx="6019800" cy="2362200"/>
          </a:xfrm>
        </p:grpSpPr>
        <p:sp>
          <p:nvSpPr>
            <p:cNvPr id="40" name="object 40"/>
            <p:cNvSpPr/>
            <p:nvPr/>
          </p:nvSpPr>
          <p:spPr>
            <a:xfrm>
              <a:off x="8013700" y="3714714"/>
              <a:ext cx="1036955" cy="438150"/>
            </a:xfrm>
            <a:custGeom>
              <a:avLst/>
              <a:gdLst/>
              <a:ahLst/>
              <a:cxnLst/>
              <a:rect l="l" t="t" r="r" b="b"/>
              <a:pathLst>
                <a:path w="1036954" h="438150">
                  <a:moveTo>
                    <a:pt x="1027231" y="0"/>
                  </a:moveTo>
                  <a:lnTo>
                    <a:pt x="0" y="429459"/>
                  </a:lnTo>
                  <a:lnTo>
                    <a:pt x="3813" y="437807"/>
                  </a:lnTo>
                  <a:lnTo>
                    <a:pt x="1030521" y="9000"/>
                  </a:lnTo>
                  <a:lnTo>
                    <a:pt x="1036429" y="1193"/>
                  </a:lnTo>
                  <a:lnTo>
                    <a:pt x="1027231" y="0"/>
                  </a:lnTo>
                  <a:close/>
                </a:path>
              </a:pathLst>
            </a:custGeom>
            <a:solidFill>
              <a:srgbClr val="000000"/>
            </a:solidFill>
          </p:spPr>
          <p:txBody>
            <a:bodyPr wrap="square" lIns="0" tIns="0" rIns="0" bIns="0" rtlCol="0"/>
            <a:lstStyle/>
            <a:p>
              <a:endParaRPr/>
            </a:p>
          </p:txBody>
        </p:sp>
        <p:pic>
          <p:nvPicPr>
            <p:cNvPr id="41" name="object 41"/>
            <p:cNvPicPr/>
            <p:nvPr/>
          </p:nvPicPr>
          <p:blipFill>
            <a:blip r:embed="rId8" cstate="print"/>
            <a:stretch>
              <a:fillRect/>
            </a:stretch>
          </p:blipFill>
          <p:spPr>
            <a:xfrm>
              <a:off x="8966586" y="3695700"/>
              <a:ext cx="100705" cy="92577"/>
            </a:xfrm>
            <a:prstGeom prst="rect">
              <a:avLst/>
            </a:prstGeom>
          </p:spPr>
        </p:pic>
        <p:sp>
          <p:nvSpPr>
            <p:cNvPr id="42" name="object 42"/>
            <p:cNvSpPr/>
            <p:nvPr/>
          </p:nvSpPr>
          <p:spPr>
            <a:xfrm>
              <a:off x="7429500" y="5245100"/>
              <a:ext cx="934085" cy="142240"/>
            </a:xfrm>
            <a:custGeom>
              <a:avLst/>
              <a:gdLst/>
              <a:ahLst/>
              <a:cxnLst/>
              <a:rect l="l" t="t" r="r" b="b"/>
              <a:pathLst>
                <a:path w="934084" h="142239">
                  <a:moveTo>
                    <a:pt x="760" y="0"/>
                  </a:moveTo>
                  <a:lnTo>
                    <a:pt x="0" y="9110"/>
                  </a:lnTo>
                  <a:lnTo>
                    <a:pt x="925277" y="141782"/>
                  </a:lnTo>
                  <a:lnTo>
                    <a:pt x="933842" y="138352"/>
                  </a:lnTo>
                  <a:lnTo>
                    <a:pt x="926699" y="132657"/>
                  </a:lnTo>
                  <a:lnTo>
                    <a:pt x="760" y="0"/>
                  </a:lnTo>
                  <a:close/>
                </a:path>
              </a:pathLst>
            </a:custGeom>
            <a:solidFill>
              <a:srgbClr val="000000"/>
            </a:solidFill>
          </p:spPr>
          <p:txBody>
            <a:bodyPr wrap="square" lIns="0" tIns="0" rIns="0" bIns="0" rtlCol="0"/>
            <a:lstStyle/>
            <a:p>
              <a:endParaRPr/>
            </a:p>
          </p:txBody>
        </p:sp>
        <p:pic>
          <p:nvPicPr>
            <p:cNvPr id="43" name="object 43"/>
            <p:cNvPicPr/>
            <p:nvPr/>
          </p:nvPicPr>
          <p:blipFill>
            <a:blip r:embed="rId9" cstate="print"/>
            <a:stretch>
              <a:fillRect/>
            </a:stretch>
          </p:blipFill>
          <p:spPr>
            <a:xfrm>
              <a:off x="8285986" y="5324824"/>
              <a:ext cx="96012" cy="97948"/>
            </a:xfrm>
            <a:prstGeom prst="rect">
              <a:avLst/>
            </a:prstGeom>
          </p:spPr>
        </p:pic>
        <p:sp>
          <p:nvSpPr>
            <p:cNvPr id="44" name="object 44"/>
            <p:cNvSpPr/>
            <p:nvPr/>
          </p:nvSpPr>
          <p:spPr>
            <a:xfrm>
              <a:off x="3048000" y="4394200"/>
              <a:ext cx="1950720" cy="845185"/>
            </a:xfrm>
            <a:custGeom>
              <a:avLst/>
              <a:gdLst/>
              <a:ahLst/>
              <a:cxnLst/>
              <a:rect l="l" t="t" r="r" b="b"/>
              <a:pathLst>
                <a:path w="1950720" h="845185">
                  <a:moveTo>
                    <a:pt x="3811" y="0"/>
                  </a:moveTo>
                  <a:lnTo>
                    <a:pt x="0" y="8314"/>
                  </a:lnTo>
                  <a:lnTo>
                    <a:pt x="1941339" y="844941"/>
                  </a:lnTo>
                  <a:lnTo>
                    <a:pt x="1950355" y="843852"/>
                  </a:lnTo>
                  <a:lnTo>
                    <a:pt x="1944968" y="836547"/>
                  </a:lnTo>
                  <a:lnTo>
                    <a:pt x="3811" y="0"/>
                  </a:lnTo>
                  <a:close/>
                </a:path>
              </a:pathLst>
            </a:custGeom>
            <a:solidFill>
              <a:srgbClr val="000000"/>
            </a:solidFill>
          </p:spPr>
          <p:txBody>
            <a:bodyPr wrap="square" lIns="0" tIns="0" rIns="0" bIns="0" rtlCol="0"/>
            <a:lstStyle/>
            <a:p>
              <a:endParaRPr/>
            </a:p>
          </p:txBody>
        </p:sp>
        <p:pic>
          <p:nvPicPr>
            <p:cNvPr id="45" name="object 45"/>
            <p:cNvPicPr/>
            <p:nvPr/>
          </p:nvPicPr>
          <p:blipFill>
            <a:blip r:embed="rId10" cstate="print"/>
            <a:stretch>
              <a:fillRect/>
            </a:stretch>
          </p:blipFill>
          <p:spPr>
            <a:xfrm>
              <a:off x="4914741" y="5165958"/>
              <a:ext cx="101379" cy="91462"/>
            </a:xfrm>
            <a:prstGeom prst="rect">
              <a:avLst/>
            </a:prstGeom>
          </p:spPr>
        </p:pic>
        <p:sp>
          <p:nvSpPr>
            <p:cNvPr id="46" name="object 46"/>
            <p:cNvSpPr/>
            <p:nvPr/>
          </p:nvSpPr>
          <p:spPr>
            <a:xfrm>
              <a:off x="3048000" y="4147018"/>
              <a:ext cx="1949450" cy="27940"/>
            </a:xfrm>
            <a:custGeom>
              <a:avLst/>
              <a:gdLst/>
              <a:ahLst/>
              <a:cxnLst/>
              <a:rect l="l" t="t" r="r" b="b"/>
              <a:pathLst>
                <a:path w="1949450" h="27939">
                  <a:moveTo>
                    <a:pt x="1940513" y="0"/>
                  </a:moveTo>
                  <a:lnTo>
                    <a:pt x="0" y="17584"/>
                  </a:lnTo>
                  <a:lnTo>
                    <a:pt x="763" y="27616"/>
                  </a:lnTo>
                  <a:lnTo>
                    <a:pt x="1940923" y="10029"/>
                  </a:lnTo>
                  <a:lnTo>
                    <a:pt x="1949155" y="4982"/>
                  </a:lnTo>
                  <a:lnTo>
                    <a:pt x="1940513" y="0"/>
                  </a:lnTo>
                  <a:close/>
                </a:path>
              </a:pathLst>
            </a:custGeom>
            <a:solidFill>
              <a:srgbClr val="000000"/>
            </a:solidFill>
          </p:spPr>
          <p:txBody>
            <a:bodyPr wrap="square" lIns="0" tIns="0" rIns="0" bIns="0" rtlCol="0"/>
            <a:lstStyle/>
            <a:p>
              <a:endParaRPr/>
            </a:p>
          </p:txBody>
        </p:sp>
        <p:pic>
          <p:nvPicPr>
            <p:cNvPr id="47" name="object 47"/>
            <p:cNvPicPr/>
            <p:nvPr/>
          </p:nvPicPr>
          <p:blipFill>
            <a:blip r:embed="rId11" cstate="print"/>
            <a:stretch>
              <a:fillRect/>
            </a:stretch>
          </p:blipFill>
          <p:spPr>
            <a:xfrm>
              <a:off x="4924941" y="4102100"/>
              <a:ext cx="91558" cy="101085"/>
            </a:xfrm>
            <a:prstGeom prst="rect">
              <a:avLst/>
            </a:prstGeom>
          </p:spPr>
        </p:pic>
        <p:sp>
          <p:nvSpPr>
            <p:cNvPr id="48" name="object 48"/>
            <p:cNvSpPr/>
            <p:nvPr/>
          </p:nvSpPr>
          <p:spPr>
            <a:xfrm>
              <a:off x="3048000" y="3081054"/>
              <a:ext cx="1950720" cy="792480"/>
            </a:xfrm>
            <a:custGeom>
              <a:avLst/>
              <a:gdLst/>
              <a:ahLst/>
              <a:cxnLst/>
              <a:rect l="l" t="t" r="r" b="b"/>
              <a:pathLst>
                <a:path w="1950720" h="792479">
                  <a:moveTo>
                    <a:pt x="1941088" y="0"/>
                  </a:moveTo>
                  <a:lnTo>
                    <a:pt x="0" y="783916"/>
                  </a:lnTo>
                  <a:lnTo>
                    <a:pt x="3811" y="792318"/>
                  </a:lnTo>
                  <a:lnTo>
                    <a:pt x="1944556" y="8540"/>
                  </a:lnTo>
                  <a:lnTo>
                    <a:pt x="1950152" y="1355"/>
                  </a:lnTo>
                  <a:lnTo>
                    <a:pt x="1941088" y="0"/>
                  </a:lnTo>
                  <a:close/>
                </a:path>
              </a:pathLst>
            </a:custGeom>
            <a:solidFill>
              <a:srgbClr val="000000"/>
            </a:solidFill>
          </p:spPr>
          <p:txBody>
            <a:bodyPr wrap="square" lIns="0" tIns="0" rIns="0" bIns="0" rtlCol="0"/>
            <a:lstStyle/>
            <a:p>
              <a:endParaRPr/>
            </a:p>
          </p:txBody>
        </p:sp>
        <p:pic>
          <p:nvPicPr>
            <p:cNvPr id="49" name="object 49"/>
            <p:cNvPicPr/>
            <p:nvPr/>
          </p:nvPicPr>
          <p:blipFill>
            <a:blip r:embed="rId12" cstate="print"/>
            <a:stretch>
              <a:fillRect/>
            </a:stretch>
          </p:blipFill>
          <p:spPr>
            <a:xfrm>
              <a:off x="4914741" y="3060700"/>
              <a:ext cx="101379" cy="93182"/>
            </a:xfrm>
            <a:prstGeom prst="rect">
              <a:avLst/>
            </a:prstGeom>
          </p:spPr>
        </p:pic>
      </p:grpSp>
      <p:sp>
        <p:nvSpPr>
          <p:cNvPr id="51" name="object 3"/>
          <p:cNvSpPr txBox="1">
            <a:spLocks noGrp="1"/>
          </p:cNvSpPr>
          <p:nvPr>
            <p:ph type="title"/>
          </p:nvPr>
        </p:nvSpPr>
        <p:spPr>
          <a:xfrm>
            <a:off x="520734" y="473703"/>
            <a:ext cx="8966674" cy="754908"/>
          </a:xfrm>
          <a:prstGeom prst="rect">
            <a:avLst/>
          </a:prstGeom>
        </p:spPr>
        <p:txBody>
          <a:bodyPr vert="horz" wrap="square" lIns="0" tIns="16087" rIns="0" bIns="0" rtlCol="0" anchor="b">
            <a:spAutoFit/>
          </a:bodyPr>
          <a:lstStyle/>
          <a:p>
            <a:pPr marL="16933">
              <a:lnSpc>
                <a:spcPct val="100000"/>
              </a:lnSpc>
              <a:spcBef>
                <a:spcPts val="127"/>
              </a:spcBef>
            </a:pPr>
            <a:r>
              <a:rPr spc="-7" dirty="0"/>
              <a:t>Diagramme </a:t>
            </a:r>
            <a:r>
              <a:rPr u="none" dirty="0"/>
              <a:t>de</a:t>
            </a:r>
            <a:r>
              <a:rPr spc="-20" dirty="0"/>
              <a:t> </a:t>
            </a:r>
            <a:r>
              <a:rPr spc="-7" dirty="0">
                <a:solidFill>
                  <a:srgbClr val="ED795B"/>
                </a:solidFill>
              </a:rPr>
              <a:t>cas </a:t>
            </a:r>
            <a:r>
              <a:rPr spc="-33" dirty="0">
                <a:solidFill>
                  <a:srgbClr val="ED795B"/>
                </a:solidFill>
              </a:rPr>
              <a:t>d’utilisation</a:t>
            </a:r>
          </a:p>
        </p:txBody>
      </p:sp>
    </p:spTree>
    <p:extLst>
      <p:ext uri="{BB962C8B-B14F-4D97-AF65-F5344CB8AC3E}">
        <p14:creationId xmlns:p14="http://schemas.microsoft.com/office/powerpoint/2010/main" val="33737327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85557" y="609600"/>
            <a:ext cx="8909685" cy="756920"/>
          </a:xfrm>
          <a:prstGeom prst="rect">
            <a:avLst/>
          </a:prstGeom>
        </p:spPr>
        <p:txBody>
          <a:bodyPr vert="horz" wrap="square" lIns="0" tIns="12700" rIns="0" bIns="0" rtlCol="0">
            <a:spAutoFit/>
          </a:bodyPr>
          <a:lstStyle/>
          <a:p>
            <a:pPr marL="12700">
              <a:lnSpc>
                <a:spcPct val="100000"/>
              </a:lnSpc>
              <a:spcBef>
                <a:spcPts val="100"/>
              </a:spcBef>
            </a:pPr>
            <a:r>
              <a:rPr spc="-80" dirty="0"/>
              <a:t>Composantes</a:t>
            </a:r>
            <a:r>
              <a:rPr spc="150" dirty="0"/>
              <a:t> </a:t>
            </a:r>
            <a:r>
              <a:rPr spc="-95" dirty="0"/>
              <a:t>d’un</a:t>
            </a:r>
            <a:r>
              <a:rPr spc="10" dirty="0"/>
              <a:t> </a:t>
            </a:r>
            <a:r>
              <a:rPr spc="-80" dirty="0"/>
              <a:t>diagramme</a:t>
            </a:r>
            <a:r>
              <a:rPr spc="135" dirty="0"/>
              <a:t> </a:t>
            </a:r>
            <a:r>
              <a:rPr spc="-50" dirty="0"/>
              <a:t>de</a:t>
            </a:r>
            <a:r>
              <a:rPr spc="-65" dirty="0"/>
              <a:t> </a:t>
            </a:r>
            <a:r>
              <a:rPr spc="-35" dirty="0">
                <a:solidFill>
                  <a:schemeClr val="accent1"/>
                </a:solidFill>
              </a:rPr>
              <a:t>CU</a:t>
            </a:r>
          </a:p>
        </p:txBody>
      </p:sp>
      <p:sp>
        <p:nvSpPr>
          <p:cNvPr id="3" name="object 3"/>
          <p:cNvSpPr txBox="1">
            <a:spLocks noGrp="1"/>
          </p:cNvSpPr>
          <p:nvPr>
            <p:ph idx="1"/>
          </p:nvPr>
        </p:nvSpPr>
        <p:spPr>
          <a:xfrm>
            <a:off x="0" y="1845735"/>
            <a:ext cx="11155680" cy="4027898"/>
          </a:xfrm>
          <a:prstGeom prst="rect">
            <a:avLst/>
          </a:prstGeom>
        </p:spPr>
        <p:txBody>
          <a:bodyPr vert="horz" wrap="square" lIns="0" tIns="53340" rIns="0" bIns="0" rtlCol="0">
            <a:spAutoFit/>
          </a:bodyPr>
          <a:lstStyle/>
          <a:p>
            <a:pPr marL="358140" marR="35560" indent="-177800">
              <a:lnSpc>
                <a:spcPts val="2600"/>
              </a:lnSpc>
              <a:spcBef>
                <a:spcPts val="420"/>
              </a:spcBef>
              <a:buClr>
                <a:srgbClr val="E48312"/>
              </a:buClr>
              <a:buSzPct val="95833"/>
              <a:buFont typeface="Wingdings"/>
              <a:buChar char=""/>
              <a:tabLst>
                <a:tab pos="452755" algn="l"/>
              </a:tabLst>
            </a:pPr>
            <a:r>
              <a:rPr sz="2400" b="1" spc="-15" dirty="0">
                <a:latin typeface="Calibri"/>
                <a:cs typeface="Calibri"/>
              </a:rPr>
              <a:t>L</a:t>
            </a:r>
            <a:r>
              <a:rPr sz="2400" b="1" spc="-10" dirty="0">
                <a:latin typeface="Calibri"/>
                <a:cs typeface="Calibri"/>
              </a:rPr>
              <a:t>e</a:t>
            </a:r>
            <a:r>
              <a:rPr sz="2400" b="1" dirty="0">
                <a:latin typeface="Calibri"/>
                <a:cs typeface="Calibri"/>
              </a:rPr>
              <a:t>s</a:t>
            </a:r>
            <a:r>
              <a:rPr sz="2400" b="1" spc="-5" dirty="0">
                <a:latin typeface="Calibri"/>
                <a:cs typeface="Calibri"/>
              </a:rPr>
              <a:t> c</a:t>
            </a:r>
            <a:r>
              <a:rPr sz="2400" b="1" spc="10" dirty="0">
                <a:latin typeface="Calibri"/>
                <a:cs typeface="Calibri"/>
              </a:rPr>
              <a:t>a</a:t>
            </a:r>
            <a:r>
              <a:rPr sz="2400" b="1" dirty="0">
                <a:latin typeface="Calibri"/>
                <a:cs typeface="Calibri"/>
              </a:rPr>
              <a:t>s </a:t>
            </a:r>
            <a:r>
              <a:rPr sz="2400" b="1" spc="10" dirty="0">
                <a:latin typeface="Calibri"/>
                <a:cs typeface="Calibri"/>
              </a:rPr>
              <a:t>d</a:t>
            </a:r>
            <a:r>
              <a:rPr sz="2400" b="1" spc="-20" dirty="0">
                <a:latin typeface="Calibri"/>
                <a:cs typeface="Calibri"/>
              </a:rPr>
              <a:t>’</a:t>
            </a:r>
            <a:r>
              <a:rPr sz="2400" b="1" spc="10" dirty="0">
                <a:latin typeface="Calibri"/>
                <a:cs typeface="Calibri"/>
              </a:rPr>
              <a:t>u</a:t>
            </a:r>
            <a:r>
              <a:rPr sz="2400" b="1" spc="-35" dirty="0">
                <a:latin typeface="Calibri"/>
                <a:cs typeface="Calibri"/>
              </a:rPr>
              <a:t>t</a:t>
            </a:r>
            <a:r>
              <a:rPr sz="2400" b="1" spc="5" dirty="0">
                <a:latin typeface="Calibri"/>
                <a:cs typeface="Calibri"/>
              </a:rPr>
              <a:t>ili</a:t>
            </a:r>
            <a:r>
              <a:rPr sz="2400" b="1" spc="40" dirty="0">
                <a:latin typeface="Calibri"/>
                <a:cs typeface="Calibri"/>
              </a:rPr>
              <a:t>s</a:t>
            </a:r>
            <a:r>
              <a:rPr sz="2400" b="1" spc="10" dirty="0">
                <a:latin typeface="Calibri"/>
                <a:cs typeface="Calibri"/>
              </a:rPr>
              <a:t>a</a:t>
            </a:r>
            <a:r>
              <a:rPr sz="2400" b="1" spc="-35" dirty="0">
                <a:latin typeface="Calibri"/>
                <a:cs typeface="Calibri"/>
              </a:rPr>
              <a:t>t</a:t>
            </a:r>
            <a:r>
              <a:rPr sz="2400" b="1" spc="5" dirty="0">
                <a:latin typeface="Calibri"/>
                <a:cs typeface="Calibri"/>
              </a:rPr>
              <a:t>io</a:t>
            </a:r>
            <a:r>
              <a:rPr sz="2400" b="1" dirty="0">
                <a:latin typeface="Calibri"/>
                <a:cs typeface="Calibri"/>
              </a:rPr>
              <a:t>n</a:t>
            </a:r>
            <a:r>
              <a:rPr sz="2400" b="1" spc="-130" dirty="0">
                <a:latin typeface="Calibri"/>
                <a:cs typeface="Calibri"/>
              </a:rPr>
              <a:t> </a:t>
            </a:r>
            <a:r>
              <a:rPr sz="2400" dirty="0"/>
              <a:t>:</a:t>
            </a:r>
            <a:r>
              <a:rPr sz="2400" spc="15" dirty="0"/>
              <a:t> </a:t>
            </a:r>
            <a:r>
              <a:rPr sz="2400" spc="-5" dirty="0">
                <a:solidFill>
                  <a:schemeClr val="tx2"/>
                </a:solidFill>
              </a:rPr>
              <a:t>S</a:t>
            </a:r>
            <a:r>
              <a:rPr sz="2400" spc="5" dirty="0">
                <a:solidFill>
                  <a:schemeClr val="tx2"/>
                </a:solidFill>
              </a:rPr>
              <a:t>e</a:t>
            </a:r>
            <a:r>
              <a:rPr sz="2400" spc="35" dirty="0">
                <a:solidFill>
                  <a:schemeClr val="tx2"/>
                </a:solidFill>
              </a:rPr>
              <a:t>qu</a:t>
            </a:r>
            <a:r>
              <a:rPr sz="2400" spc="5" dirty="0">
                <a:solidFill>
                  <a:schemeClr val="tx2"/>
                </a:solidFill>
              </a:rPr>
              <a:t>e</a:t>
            </a:r>
            <a:r>
              <a:rPr sz="2400" spc="35" dirty="0">
                <a:solidFill>
                  <a:schemeClr val="tx2"/>
                </a:solidFill>
              </a:rPr>
              <a:t>n</a:t>
            </a:r>
            <a:r>
              <a:rPr sz="2400" spc="-15" dirty="0">
                <a:solidFill>
                  <a:schemeClr val="tx2"/>
                </a:solidFill>
              </a:rPr>
              <a:t>c</a:t>
            </a:r>
            <a:r>
              <a:rPr sz="2400" dirty="0">
                <a:solidFill>
                  <a:schemeClr val="tx2"/>
                </a:solidFill>
              </a:rPr>
              <a:t>e</a:t>
            </a:r>
            <a:r>
              <a:rPr sz="2400" spc="-145" dirty="0">
                <a:solidFill>
                  <a:schemeClr val="tx2"/>
                </a:solidFill>
              </a:rPr>
              <a:t> </a:t>
            </a:r>
            <a:r>
              <a:rPr sz="2400" spc="35" dirty="0">
                <a:solidFill>
                  <a:schemeClr val="tx2"/>
                </a:solidFill>
              </a:rPr>
              <a:t>d</a:t>
            </a:r>
            <a:r>
              <a:rPr sz="2400" spc="-204" dirty="0">
                <a:solidFill>
                  <a:schemeClr val="tx2"/>
                </a:solidFill>
              </a:rPr>
              <a:t>’</a:t>
            </a:r>
            <a:r>
              <a:rPr sz="2400" spc="-50" dirty="0">
                <a:solidFill>
                  <a:schemeClr val="tx2"/>
                </a:solidFill>
              </a:rPr>
              <a:t>a</a:t>
            </a:r>
            <a:r>
              <a:rPr sz="2400" spc="-15" dirty="0">
                <a:solidFill>
                  <a:schemeClr val="tx2"/>
                </a:solidFill>
              </a:rPr>
              <a:t>c</a:t>
            </a:r>
            <a:r>
              <a:rPr sz="2400" spc="-5" dirty="0">
                <a:solidFill>
                  <a:schemeClr val="tx2"/>
                </a:solidFill>
              </a:rPr>
              <a:t>t</a:t>
            </a:r>
            <a:r>
              <a:rPr sz="2400" spc="45" dirty="0">
                <a:solidFill>
                  <a:schemeClr val="tx2"/>
                </a:solidFill>
              </a:rPr>
              <a:t>i</a:t>
            </a:r>
            <a:r>
              <a:rPr sz="2400" spc="30" dirty="0">
                <a:solidFill>
                  <a:schemeClr val="tx2"/>
                </a:solidFill>
              </a:rPr>
              <a:t>o</a:t>
            </a:r>
            <a:r>
              <a:rPr sz="2400" spc="35" dirty="0">
                <a:solidFill>
                  <a:schemeClr val="tx2"/>
                </a:solidFill>
              </a:rPr>
              <a:t>n</a:t>
            </a:r>
            <a:r>
              <a:rPr sz="2400" dirty="0">
                <a:solidFill>
                  <a:schemeClr val="tx2"/>
                </a:solidFill>
              </a:rPr>
              <a:t>s</a:t>
            </a:r>
            <a:r>
              <a:rPr sz="2400" spc="-85" dirty="0">
                <a:solidFill>
                  <a:schemeClr val="tx2"/>
                </a:solidFill>
              </a:rPr>
              <a:t> </a:t>
            </a:r>
            <a:r>
              <a:rPr sz="2400" spc="-40" dirty="0">
                <a:solidFill>
                  <a:schemeClr val="tx2"/>
                </a:solidFill>
              </a:rPr>
              <a:t>r</a:t>
            </a:r>
            <a:r>
              <a:rPr sz="2400" spc="5" dirty="0">
                <a:solidFill>
                  <a:schemeClr val="tx2"/>
                </a:solidFill>
              </a:rPr>
              <a:t>e</a:t>
            </a:r>
            <a:r>
              <a:rPr sz="2400" spc="35" dirty="0">
                <a:solidFill>
                  <a:schemeClr val="tx2"/>
                </a:solidFill>
              </a:rPr>
              <a:t>p</a:t>
            </a:r>
            <a:r>
              <a:rPr sz="2400" spc="-40" dirty="0">
                <a:solidFill>
                  <a:schemeClr val="tx2"/>
                </a:solidFill>
              </a:rPr>
              <a:t>r</a:t>
            </a:r>
            <a:r>
              <a:rPr sz="2400" spc="5" dirty="0">
                <a:solidFill>
                  <a:schemeClr val="tx2"/>
                </a:solidFill>
              </a:rPr>
              <a:t>é</a:t>
            </a:r>
            <a:r>
              <a:rPr sz="2400" spc="-40" dirty="0">
                <a:solidFill>
                  <a:schemeClr val="tx2"/>
                </a:solidFill>
              </a:rPr>
              <a:t>s</a:t>
            </a:r>
            <a:r>
              <a:rPr sz="2400" spc="5" dirty="0">
                <a:solidFill>
                  <a:schemeClr val="tx2"/>
                </a:solidFill>
              </a:rPr>
              <a:t>e</a:t>
            </a:r>
            <a:r>
              <a:rPr sz="2400" spc="35" dirty="0">
                <a:solidFill>
                  <a:schemeClr val="tx2"/>
                </a:solidFill>
              </a:rPr>
              <a:t>n</a:t>
            </a:r>
            <a:r>
              <a:rPr sz="2400" spc="-5" dirty="0">
                <a:solidFill>
                  <a:schemeClr val="tx2"/>
                </a:solidFill>
              </a:rPr>
              <a:t>t</a:t>
            </a:r>
            <a:r>
              <a:rPr sz="2400" spc="-50" dirty="0">
                <a:solidFill>
                  <a:schemeClr val="tx2"/>
                </a:solidFill>
              </a:rPr>
              <a:t>a</a:t>
            </a:r>
            <a:r>
              <a:rPr sz="2400" spc="35" dirty="0">
                <a:solidFill>
                  <a:schemeClr val="tx2"/>
                </a:solidFill>
              </a:rPr>
              <a:t>n</a:t>
            </a:r>
            <a:r>
              <a:rPr sz="2400" dirty="0">
                <a:solidFill>
                  <a:schemeClr val="tx2"/>
                </a:solidFill>
              </a:rPr>
              <a:t>t</a:t>
            </a:r>
            <a:r>
              <a:rPr sz="2400" spc="-45" dirty="0">
                <a:solidFill>
                  <a:schemeClr val="tx2"/>
                </a:solidFill>
              </a:rPr>
              <a:t> </a:t>
            </a:r>
            <a:r>
              <a:rPr sz="2400" spc="35" dirty="0">
                <a:solidFill>
                  <a:schemeClr val="tx2"/>
                </a:solidFill>
              </a:rPr>
              <a:t>un</a:t>
            </a:r>
            <a:r>
              <a:rPr sz="2400" dirty="0">
                <a:solidFill>
                  <a:schemeClr val="tx2"/>
                </a:solidFill>
              </a:rPr>
              <a:t>e</a:t>
            </a:r>
            <a:r>
              <a:rPr sz="2400" spc="-40" dirty="0">
                <a:solidFill>
                  <a:schemeClr val="tx2"/>
                </a:solidFill>
              </a:rPr>
              <a:t> </a:t>
            </a:r>
            <a:r>
              <a:rPr sz="2400" spc="15" dirty="0">
                <a:solidFill>
                  <a:schemeClr val="tx2"/>
                </a:solidFill>
              </a:rPr>
              <a:t>v</a:t>
            </a:r>
            <a:r>
              <a:rPr sz="2400" spc="-50" dirty="0">
                <a:solidFill>
                  <a:schemeClr val="tx2"/>
                </a:solidFill>
              </a:rPr>
              <a:t>a</a:t>
            </a:r>
            <a:r>
              <a:rPr sz="2400" spc="45" dirty="0">
                <a:solidFill>
                  <a:schemeClr val="tx2"/>
                </a:solidFill>
              </a:rPr>
              <a:t>l</a:t>
            </a:r>
            <a:r>
              <a:rPr sz="2400" spc="5" dirty="0">
                <a:solidFill>
                  <a:schemeClr val="tx2"/>
                </a:solidFill>
              </a:rPr>
              <a:t>e</a:t>
            </a:r>
            <a:r>
              <a:rPr sz="2400" spc="35" dirty="0">
                <a:solidFill>
                  <a:schemeClr val="tx2"/>
                </a:solidFill>
              </a:rPr>
              <a:t>u</a:t>
            </a:r>
            <a:r>
              <a:rPr sz="2400" dirty="0">
                <a:solidFill>
                  <a:schemeClr val="tx2"/>
                </a:solidFill>
              </a:rPr>
              <a:t>r</a:t>
            </a:r>
            <a:r>
              <a:rPr sz="2400" spc="-185" dirty="0">
                <a:solidFill>
                  <a:schemeClr val="tx2"/>
                </a:solidFill>
              </a:rPr>
              <a:t> </a:t>
            </a:r>
            <a:r>
              <a:rPr sz="2400" spc="-20" dirty="0">
                <a:solidFill>
                  <a:schemeClr val="tx2"/>
                </a:solidFill>
              </a:rPr>
              <a:t>m</a:t>
            </a:r>
            <a:r>
              <a:rPr sz="2400" dirty="0">
                <a:solidFill>
                  <a:schemeClr val="tx2"/>
                </a:solidFill>
              </a:rPr>
              <a:t>e</a:t>
            </a:r>
            <a:r>
              <a:rPr sz="2400" spc="-40" dirty="0">
                <a:solidFill>
                  <a:schemeClr val="tx2"/>
                </a:solidFill>
              </a:rPr>
              <a:t>s</a:t>
            </a:r>
            <a:r>
              <a:rPr sz="2400" spc="35" dirty="0">
                <a:solidFill>
                  <a:schemeClr val="tx2"/>
                </a:solidFill>
              </a:rPr>
              <a:t>u</a:t>
            </a:r>
            <a:r>
              <a:rPr sz="2400" spc="-40" dirty="0">
                <a:solidFill>
                  <a:schemeClr val="tx2"/>
                </a:solidFill>
              </a:rPr>
              <a:t>r</a:t>
            </a:r>
            <a:r>
              <a:rPr sz="2400" spc="-50" dirty="0">
                <a:solidFill>
                  <a:schemeClr val="tx2"/>
                </a:solidFill>
              </a:rPr>
              <a:t>a</a:t>
            </a:r>
            <a:r>
              <a:rPr sz="2400" spc="35" dirty="0">
                <a:solidFill>
                  <a:schemeClr val="tx2"/>
                </a:solidFill>
              </a:rPr>
              <a:t>b</a:t>
            </a:r>
            <a:r>
              <a:rPr sz="2400" spc="45" dirty="0">
                <a:solidFill>
                  <a:schemeClr val="tx2"/>
                </a:solidFill>
              </a:rPr>
              <a:t>l</a:t>
            </a:r>
            <a:r>
              <a:rPr sz="2400" dirty="0">
                <a:solidFill>
                  <a:schemeClr val="tx2"/>
                </a:solidFill>
              </a:rPr>
              <a:t>e  </a:t>
            </a:r>
            <a:r>
              <a:rPr sz="2400" spc="25" dirty="0">
                <a:solidFill>
                  <a:schemeClr val="tx2"/>
                </a:solidFill>
              </a:rPr>
              <a:t>pour</a:t>
            </a:r>
            <a:r>
              <a:rPr sz="2400" spc="-80" dirty="0">
                <a:solidFill>
                  <a:schemeClr val="tx2"/>
                </a:solidFill>
              </a:rPr>
              <a:t> </a:t>
            </a:r>
            <a:r>
              <a:rPr sz="2400" spc="15" dirty="0">
                <a:solidFill>
                  <a:schemeClr val="tx2"/>
                </a:solidFill>
              </a:rPr>
              <a:t>un</a:t>
            </a:r>
            <a:r>
              <a:rPr sz="2400" spc="-100" dirty="0">
                <a:solidFill>
                  <a:schemeClr val="tx2"/>
                </a:solidFill>
              </a:rPr>
              <a:t> </a:t>
            </a:r>
            <a:r>
              <a:rPr sz="2400" spc="-10" dirty="0">
                <a:solidFill>
                  <a:schemeClr val="tx2"/>
                </a:solidFill>
              </a:rPr>
              <a:t>acteur</a:t>
            </a:r>
            <a:r>
              <a:rPr sz="2400" spc="25" dirty="0">
                <a:solidFill>
                  <a:schemeClr val="tx2"/>
                </a:solidFill>
              </a:rPr>
              <a:t> </a:t>
            </a:r>
            <a:r>
              <a:rPr sz="2400" spc="15" dirty="0">
                <a:solidFill>
                  <a:schemeClr val="tx2"/>
                </a:solidFill>
              </a:rPr>
              <a:t>du</a:t>
            </a:r>
            <a:r>
              <a:rPr sz="2400" spc="-5" dirty="0">
                <a:solidFill>
                  <a:schemeClr val="tx2"/>
                </a:solidFill>
              </a:rPr>
              <a:t> </a:t>
            </a:r>
            <a:r>
              <a:rPr sz="2400" spc="-15" dirty="0">
                <a:solidFill>
                  <a:schemeClr val="tx2"/>
                </a:solidFill>
              </a:rPr>
              <a:t>système.</a:t>
            </a:r>
            <a:r>
              <a:rPr sz="2400" spc="455" dirty="0">
                <a:solidFill>
                  <a:schemeClr val="tx2"/>
                </a:solidFill>
              </a:rPr>
              <a:t> </a:t>
            </a:r>
            <a:r>
              <a:rPr sz="2400" spc="-5" dirty="0">
                <a:solidFill>
                  <a:schemeClr val="tx2"/>
                </a:solidFill>
              </a:rPr>
              <a:t>Les</a:t>
            </a:r>
            <a:r>
              <a:rPr sz="2400" spc="20" dirty="0">
                <a:solidFill>
                  <a:schemeClr val="tx2"/>
                </a:solidFill>
              </a:rPr>
              <a:t> </a:t>
            </a:r>
            <a:r>
              <a:rPr sz="2400" spc="-10" dirty="0">
                <a:solidFill>
                  <a:schemeClr val="tx2"/>
                </a:solidFill>
              </a:rPr>
              <a:t>CUs</a:t>
            </a:r>
            <a:r>
              <a:rPr sz="2400" spc="20" dirty="0">
                <a:solidFill>
                  <a:schemeClr val="tx2"/>
                </a:solidFill>
              </a:rPr>
              <a:t> </a:t>
            </a:r>
            <a:r>
              <a:rPr sz="2400" spc="-5" dirty="0">
                <a:solidFill>
                  <a:schemeClr val="tx2"/>
                </a:solidFill>
              </a:rPr>
              <a:t>so</a:t>
            </a:r>
            <a:r>
              <a:rPr lang="fr-FR" sz="2400" spc="-5" dirty="0">
                <a:solidFill>
                  <a:schemeClr val="tx2"/>
                </a:solidFill>
              </a:rPr>
              <a:t>n</a:t>
            </a:r>
            <a:r>
              <a:rPr sz="2400" spc="-5" dirty="0">
                <a:solidFill>
                  <a:schemeClr val="tx2"/>
                </a:solidFill>
              </a:rPr>
              <a:t>t</a:t>
            </a:r>
            <a:r>
              <a:rPr sz="2400" spc="-50" dirty="0">
                <a:solidFill>
                  <a:schemeClr val="tx2"/>
                </a:solidFill>
              </a:rPr>
              <a:t> </a:t>
            </a:r>
            <a:r>
              <a:rPr sz="2400" spc="-5" dirty="0">
                <a:solidFill>
                  <a:schemeClr val="tx2"/>
                </a:solidFill>
              </a:rPr>
              <a:t>representés</a:t>
            </a:r>
            <a:r>
              <a:rPr sz="2400" spc="-80" dirty="0">
                <a:solidFill>
                  <a:schemeClr val="tx2"/>
                </a:solidFill>
              </a:rPr>
              <a:t> </a:t>
            </a:r>
            <a:r>
              <a:rPr sz="2400" dirty="0">
                <a:solidFill>
                  <a:schemeClr val="tx2"/>
                </a:solidFill>
              </a:rPr>
              <a:t>en </a:t>
            </a:r>
            <a:r>
              <a:rPr sz="2400" spc="10" dirty="0">
                <a:solidFill>
                  <a:schemeClr val="tx2"/>
                </a:solidFill>
              </a:rPr>
              <a:t>utilisant</a:t>
            </a:r>
            <a:r>
              <a:rPr sz="2400" spc="-145" dirty="0">
                <a:solidFill>
                  <a:schemeClr val="tx2"/>
                </a:solidFill>
              </a:rPr>
              <a:t> </a:t>
            </a:r>
            <a:r>
              <a:rPr sz="2400" spc="10" dirty="0">
                <a:solidFill>
                  <a:schemeClr val="tx2"/>
                </a:solidFill>
              </a:rPr>
              <a:t>des</a:t>
            </a:r>
            <a:r>
              <a:rPr sz="2400" spc="-80" dirty="0">
                <a:solidFill>
                  <a:schemeClr val="tx2"/>
                </a:solidFill>
              </a:rPr>
              <a:t> </a:t>
            </a:r>
            <a:r>
              <a:rPr sz="2400" spc="10" dirty="0">
                <a:solidFill>
                  <a:schemeClr val="tx2"/>
                </a:solidFill>
              </a:rPr>
              <a:t>ellipses.</a:t>
            </a:r>
          </a:p>
          <a:p>
            <a:pPr marL="358140" marR="132080" indent="-177800">
              <a:lnSpc>
                <a:spcPts val="2600"/>
              </a:lnSpc>
              <a:spcBef>
                <a:spcPts val="500"/>
              </a:spcBef>
              <a:buClr>
                <a:srgbClr val="E48312"/>
              </a:buClr>
              <a:buSzPct val="95833"/>
              <a:buFont typeface="Wingdings"/>
              <a:buChar char=""/>
              <a:tabLst>
                <a:tab pos="452755" algn="l"/>
              </a:tabLst>
            </a:pPr>
            <a:r>
              <a:rPr sz="2400" b="1" spc="10" dirty="0">
                <a:latin typeface="Calibri"/>
                <a:cs typeface="Calibri"/>
              </a:rPr>
              <a:t>Acteurs</a:t>
            </a:r>
            <a:r>
              <a:rPr sz="2400" spc="10" dirty="0"/>
              <a:t>:</a:t>
            </a:r>
            <a:r>
              <a:rPr sz="2400" spc="-180" dirty="0"/>
              <a:t> </a:t>
            </a:r>
            <a:r>
              <a:rPr sz="2400" spc="-5" dirty="0">
                <a:solidFill>
                  <a:schemeClr val="tx2"/>
                </a:solidFill>
              </a:rPr>
              <a:t>Les</a:t>
            </a:r>
            <a:r>
              <a:rPr sz="2400" spc="20" dirty="0">
                <a:solidFill>
                  <a:schemeClr val="tx2"/>
                </a:solidFill>
              </a:rPr>
              <a:t> </a:t>
            </a:r>
            <a:r>
              <a:rPr sz="2400" spc="-15" dirty="0">
                <a:solidFill>
                  <a:schemeClr val="tx2"/>
                </a:solidFill>
              </a:rPr>
              <a:t>acteurs</a:t>
            </a:r>
            <a:r>
              <a:rPr sz="2400" spc="30" dirty="0">
                <a:solidFill>
                  <a:schemeClr val="tx2"/>
                </a:solidFill>
              </a:rPr>
              <a:t> </a:t>
            </a:r>
            <a:r>
              <a:rPr sz="2400" spc="5" dirty="0">
                <a:solidFill>
                  <a:schemeClr val="tx2"/>
                </a:solidFill>
              </a:rPr>
              <a:t>sont</a:t>
            </a:r>
            <a:r>
              <a:rPr sz="2400" spc="-45" dirty="0">
                <a:solidFill>
                  <a:schemeClr val="tx2"/>
                </a:solidFill>
              </a:rPr>
              <a:t> </a:t>
            </a:r>
            <a:r>
              <a:rPr sz="2400" spc="10" dirty="0">
                <a:solidFill>
                  <a:schemeClr val="tx2"/>
                </a:solidFill>
              </a:rPr>
              <a:t>des</a:t>
            </a:r>
            <a:r>
              <a:rPr sz="2400" spc="-70" dirty="0">
                <a:solidFill>
                  <a:schemeClr val="tx2"/>
                </a:solidFill>
              </a:rPr>
              <a:t> </a:t>
            </a:r>
            <a:r>
              <a:rPr sz="2400" dirty="0">
                <a:solidFill>
                  <a:schemeClr val="tx2"/>
                </a:solidFill>
              </a:rPr>
              <a:t>personnes,</a:t>
            </a:r>
            <a:r>
              <a:rPr sz="2400" spc="-40" dirty="0">
                <a:solidFill>
                  <a:schemeClr val="tx2"/>
                </a:solidFill>
              </a:rPr>
              <a:t> </a:t>
            </a:r>
            <a:r>
              <a:rPr sz="2400" spc="10" dirty="0">
                <a:solidFill>
                  <a:schemeClr val="tx2"/>
                </a:solidFill>
              </a:rPr>
              <a:t>des</a:t>
            </a:r>
            <a:r>
              <a:rPr sz="2400" spc="-80" dirty="0">
                <a:solidFill>
                  <a:schemeClr val="tx2"/>
                </a:solidFill>
              </a:rPr>
              <a:t> </a:t>
            </a:r>
            <a:r>
              <a:rPr sz="2400" spc="-5" dirty="0">
                <a:solidFill>
                  <a:schemeClr val="tx2"/>
                </a:solidFill>
              </a:rPr>
              <a:t>organisations,</a:t>
            </a:r>
            <a:r>
              <a:rPr sz="2400" spc="-135" dirty="0">
                <a:solidFill>
                  <a:schemeClr val="tx2"/>
                </a:solidFill>
              </a:rPr>
              <a:t> </a:t>
            </a:r>
            <a:r>
              <a:rPr sz="2400" spc="-10" dirty="0">
                <a:solidFill>
                  <a:schemeClr val="tx2"/>
                </a:solidFill>
              </a:rPr>
              <a:t>autres</a:t>
            </a:r>
            <a:r>
              <a:rPr sz="2400" spc="20" dirty="0">
                <a:solidFill>
                  <a:schemeClr val="tx2"/>
                </a:solidFill>
              </a:rPr>
              <a:t> </a:t>
            </a:r>
            <a:r>
              <a:rPr sz="2400" spc="-15" dirty="0">
                <a:solidFill>
                  <a:schemeClr val="tx2"/>
                </a:solidFill>
                <a:highlight>
                  <a:srgbClr val="FFFF00"/>
                </a:highlight>
              </a:rPr>
              <a:t>systèmes </a:t>
            </a:r>
            <a:r>
              <a:rPr sz="2400" spc="-525" dirty="0">
                <a:solidFill>
                  <a:schemeClr val="tx2"/>
                </a:solidFill>
                <a:highlight>
                  <a:srgbClr val="FFFF00"/>
                </a:highlight>
              </a:rPr>
              <a:t> </a:t>
            </a:r>
            <a:r>
              <a:rPr sz="2400" spc="10" dirty="0">
                <a:solidFill>
                  <a:schemeClr val="tx2"/>
                </a:solidFill>
                <a:highlight>
                  <a:srgbClr val="FFFF00"/>
                </a:highlight>
              </a:rPr>
              <a:t>jouant</a:t>
            </a:r>
            <a:r>
              <a:rPr sz="2400" spc="-150" dirty="0">
                <a:solidFill>
                  <a:schemeClr val="tx2"/>
                </a:solidFill>
                <a:highlight>
                  <a:srgbClr val="FFFF00"/>
                </a:highlight>
              </a:rPr>
              <a:t> </a:t>
            </a:r>
            <a:r>
              <a:rPr sz="2400" spc="15" dirty="0">
                <a:solidFill>
                  <a:schemeClr val="tx2"/>
                </a:solidFill>
                <a:highlight>
                  <a:srgbClr val="FFFF00"/>
                </a:highlight>
              </a:rPr>
              <a:t>un</a:t>
            </a:r>
            <a:r>
              <a:rPr sz="2400" dirty="0">
                <a:solidFill>
                  <a:schemeClr val="tx2"/>
                </a:solidFill>
                <a:highlight>
                  <a:srgbClr val="FFFF00"/>
                </a:highlight>
              </a:rPr>
              <a:t> </a:t>
            </a:r>
            <a:r>
              <a:rPr sz="2400" spc="5" dirty="0">
                <a:solidFill>
                  <a:schemeClr val="tx2"/>
                </a:solidFill>
                <a:highlight>
                  <a:srgbClr val="FFFF00"/>
                </a:highlight>
              </a:rPr>
              <a:t>rôle</a:t>
            </a:r>
            <a:r>
              <a:rPr sz="2400" spc="-135" dirty="0">
                <a:solidFill>
                  <a:schemeClr val="tx2"/>
                </a:solidFill>
                <a:highlight>
                  <a:srgbClr val="FFFF00"/>
                </a:highlight>
              </a:rPr>
              <a:t> </a:t>
            </a:r>
            <a:r>
              <a:rPr sz="2400" spc="5" dirty="0">
                <a:solidFill>
                  <a:schemeClr val="tx2"/>
                </a:solidFill>
                <a:highlight>
                  <a:srgbClr val="FFFF00"/>
                </a:highlight>
              </a:rPr>
              <a:t>dans</a:t>
            </a:r>
            <a:r>
              <a:rPr sz="2400" spc="25" dirty="0">
                <a:solidFill>
                  <a:schemeClr val="tx2"/>
                </a:solidFill>
                <a:highlight>
                  <a:srgbClr val="FFFF00"/>
                </a:highlight>
              </a:rPr>
              <a:t> </a:t>
            </a:r>
            <a:r>
              <a:rPr sz="2400" spc="20" dirty="0">
                <a:solidFill>
                  <a:schemeClr val="tx2"/>
                </a:solidFill>
                <a:highlight>
                  <a:srgbClr val="FFFF00"/>
                </a:highlight>
              </a:rPr>
              <a:t>une</a:t>
            </a:r>
            <a:r>
              <a:rPr sz="2400" spc="-35" dirty="0">
                <a:solidFill>
                  <a:schemeClr val="tx2"/>
                </a:solidFill>
                <a:highlight>
                  <a:srgbClr val="FFFF00"/>
                </a:highlight>
              </a:rPr>
              <a:t> </a:t>
            </a:r>
            <a:r>
              <a:rPr sz="2400" spc="15" dirty="0">
                <a:solidFill>
                  <a:schemeClr val="tx2"/>
                </a:solidFill>
                <a:highlight>
                  <a:srgbClr val="FFFF00"/>
                </a:highlight>
              </a:rPr>
              <a:t>ou</a:t>
            </a:r>
            <a:r>
              <a:rPr sz="2400" spc="-100" dirty="0">
                <a:solidFill>
                  <a:schemeClr val="tx2"/>
                </a:solidFill>
                <a:highlight>
                  <a:srgbClr val="FFFF00"/>
                </a:highlight>
              </a:rPr>
              <a:t> </a:t>
            </a:r>
            <a:r>
              <a:rPr sz="2400" spc="10" dirty="0">
                <a:solidFill>
                  <a:schemeClr val="tx2"/>
                </a:solidFill>
                <a:highlight>
                  <a:srgbClr val="FFFF00"/>
                </a:highlight>
              </a:rPr>
              <a:t>plusieurs</a:t>
            </a:r>
            <a:r>
              <a:rPr sz="2400" spc="-185" dirty="0">
                <a:solidFill>
                  <a:schemeClr val="tx2"/>
                </a:solidFill>
                <a:highlight>
                  <a:srgbClr val="FFFF00"/>
                </a:highlight>
              </a:rPr>
              <a:t> </a:t>
            </a:r>
            <a:r>
              <a:rPr sz="2400" dirty="0">
                <a:solidFill>
                  <a:schemeClr val="tx2"/>
                </a:solidFill>
                <a:highlight>
                  <a:srgbClr val="FFFF00"/>
                </a:highlight>
              </a:rPr>
              <a:t>activités</a:t>
            </a:r>
            <a:r>
              <a:rPr sz="2400" spc="-80" dirty="0">
                <a:solidFill>
                  <a:schemeClr val="tx2"/>
                </a:solidFill>
                <a:highlight>
                  <a:srgbClr val="FFFF00"/>
                </a:highlight>
              </a:rPr>
              <a:t> </a:t>
            </a:r>
            <a:r>
              <a:rPr sz="2400" spc="15" dirty="0">
                <a:solidFill>
                  <a:schemeClr val="tx2"/>
                </a:solidFill>
                <a:highlight>
                  <a:srgbClr val="FFFF00"/>
                </a:highlight>
              </a:rPr>
              <a:t>du</a:t>
            </a:r>
            <a:r>
              <a:rPr sz="2400" dirty="0">
                <a:solidFill>
                  <a:schemeClr val="tx2"/>
                </a:solidFill>
                <a:highlight>
                  <a:srgbClr val="FFFF00"/>
                </a:highlight>
              </a:rPr>
              <a:t> </a:t>
            </a:r>
            <a:r>
              <a:rPr sz="2400" spc="-15" dirty="0">
                <a:solidFill>
                  <a:schemeClr val="tx2"/>
                </a:solidFill>
                <a:highlight>
                  <a:srgbClr val="FFFF00"/>
                </a:highlight>
              </a:rPr>
              <a:t>système</a:t>
            </a:r>
            <a:r>
              <a:rPr sz="2400" spc="-15" dirty="0">
                <a:solidFill>
                  <a:schemeClr val="tx2"/>
                </a:solidFill>
              </a:rPr>
              <a:t>.</a:t>
            </a:r>
            <a:r>
              <a:rPr sz="2400" spc="-45" dirty="0">
                <a:solidFill>
                  <a:schemeClr val="tx2"/>
                </a:solidFill>
              </a:rPr>
              <a:t> </a:t>
            </a:r>
            <a:r>
              <a:rPr sz="2400" spc="10" dirty="0">
                <a:solidFill>
                  <a:schemeClr val="tx2"/>
                </a:solidFill>
              </a:rPr>
              <a:t>Ils</a:t>
            </a:r>
            <a:r>
              <a:rPr sz="2400" spc="-80" dirty="0">
                <a:solidFill>
                  <a:schemeClr val="tx2"/>
                </a:solidFill>
              </a:rPr>
              <a:t> </a:t>
            </a:r>
            <a:r>
              <a:rPr sz="2400" spc="5" dirty="0">
                <a:solidFill>
                  <a:schemeClr val="tx2"/>
                </a:solidFill>
              </a:rPr>
              <a:t>sont</a:t>
            </a:r>
            <a:r>
              <a:rPr sz="2400" spc="-45" dirty="0">
                <a:solidFill>
                  <a:schemeClr val="tx2"/>
                </a:solidFill>
              </a:rPr>
              <a:t> </a:t>
            </a:r>
            <a:r>
              <a:rPr sz="2400" spc="10" dirty="0">
                <a:solidFill>
                  <a:schemeClr val="tx2"/>
                </a:solidFill>
              </a:rPr>
              <a:t>modélisés </a:t>
            </a:r>
            <a:r>
              <a:rPr sz="2400" spc="-525" dirty="0">
                <a:solidFill>
                  <a:schemeClr val="tx2"/>
                </a:solidFill>
              </a:rPr>
              <a:t> </a:t>
            </a:r>
            <a:r>
              <a:rPr sz="2400" spc="-5" dirty="0">
                <a:solidFill>
                  <a:schemeClr val="tx2"/>
                </a:solidFill>
              </a:rPr>
              <a:t>par </a:t>
            </a:r>
            <a:r>
              <a:rPr sz="2400" spc="10" dirty="0">
                <a:solidFill>
                  <a:schemeClr val="tx2"/>
                </a:solidFill>
              </a:rPr>
              <a:t>des </a:t>
            </a:r>
            <a:r>
              <a:rPr sz="2400" spc="15" dirty="0">
                <a:solidFill>
                  <a:schemeClr val="tx2"/>
                </a:solidFill>
              </a:rPr>
              <a:t>icones </a:t>
            </a:r>
            <a:r>
              <a:rPr sz="2400" spc="-5" dirty="0">
                <a:solidFill>
                  <a:schemeClr val="tx2"/>
                </a:solidFill>
              </a:rPr>
              <a:t>(semblables) </a:t>
            </a:r>
            <a:r>
              <a:rPr sz="2400" dirty="0">
                <a:solidFill>
                  <a:schemeClr val="tx2"/>
                </a:solidFill>
              </a:rPr>
              <a:t>à </a:t>
            </a:r>
            <a:r>
              <a:rPr sz="2400" spc="-50" dirty="0">
                <a:solidFill>
                  <a:schemeClr val="tx2"/>
                </a:solidFill>
              </a:rPr>
              <a:t>l’acteur. </a:t>
            </a:r>
            <a:r>
              <a:rPr sz="2400" spc="-5" dirty="0">
                <a:solidFill>
                  <a:schemeClr val="tx2"/>
                </a:solidFill>
              </a:rPr>
              <a:t>Ex: </a:t>
            </a:r>
            <a:r>
              <a:rPr sz="2400" spc="-15" dirty="0">
                <a:solidFill>
                  <a:schemeClr val="tx2"/>
                </a:solidFill>
              </a:rPr>
              <a:t>image </a:t>
            </a:r>
            <a:r>
              <a:rPr sz="2400" dirty="0">
                <a:solidFill>
                  <a:schemeClr val="tx2"/>
                </a:solidFill>
              </a:rPr>
              <a:t>d’une </a:t>
            </a:r>
            <a:r>
              <a:rPr sz="2400" spc="5" dirty="0">
                <a:solidFill>
                  <a:schemeClr val="tx2"/>
                </a:solidFill>
              </a:rPr>
              <a:t>personne, </a:t>
            </a:r>
            <a:r>
              <a:rPr sz="2400" dirty="0">
                <a:solidFill>
                  <a:schemeClr val="tx2"/>
                </a:solidFill>
              </a:rPr>
              <a:t>d’une </a:t>
            </a:r>
            <a:r>
              <a:rPr sz="2400" spc="5" dirty="0">
                <a:solidFill>
                  <a:schemeClr val="tx2"/>
                </a:solidFill>
              </a:rPr>
              <a:t> </a:t>
            </a:r>
            <a:r>
              <a:rPr sz="2400" spc="-5" dirty="0">
                <a:solidFill>
                  <a:schemeClr val="tx2"/>
                </a:solidFill>
              </a:rPr>
              <a:t>organisation</a:t>
            </a:r>
            <a:r>
              <a:rPr sz="2400" spc="-110" dirty="0">
                <a:solidFill>
                  <a:schemeClr val="tx2"/>
                </a:solidFill>
              </a:rPr>
              <a:t> </a:t>
            </a:r>
            <a:r>
              <a:rPr sz="2400" spc="-5" dirty="0">
                <a:solidFill>
                  <a:schemeClr val="tx2"/>
                </a:solidFill>
              </a:rPr>
              <a:t>etc…</a:t>
            </a:r>
          </a:p>
          <a:p>
            <a:pPr marL="358140" marR="5080" indent="-177800">
              <a:lnSpc>
                <a:spcPts val="2600"/>
              </a:lnSpc>
              <a:spcBef>
                <a:spcPts val="600"/>
              </a:spcBef>
              <a:buClr>
                <a:srgbClr val="E48312"/>
              </a:buClr>
              <a:buSzPct val="95833"/>
              <a:buFont typeface="Wingdings"/>
              <a:buChar char=""/>
              <a:tabLst>
                <a:tab pos="452755" algn="l"/>
              </a:tabLst>
            </a:pPr>
            <a:r>
              <a:rPr sz="2400" b="1" spc="10" dirty="0">
                <a:latin typeface="Calibri"/>
                <a:cs typeface="Calibri"/>
              </a:rPr>
              <a:t>Associations</a:t>
            </a:r>
            <a:r>
              <a:rPr sz="2400" b="1" spc="-204" dirty="0">
                <a:latin typeface="Calibri"/>
                <a:cs typeface="Calibri"/>
              </a:rPr>
              <a:t> </a:t>
            </a:r>
            <a:r>
              <a:rPr sz="2400" dirty="0"/>
              <a:t>:</a:t>
            </a:r>
            <a:r>
              <a:rPr sz="2400" spc="25" dirty="0"/>
              <a:t> </a:t>
            </a:r>
            <a:r>
              <a:rPr sz="2400" spc="-5" dirty="0">
                <a:solidFill>
                  <a:schemeClr val="tx2"/>
                </a:solidFill>
              </a:rPr>
              <a:t>Les</a:t>
            </a:r>
            <a:r>
              <a:rPr sz="2400" spc="20" dirty="0">
                <a:solidFill>
                  <a:schemeClr val="tx2"/>
                </a:solidFill>
              </a:rPr>
              <a:t> </a:t>
            </a:r>
            <a:r>
              <a:rPr sz="2400" spc="-5" dirty="0">
                <a:solidFill>
                  <a:schemeClr val="tx2"/>
                </a:solidFill>
              </a:rPr>
              <a:t>associations</a:t>
            </a:r>
            <a:r>
              <a:rPr sz="2400" spc="-80" dirty="0">
                <a:solidFill>
                  <a:schemeClr val="tx2"/>
                </a:solidFill>
              </a:rPr>
              <a:t> </a:t>
            </a:r>
            <a:r>
              <a:rPr sz="2400" dirty="0">
                <a:solidFill>
                  <a:schemeClr val="tx2"/>
                </a:solidFill>
              </a:rPr>
              <a:t>representent</a:t>
            </a:r>
            <a:r>
              <a:rPr sz="2400" spc="-145" dirty="0">
                <a:solidFill>
                  <a:schemeClr val="tx2"/>
                </a:solidFill>
              </a:rPr>
              <a:t> </a:t>
            </a:r>
            <a:r>
              <a:rPr sz="2400" spc="15" dirty="0">
                <a:solidFill>
                  <a:schemeClr val="tx2"/>
                </a:solidFill>
              </a:rPr>
              <a:t>les</a:t>
            </a:r>
            <a:r>
              <a:rPr sz="2400" spc="-80" dirty="0">
                <a:solidFill>
                  <a:schemeClr val="tx2"/>
                </a:solidFill>
              </a:rPr>
              <a:t> </a:t>
            </a:r>
            <a:r>
              <a:rPr sz="2400" spc="5" dirty="0">
                <a:solidFill>
                  <a:schemeClr val="tx2"/>
                </a:solidFill>
              </a:rPr>
              <a:t>interactions</a:t>
            </a:r>
            <a:r>
              <a:rPr sz="2400" spc="-180" dirty="0">
                <a:solidFill>
                  <a:schemeClr val="tx2"/>
                </a:solidFill>
              </a:rPr>
              <a:t> </a:t>
            </a:r>
            <a:r>
              <a:rPr sz="2400" spc="-5" dirty="0">
                <a:solidFill>
                  <a:schemeClr val="tx2"/>
                </a:solidFill>
              </a:rPr>
              <a:t>entre</a:t>
            </a:r>
            <a:r>
              <a:rPr sz="2400" spc="-35" dirty="0">
                <a:solidFill>
                  <a:schemeClr val="tx2"/>
                </a:solidFill>
              </a:rPr>
              <a:t> </a:t>
            </a:r>
            <a:r>
              <a:rPr sz="2400" spc="15" dirty="0">
                <a:solidFill>
                  <a:schemeClr val="tx2"/>
                </a:solidFill>
              </a:rPr>
              <a:t>les</a:t>
            </a:r>
            <a:r>
              <a:rPr sz="2400" spc="-70" dirty="0">
                <a:solidFill>
                  <a:schemeClr val="tx2"/>
                </a:solidFill>
              </a:rPr>
              <a:t> </a:t>
            </a:r>
            <a:r>
              <a:rPr sz="2400" spc="-15" dirty="0">
                <a:solidFill>
                  <a:schemeClr val="tx2"/>
                </a:solidFill>
              </a:rPr>
              <a:t>acteurs </a:t>
            </a:r>
            <a:r>
              <a:rPr sz="2400" spc="-525" dirty="0">
                <a:solidFill>
                  <a:schemeClr val="tx2"/>
                </a:solidFill>
              </a:rPr>
              <a:t> </a:t>
            </a:r>
            <a:r>
              <a:rPr sz="2400" dirty="0">
                <a:solidFill>
                  <a:schemeClr val="tx2"/>
                </a:solidFill>
              </a:rPr>
              <a:t>et</a:t>
            </a:r>
            <a:r>
              <a:rPr sz="2400" spc="-50" dirty="0">
                <a:solidFill>
                  <a:schemeClr val="tx2"/>
                </a:solidFill>
              </a:rPr>
              <a:t> </a:t>
            </a:r>
            <a:r>
              <a:rPr sz="2400" spc="15" dirty="0">
                <a:solidFill>
                  <a:schemeClr val="tx2"/>
                </a:solidFill>
              </a:rPr>
              <a:t>les</a:t>
            </a:r>
            <a:r>
              <a:rPr sz="2400" spc="20" dirty="0">
                <a:solidFill>
                  <a:schemeClr val="tx2"/>
                </a:solidFill>
              </a:rPr>
              <a:t> </a:t>
            </a:r>
            <a:r>
              <a:rPr sz="2400" spc="-15" dirty="0">
                <a:solidFill>
                  <a:schemeClr val="tx2"/>
                </a:solidFill>
              </a:rPr>
              <a:t>CUs.</a:t>
            </a:r>
            <a:r>
              <a:rPr sz="2400" spc="-50" dirty="0">
                <a:solidFill>
                  <a:schemeClr val="tx2"/>
                </a:solidFill>
              </a:rPr>
              <a:t> </a:t>
            </a:r>
            <a:r>
              <a:rPr sz="2400" spc="-5" dirty="0">
                <a:solidFill>
                  <a:schemeClr val="tx2"/>
                </a:solidFill>
              </a:rPr>
              <a:t>Les</a:t>
            </a:r>
            <a:r>
              <a:rPr sz="2400" spc="25" dirty="0">
                <a:solidFill>
                  <a:schemeClr val="tx2"/>
                </a:solidFill>
              </a:rPr>
              <a:t> </a:t>
            </a:r>
            <a:r>
              <a:rPr sz="2400" spc="-5" dirty="0">
                <a:solidFill>
                  <a:schemeClr val="tx2"/>
                </a:solidFill>
              </a:rPr>
              <a:t>associations</a:t>
            </a:r>
            <a:r>
              <a:rPr sz="2400" spc="15" dirty="0">
                <a:solidFill>
                  <a:schemeClr val="tx2"/>
                </a:solidFill>
              </a:rPr>
              <a:t> </a:t>
            </a:r>
            <a:r>
              <a:rPr sz="2400" spc="5" dirty="0">
                <a:solidFill>
                  <a:schemeClr val="tx2"/>
                </a:solidFill>
              </a:rPr>
              <a:t>sont</a:t>
            </a:r>
            <a:r>
              <a:rPr sz="2400" spc="-150" dirty="0">
                <a:solidFill>
                  <a:schemeClr val="tx2"/>
                </a:solidFill>
              </a:rPr>
              <a:t> </a:t>
            </a:r>
            <a:r>
              <a:rPr sz="2400" spc="10" dirty="0">
                <a:solidFill>
                  <a:schemeClr val="tx2"/>
                </a:solidFill>
              </a:rPr>
              <a:t>modélisés</a:t>
            </a:r>
            <a:r>
              <a:rPr sz="2400" spc="-80" dirty="0">
                <a:solidFill>
                  <a:schemeClr val="tx2"/>
                </a:solidFill>
              </a:rPr>
              <a:t> </a:t>
            </a:r>
            <a:r>
              <a:rPr sz="2400" spc="-5" dirty="0">
                <a:solidFill>
                  <a:schemeClr val="tx2"/>
                </a:solidFill>
              </a:rPr>
              <a:t>par</a:t>
            </a:r>
            <a:r>
              <a:rPr sz="2400" spc="20" dirty="0">
                <a:solidFill>
                  <a:schemeClr val="tx2"/>
                </a:solidFill>
              </a:rPr>
              <a:t> </a:t>
            </a:r>
            <a:r>
              <a:rPr sz="2400" spc="10" dirty="0">
                <a:solidFill>
                  <a:schemeClr val="tx2"/>
                </a:solidFill>
              </a:rPr>
              <a:t>des</a:t>
            </a:r>
            <a:r>
              <a:rPr sz="2400" spc="-75" dirty="0">
                <a:solidFill>
                  <a:schemeClr val="tx2"/>
                </a:solidFill>
              </a:rPr>
              <a:t> </a:t>
            </a:r>
            <a:r>
              <a:rPr sz="2400" spc="15" dirty="0">
                <a:solidFill>
                  <a:schemeClr val="tx2"/>
                </a:solidFill>
              </a:rPr>
              <a:t>lignes</a:t>
            </a:r>
            <a:r>
              <a:rPr sz="2400" spc="-80" dirty="0">
                <a:solidFill>
                  <a:schemeClr val="tx2"/>
                </a:solidFill>
              </a:rPr>
              <a:t> </a:t>
            </a:r>
            <a:r>
              <a:rPr sz="2400" spc="10" dirty="0">
                <a:solidFill>
                  <a:schemeClr val="tx2"/>
                </a:solidFill>
              </a:rPr>
              <a:t>continues.</a:t>
            </a:r>
          </a:p>
          <a:p>
            <a:pPr marL="358140" marR="55880" indent="-177800">
              <a:lnSpc>
                <a:spcPts val="2600"/>
              </a:lnSpc>
              <a:spcBef>
                <a:spcPts val="600"/>
              </a:spcBef>
              <a:buClr>
                <a:srgbClr val="E48312"/>
              </a:buClr>
              <a:buSzPct val="95833"/>
              <a:buFont typeface="Wingdings"/>
              <a:buChar char=""/>
              <a:tabLst>
                <a:tab pos="452755" algn="l"/>
              </a:tabLst>
            </a:pPr>
            <a:r>
              <a:rPr sz="2400" b="1" spc="5" dirty="0">
                <a:latin typeface="Calibri"/>
                <a:cs typeface="Calibri"/>
              </a:rPr>
              <a:t>Frontières</a:t>
            </a:r>
            <a:r>
              <a:rPr sz="2400" b="1" spc="-204" dirty="0">
                <a:latin typeface="Calibri"/>
                <a:cs typeface="Calibri"/>
              </a:rPr>
              <a:t> </a:t>
            </a:r>
            <a:r>
              <a:rPr sz="2400" spc="15" dirty="0"/>
              <a:t>(optionnelles)</a:t>
            </a:r>
            <a:r>
              <a:rPr sz="2400" spc="-275" dirty="0"/>
              <a:t> </a:t>
            </a:r>
            <a:r>
              <a:rPr sz="2400" dirty="0"/>
              <a:t>:</a:t>
            </a:r>
            <a:r>
              <a:rPr sz="2400" spc="15" dirty="0"/>
              <a:t> </a:t>
            </a:r>
            <a:r>
              <a:rPr sz="2400" spc="10" dirty="0">
                <a:solidFill>
                  <a:schemeClr val="tx2"/>
                </a:solidFill>
              </a:rPr>
              <a:t>Ce</a:t>
            </a:r>
            <a:r>
              <a:rPr sz="2400" spc="-35" dirty="0">
                <a:solidFill>
                  <a:schemeClr val="tx2"/>
                </a:solidFill>
              </a:rPr>
              <a:t> </a:t>
            </a:r>
            <a:r>
              <a:rPr sz="2400" spc="5" dirty="0">
                <a:solidFill>
                  <a:schemeClr val="tx2"/>
                </a:solidFill>
              </a:rPr>
              <a:t>sont</a:t>
            </a:r>
            <a:r>
              <a:rPr sz="2400" spc="-45" dirty="0">
                <a:solidFill>
                  <a:schemeClr val="tx2"/>
                </a:solidFill>
              </a:rPr>
              <a:t> </a:t>
            </a:r>
            <a:r>
              <a:rPr sz="2400" spc="10" dirty="0">
                <a:solidFill>
                  <a:schemeClr val="tx2"/>
                </a:solidFill>
              </a:rPr>
              <a:t>des</a:t>
            </a:r>
            <a:r>
              <a:rPr sz="2400" spc="-85" dirty="0">
                <a:solidFill>
                  <a:schemeClr val="tx2"/>
                </a:solidFill>
              </a:rPr>
              <a:t> </a:t>
            </a:r>
            <a:r>
              <a:rPr sz="2400" spc="-10" dirty="0">
                <a:solidFill>
                  <a:schemeClr val="tx2"/>
                </a:solidFill>
              </a:rPr>
              <a:t>rectangles</a:t>
            </a:r>
            <a:r>
              <a:rPr sz="2400" spc="25" dirty="0">
                <a:solidFill>
                  <a:schemeClr val="tx2"/>
                </a:solidFill>
              </a:rPr>
              <a:t> </a:t>
            </a:r>
            <a:r>
              <a:rPr sz="2400" spc="-5" dirty="0">
                <a:solidFill>
                  <a:schemeClr val="tx2"/>
                </a:solidFill>
              </a:rPr>
              <a:t>permettant</a:t>
            </a:r>
            <a:r>
              <a:rPr sz="2400" spc="-150" dirty="0">
                <a:solidFill>
                  <a:schemeClr val="tx2"/>
                </a:solidFill>
              </a:rPr>
              <a:t> </a:t>
            </a:r>
            <a:r>
              <a:rPr sz="2400" spc="15" dirty="0">
                <a:solidFill>
                  <a:schemeClr val="tx2"/>
                </a:solidFill>
              </a:rPr>
              <a:t>de</a:t>
            </a:r>
            <a:r>
              <a:rPr sz="2400" spc="-40" dirty="0">
                <a:solidFill>
                  <a:schemeClr val="tx2"/>
                </a:solidFill>
              </a:rPr>
              <a:t> </a:t>
            </a:r>
            <a:r>
              <a:rPr sz="2400" spc="-5" dirty="0">
                <a:solidFill>
                  <a:schemeClr val="tx2"/>
                </a:solidFill>
              </a:rPr>
              <a:t>représenter </a:t>
            </a:r>
            <a:r>
              <a:rPr sz="2400" spc="-525" dirty="0">
                <a:solidFill>
                  <a:schemeClr val="tx2"/>
                </a:solidFill>
              </a:rPr>
              <a:t> </a:t>
            </a:r>
            <a:r>
              <a:rPr sz="2400" spc="15" dirty="0">
                <a:solidFill>
                  <a:schemeClr val="tx2"/>
                </a:solidFill>
              </a:rPr>
              <a:t>les</a:t>
            </a:r>
            <a:r>
              <a:rPr sz="2400" spc="-90" dirty="0">
                <a:solidFill>
                  <a:schemeClr val="tx2"/>
                </a:solidFill>
              </a:rPr>
              <a:t> </a:t>
            </a:r>
            <a:r>
              <a:rPr sz="2400" spc="10" dirty="0">
                <a:solidFill>
                  <a:schemeClr val="tx2"/>
                </a:solidFill>
              </a:rPr>
              <a:t>limitations</a:t>
            </a:r>
            <a:r>
              <a:rPr sz="2400" spc="-285" dirty="0">
                <a:solidFill>
                  <a:schemeClr val="tx2"/>
                </a:solidFill>
              </a:rPr>
              <a:t> </a:t>
            </a:r>
            <a:r>
              <a:rPr sz="2400" spc="15" dirty="0">
                <a:solidFill>
                  <a:schemeClr val="tx2"/>
                </a:solidFill>
              </a:rPr>
              <a:t>du</a:t>
            </a:r>
            <a:r>
              <a:rPr sz="2400" dirty="0">
                <a:solidFill>
                  <a:schemeClr val="tx2"/>
                </a:solidFill>
              </a:rPr>
              <a:t> </a:t>
            </a:r>
            <a:r>
              <a:rPr sz="2400" spc="-15" dirty="0">
                <a:solidFill>
                  <a:schemeClr val="tx2"/>
                </a:solidFill>
              </a:rPr>
              <a:t>système.</a:t>
            </a:r>
          </a:p>
          <a:p>
            <a:pPr marL="358140" marR="5080" indent="-177800">
              <a:lnSpc>
                <a:spcPts val="2600"/>
              </a:lnSpc>
              <a:spcBef>
                <a:spcPts val="600"/>
              </a:spcBef>
              <a:buClr>
                <a:srgbClr val="E48312"/>
              </a:buClr>
              <a:buSzPct val="95833"/>
              <a:buFont typeface="Wingdings"/>
              <a:buChar char=""/>
              <a:tabLst>
                <a:tab pos="452755" algn="l"/>
              </a:tabLst>
            </a:pPr>
            <a:r>
              <a:rPr sz="2400" b="1" dirty="0">
                <a:latin typeface="Calibri"/>
                <a:cs typeface="Calibri"/>
              </a:rPr>
              <a:t>Packages</a:t>
            </a:r>
            <a:r>
              <a:rPr sz="2400" b="1" spc="-100" dirty="0">
                <a:latin typeface="Calibri"/>
                <a:cs typeface="Calibri"/>
              </a:rPr>
              <a:t> </a:t>
            </a:r>
            <a:r>
              <a:rPr sz="2400" spc="15" dirty="0"/>
              <a:t>(Optionnelles)</a:t>
            </a:r>
            <a:r>
              <a:rPr sz="2400" spc="-275" dirty="0"/>
              <a:t> </a:t>
            </a:r>
            <a:r>
              <a:rPr sz="2400" dirty="0"/>
              <a:t>:</a:t>
            </a:r>
            <a:r>
              <a:rPr sz="2400" spc="-80" dirty="0"/>
              <a:t> </a:t>
            </a:r>
            <a:r>
              <a:rPr sz="2400" spc="10" dirty="0">
                <a:solidFill>
                  <a:schemeClr val="tx2"/>
                </a:solidFill>
              </a:rPr>
              <a:t>En</a:t>
            </a:r>
            <a:r>
              <a:rPr sz="2400" dirty="0">
                <a:solidFill>
                  <a:schemeClr val="tx2"/>
                </a:solidFill>
              </a:rPr>
              <a:t> </a:t>
            </a:r>
            <a:r>
              <a:rPr sz="2400" spc="-5" dirty="0">
                <a:solidFill>
                  <a:schemeClr val="tx2"/>
                </a:solidFill>
              </a:rPr>
              <a:t>UML,</a:t>
            </a:r>
            <a:r>
              <a:rPr sz="2400" spc="60" dirty="0">
                <a:solidFill>
                  <a:schemeClr val="tx2"/>
                </a:solidFill>
              </a:rPr>
              <a:t> </a:t>
            </a:r>
            <a:r>
              <a:rPr sz="2400" spc="15" dirty="0">
                <a:solidFill>
                  <a:schemeClr val="tx2"/>
                </a:solidFill>
              </a:rPr>
              <a:t>les</a:t>
            </a:r>
            <a:r>
              <a:rPr sz="2400" spc="-85" dirty="0">
                <a:solidFill>
                  <a:schemeClr val="tx2"/>
                </a:solidFill>
              </a:rPr>
              <a:t> </a:t>
            </a:r>
            <a:r>
              <a:rPr sz="2400" spc="-15" dirty="0">
                <a:solidFill>
                  <a:schemeClr val="tx2"/>
                </a:solidFill>
              </a:rPr>
              <a:t>packages</a:t>
            </a:r>
            <a:r>
              <a:rPr sz="2400" spc="20" dirty="0">
                <a:solidFill>
                  <a:schemeClr val="tx2"/>
                </a:solidFill>
              </a:rPr>
              <a:t> </a:t>
            </a:r>
            <a:r>
              <a:rPr sz="2400" spc="5" dirty="0">
                <a:solidFill>
                  <a:schemeClr val="tx2"/>
                </a:solidFill>
              </a:rPr>
              <a:t>sont</a:t>
            </a:r>
            <a:r>
              <a:rPr sz="2400" spc="-45" dirty="0">
                <a:solidFill>
                  <a:schemeClr val="tx2"/>
                </a:solidFill>
              </a:rPr>
              <a:t> </a:t>
            </a:r>
            <a:r>
              <a:rPr sz="2400" spc="15" dirty="0">
                <a:solidFill>
                  <a:schemeClr val="tx2"/>
                </a:solidFill>
              </a:rPr>
              <a:t>utilisés</a:t>
            </a:r>
            <a:r>
              <a:rPr sz="2400" spc="-180" dirty="0">
                <a:solidFill>
                  <a:schemeClr val="tx2"/>
                </a:solidFill>
              </a:rPr>
              <a:t> </a:t>
            </a:r>
            <a:r>
              <a:rPr sz="2400" spc="25" dirty="0">
                <a:solidFill>
                  <a:schemeClr val="tx2"/>
                </a:solidFill>
              </a:rPr>
              <a:t>pour</a:t>
            </a:r>
            <a:r>
              <a:rPr sz="2400" spc="-75" dirty="0">
                <a:solidFill>
                  <a:schemeClr val="tx2"/>
                </a:solidFill>
              </a:rPr>
              <a:t> </a:t>
            </a:r>
            <a:r>
              <a:rPr sz="2400" dirty="0">
                <a:solidFill>
                  <a:schemeClr val="tx2"/>
                </a:solidFill>
              </a:rPr>
              <a:t>grouper</a:t>
            </a:r>
            <a:r>
              <a:rPr sz="2400" spc="-180" dirty="0">
                <a:solidFill>
                  <a:schemeClr val="tx2"/>
                </a:solidFill>
              </a:rPr>
              <a:t> </a:t>
            </a:r>
            <a:r>
              <a:rPr sz="2400" spc="15" dirty="0">
                <a:solidFill>
                  <a:schemeClr val="tx2"/>
                </a:solidFill>
              </a:rPr>
              <a:t>les </a:t>
            </a:r>
            <a:r>
              <a:rPr sz="2400" spc="-525" dirty="0">
                <a:solidFill>
                  <a:schemeClr val="tx2"/>
                </a:solidFill>
              </a:rPr>
              <a:t> </a:t>
            </a:r>
            <a:r>
              <a:rPr sz="2400" spc="-10" dirty="0">
                <a:solidFill>
                  <a:schemeClr val="tx2"/>
                </a:solidFill>
              </a:rPr>
              <a:t>CUs</a:t>
            </a:r>
            <a:r>
              <a:rPr sz="2400" spc="-135" dirty="0">
                <a:solidFill>
                  <a:schemeClr val="tx2"/>
                </a:solidFill>
              </a:rPr>
              <a:t> </a:t>
            </a:r>
            <a:r>
              <a:rPr sz="2400" dirty="0">
                <a:solidFill>
                  <a:schemeClr val="tx2"/>
                </a:solidFill>
              </a:rPr>
              <a:t>en</a:t>
            </a:r>
            <a:r>
              <a:rPr sz="2400" spc="-5" dirty="0">
                <a:solidFill>
                  <a:schemeClr val="tx2"/>
                </a:solidFill>
              </a:rPr>
              <a:t> </a:t>
            </a:r>
            <a:r>
              <a:rPr sz="2400" spc="10" dirty="0">
                <a:solidFill>
                  <a:schemeClr val="tx2"/>
                </a:solidFill>
              </a:rPr>
              <a:t>fonction</a:t>
            </a:r>
            <a:r>
              <a:rPr sz="2400" spc="-105" dirty="0">
                <a:solidFill>
                  <a:schemeClr val="tx2"/>
                </a:solidFill>
              </a:rPr>
              <a:t> </a:t>
            </a:r>
            <a:r>
              <a:rPr sz="2400" spc="-10" dirty="0">
                <a:solidFill>
                  <a:schemeClr val="tx2"/>
                </a:solidFill>
              </a:rPr>
              <a:t>d’un</a:t>
            </a:r>
            <a:r>
              <a:rPr sz="2400" spc="-5" dirty="0">
                <a:solidFill>
                  <a:schemeClr val="tx2"/>
                </a:solidFill>
              </a:rPr>
              <a:t> </a:t>
            </a:r>
            <a:r>
              <a:rPr sz="2400" dirty="0">
                <a:solidFill>
                  <a:schemeClr val="tx2"/>
                </a:solidFill>
              </a:rPr>
              <a:t>découpage</a:t>
            </a:r>
            <a:r>
              <a:rPr sz="2400" spc="-140" dirty="0">
                <a:solidFill>
                  <a:schemeClr val="tx2"/>
                </a:solidFill>
              </a:rPr>
              <a:t> </a:t>
            </a:r>
            <a:r>
              <a:rPr sz="2400" spc="25" dirty="0">
                <a:solidFill>
                  <a:schemeClr val="tx2"/>
                </a:solidFill>
              </a:rPr>
              <a:t>donné</a:t>
            </a:r>
            <a:r>
              <a:rPr sz="2400" spc="-140" dirty="0">
                <a:solidFill>
                  <a:schemeClr val="tx2"/>
                </a:solidFill>
              </a:rPr>
              <a:t> </a:t>
            </a:r>
            <a:r>
              <a:rPr sz="2400" spc="15" dirty="0">
                <a:solidFill>
                  <a:schemeClr val="tx2"/>
                </a:solidFill>
              </a:rPr>
              <a:t>du</a:t>
            </a:r>
            <a:r>
              <a:rPr sz="2400" spc="-105" dirty="0">
                <a:solidFill>
                  <a:schemeClr val="tx2"/>
                </a:solidFill>
              </a:rPr>
              <a:t> </a:t>
            </a:r>
            <a:r>
              <a:rPr sz="2400" spc="-15" dirty="0">
                <a:solidFill>
                  <a:schemeClr val="tx2"/>
                </a:solidFill>
              </a:rPr>
              <a:t>système.</a:t>
            </a:r>
          </a:p>
        </p:txBody>
      </p:sp>
    </p:spTree>
    <p:extLst>
      <p:ext uri="{BB962C8B-B14F-4D97-AF65-F5344CB8AC3E}">
        <p14:creationId xmlns:p14="http://schemas.microsoft.com/office/powerpoint/2010/main" val="28434853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019" y="309020"/>
            <a:ext cx="7740015" cy="756920"/>
          </a:xfrm>
          <a:prstGeom prst="rect">
            <a:avLst/>
          </a:prstGeom>
        </p:spPr>
        <p:txBody>
          <a:bodyPr vert="horz" wrap="square" lIns="0" tIns="12700" rIns="0" bIns="0" rtlCol="0">
            <a:spAutoFit/>
          </a:bodyPr>
          <a:lstStyle/>
          <a:p>
            <a:pPr marL="12700">
              <a:lnSpc>
                <a:spcPct val="100000"/>
              </a:lnSpc>
              <a:spcBef>
                <a:spcPts val="100"/>
              </a:spcBef>
            </a:pPr>
            <a:r>
              <a:rPr spc="-80" dirty="0"/>
              <a:t>Diagramme</a:t>
            </a:r>
            <a:r>
              <a:rPr spc="130" dirty="0"/>
              <a:t> </a:t>
            </a:r>
            <a:r>
              <a:rPr spc="-50" dirty="0"/>
              <a:t>de</a:t>
            </a:r>
            <a:r>
              <a:rPr spc="-70" dirty="0"/>
              <a:t> </a:t>
            </a:r>
            <a:r>
              <a:rPr spc="-35" dirty="0">
                <a:solidFill>
                  <a:schemeClr val="accent1"/>
                </a:solidFill>
              </a:rPr>
              <a:t>CU</a:t>
            </a:r>
            <a:r>
              <a:rPr spc="-160" dirty="0"/>
              <a:t> </a:t>
            </a:r>
            <a:r>
              <a:rPr dirty="0"/>
              <a:t>–</a:t>
            </a:r>
            <a:r>
              <a:rPr spc="-90" dirty="0"/>
              <a:t> </a:t>
            </a:r>
            <a:r>
              <a:rPr spc="-100" dirty="0" err="1"/>
              <a:t>Exemple</a:t>
            </a:r>
            <a:r>
              <a:rPr spc="225" dirty="0"/>
              <a:t> </a:t>
            </a:r>
            <a:r>
              <a:rPr spc="-90" dirty="0"/>
              <a:t>1</a:t>
            </a:r>
          </a:p>
        </p:txBody>
      </p:sp>
      <p:grpSp>
        <p:nvGrpSpPr>
          <p:cNvPr id="3" name="object 3"/>
          <p:cNvGrpSpPr/>
          <p:nvPr/>
        </p:nvGrpSpPr>
        <p:grpSpPr>
          <a:xfrm>
            <a:off x="2023576" y="1333500"/>
            <a:ext cx="6790690" cy="4800600"/>
            <a:chOff x="2023576" y="1333500"/>
            <a:chExt cx="6790690" cy="4800600"/>
          </a:xfrm>
        </p:grpSpPr>
        <p:pic>
          <p:nvPicPr>
            <p:cNvPr id="4" name="object 4"/>
            <p:cNvPicPr/>
            <p:nvPr/>
          </p:nvPicPr>
          <p:blipFill>
            <a:blip r:embed="rId2" cstate="print"/>
            <a:stretch>
              <a:fillRect/>
            </a:stretch>
          </p:blipFill>
          <p:spPr>
            <a:xfrm>
              <a:off x="3441700" y="1333500"/>
              <a:ext cx="5372100" cy="4800599"/>
            </a:xfrm>
            <a:prstGeom prst="rect">
              <a:avLst/>
            </a:prstGeom>
          </p:spPr>
        </p:pic>
        <p:sp>
          <p:nvSpPr>
            <p:cNvPr id="5" name="object 5"/>
            <p:cNvSpPr/>
            <p:nvPr/>
          </p:nvSpPr>
          <p:spPr>
            <a:xfrm>
              <a:off x="2023567" y="2001214"/>
              <a:ext cx="2120900" cy="1747520"/>
            </a:xfrm>
            <a:custGeom>
              <a:avLst/>
              <a:gdLst/>
              <a:ahLst/>
              <a:cxnLst/>
              <a:rect l="l" t="t" r="r" b="b"/>
              <a:pathLst>
                <a:path w="2120900" h="1747520">
                  <a:moveTo>
                    <a:pt x="1427111" y="1736204"/>
                  </a:moveTo>
                  <a:lnTo>
                    <a:pt x="1367536" y="1675307"/>
                  </a:lnTo>
                  <a:lnTo>
                    <a:pt x="1357172" y="1705317"/>
                  </a:lnTo>
                  <a:lnTo>
                    <a:pt x="4152" y="1237640"/>
                  </a:lnTo>
                  <a:lnTo>
                    <a:pt x="0" y="1249641"/>
                  </a:lnTo>
                  <a:lnTo>
                    <a:pt x="1353019" y="1717319"/>
                  </a:lnTo>
                  <a:lnTo>
                    <a:pt x="1342644" y="1747329"/>
                  </a:lnTo>
                  <a:lnTo>
                    <a:pt x="1427111" y="1736204"/>
                  </a:lnTo>
                  <a:close/>
                </a:path>
                <a:path w="2120900" h="1747520">
                  <a:moveTo>
                    <a:pt x="2120595" y="11734"/>
                  </a:moveTo>
                  <a:lnTo>
                    <a:pt x="2036203" y="0"/>
                  </a:lnTo>
                  <a:lnTo>
                    <a:pt x="2046363" y="30086"/>
                  </a:lnTo>
                  <a:lnTo>
                    <a:pt x="215950" y="647623"/>
                  </a:lnTo>
                  <a:lnTo>
                    <a:pt x="220002" y="659663"/>
                  </a:lnTo>
                  <a:lnTo>
                    <a:pt x="2050415" y="42113"/>
                  </a:lnTo>
                  <a:lnTo>
                    <a:pt x="2060575" y="72199"/>
                  </a:lnTo>
                  <a:lnTo>
                    <a:pt x="2120595" y="11734"/>
                  </a:lnTo>
                  <a:close/>
                </a:path>
              </a:pathLst>
            </a:custGeom>
            <a:solidFill>
              <a:srgbClr val="E48312"/>
            </a:solidFill>
          </p:spPr>
          <p:txBody>
            <a:bodyPr wrap="square" lIns="0" tIns="0" rIns="0" bIns="0" rtlCol="0"/>
            <a:lstStyle/>
            <a:p>
              <a:endParaRPr/>
            </a:p>
          </p:txBody>
        </p:sp>
      </p:grpSp>
      <p:sp>
        <p:nvSpPr>
          <p:cNvPr id="6" name="object 6"/>
          <p:cNvSpPr txBox="1"/>
          <p:nvPr/>
        </p:nvSpPr>
        <p:spPr>
          <a:xfrm>
            <a:off x="1287603" y="2481710"/>
            <a:ext cx="1156335" cy="143891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FF0000"/>
                </a:solidFill>
                <a:latin typeface="Calibri"/>
                <a:cs typeface="Calibri"/>
              </a:rPr>
              <a:t>Use</a:t>
            </a:r>
            <a:r>
              <a:rPr sz="1800" spc="-40" dirty="0">
                <a:solidFill>
                  <a:srgbClr val="FF0000"/>
                </a:solidFill>
                <a:latin typeface="Calibri"/>
                <a:cs typeface="Calibri"/>
              </a:rPr>
              <a:t> </a:t>
            </a:r>
            <a:r>
              <a:rPr sz="1800" spc="15" dirty="0">
                <a:solidFill>
                  <a:srgbClr val="FF0000"/>
                </a:solidFill>
                <a:latin typeface="Calibri"/>
                <a:cs typeface="Calibri"/>
              </a:rPr>
              <a:t>Case</a:t>
            </a:r>
            <a:endParaRPr sz="1800">
              <a:latin typeface="Calibri"/>
              <a:cs typeface="Calibri"/>
            </a:endParaRPr>
          </a:p>
          <a:p>
            <a:pPr marL="12700" marR="5080">
              <a:lnSpc>
                <a:spcPct val="198100"/>
              </a:lnSpc>
              <a:spcBef>
                <a:spcPts val="405"/>
              </a:spcBef>
            </a:pPr>
            <a:r>
              <a:rPr sz="1800" spc="-15" dirty="0">
                <a:solidFill>
                  <a:srgbClr val="FF0000"/>
                </a:solidFill>
                <a:latin typeface="Calibri"/>
                <a:cs typeface="Calibri"/>
              </a:rPr>
              <a:t>Acteur </a:t>
            </a:r>
            <a:r>
              <a:rPr sz="1800" spc="-10" dirty="0">
                <a:solidFill>
                  <a:srgbClr val="FF0000"/>
                </a:solidFill>
                <a:latin typeface="Calibri"/>
                <a:cs typeface="Calibri"/>
              </a:rPr>
              <a:t> </a:t>
            </a:r>
            <a:r>
              <a:rPr sz="1800" spc="-45" dirty="0">
                <a:solidFill>
                  <a:srgbClr val="FF0000"/>
                </a:solidFill>
                <a:latin typeface="Calibri"/>
                <a:cs typeface="Calibri"/>
              </a:rPr>
              <a:t>A</a:t>
            </a:r>
            <a:r>
              <a:rPr sz="1800" spc="-5" dirty="0">
                <a:solidFill>
                  <a:srgbClr val="FF0000"/>
                </a:solidFill>
                <a:latin typeface="Calibri"/>
                <a:cs typeface="Calibri"/>
              </a:rPr>
              <a:t>ss</a:t>
            </a:r>
            <a:r>
              <a:rPr sz="1800" spc="-50" dirty="0">
                <a:solidFill>
                  <a:srgbClr val="FF0000"/>
                </a:solidFill>
                <a:latin typeface="Calibri"/>
                <a:cs typeface="Calibri"/>
              </a:rPr>
              <a:t>o</a:t>
            </a:r>
            <a:r>
              <a:rPr sz="1800" spc="35" dirty="0">
                <a:solidFill>
                  <a:srgbClr val="FF0000"/>
                </a:solidFill>
                <a:latin typeface="Calibri"/>
                <a:cs typeface="Calibri"/>
              </a:rPr>
              <a:t>c</a:t>
            </a:r>
            <a:r>
              <a:rPr sz="1800" spc="-15" dirty="0">
                <a:solidFill>
                  <a:srgbClr val="FF0000"/>
                </a:solidFill>
                <a:latin typeface="Calibri"/>
                <a:cs typeface="Calibri"/>
              </a:rPr>
              <a:t>i</a:t>
            </a:r>
            <a:r>
              <a:rPr sz="1800" spc="35" dirty="0">
                <a:solidFill>
                  <a:srgbClr val="FF0000"/>
                </a:solidFill>
                <a:latin typeface="Calibri"/>
                <a:cs typeface="Calibri"/>
              </a:rPr>
              <a:t>a</a:t>
            </a:r>
            <a:r>
              <a:rPr sz="1800" spc="-5" dirty="0">
                <a:solidFill>
                  <a:srgbClr val="FF0000"/>
                </a:solidFill>
                <a:latin typeface="Calibri"/>
                <a:cs typeface="Calibri"/>
              </a:rPr>
              <a:t>t</a:t>
            </a:r>
            <a:r>
              <a:rPr sz="1800" spc="-15" dirty="0">
                <a:solidFill>
                  <a:srgbClr val="FF0000"/>
                </a:solidFill>
                <a:latin typeface="Calibri"/>
                <a:cs typeface="Calibri"/>
              </a:rPr>
              <a:t>i</a:t>
            </a:r>
            <a:r>
              <a:rPr sz="1800" spc="-50" dirty="0">
                <a:solidFill>
                  <a:srgbClr val="FF0000"/>
                </a:solidFill>
                <a:latin typeface="Calibri"/>
                <a:cs typeface="Calibri"/>
              </a:rPr>
              <a:t>on</a:t>
            </a:r>
            <a:r>
              <a:rPr sz="1800" dirty="0">
                <a:solidFill>
                  <a:srgbClr val="FF0000"/>
                </a:solidFill>
                <a:latin typeface="Calibri"/>
                <a:cs typeface="Calibri"/>
              </a:rPr>
              <a:t>s</a:t>
            </a:r>
            <a:endParaRPr sz="1800">
              <a:latin typeface="Calibri"/>
              <a:cs typeface="Calibri"/>
            </a:endParaRPr>
          </a:p>
        </p:txBody>
      </p:sp>
      <p:sp>
        <p:nvSpPr>
          <p:cNvPr id="7" name="object 7"/>
          <p:cNvSpPr/>
          <p:nvPr/>
        </p:nvSpPr>
        <p:spPr>
          <a:xfrm>
            <a:off x="2555482" y="3785696"/>
            <a:ext cx="1424305" cy="970280"/>
          </a:xfrm>
          <a:custGeom>
            <a:avLst/>
            <a:gdLst/>
            <a:ahLst/>
            <a:cxnLst/>
            <a:rect l="l" t="t" r="r" b="b"/>
            <a:pathLst>
              <a:path w="1424304" h="970279">
                <a:moveTo>
                  <a:pt x="7134" y="0"/>
                </a:moveTo>
                <a:lnTo>
                  <a:pt x="0" y="10507"/>
                </a:lnTo>
                <a:lnTo>
                  <a:pt x="1357619" y="932351"/>
                </a:lnTo>
                <a:lnTo>
                  <a:pt x="1339783" y="958617"/>
                </a:lnTo>
                <a:lnTo>
                  <a:pt x="1424227" y="969902"/>
                </a:lnTo>
                <a:lnTo>
                  <a:pt x="1382589" y="895577"/>
                </a:lnTo>
                <a:lnTo>
                  <a:pt x="1364754" y="921843"/>
                </a:lnTo>
                <a:lnTo>
                  <a:pt x="7134" y="0"/>
                </a:lnTo>
                <a:close/>
              </a:path>
            </a:pathLst>
          </a:custGeom>
          <a:solidFill>
            <a:srgbClr val="E48312"/>
          </a:solidFill>
        </p:spPr>
        <p:txBody>
          <a:bodyPr wrap="square" lIns="0" tIns="0" rIns="0" bIns="0" rtlCol="0"/>
          <a:lstStyle/>
          <a:p>
            <a:endParaRPr/>
          </a:p>
        </p:txBody>
      </p:sp>
      <p:sp>
        <p:nvSpPr>
          <p:cNvPr id="8" name="object 8"/>
          <p:cNvSpPr txBox="1"/>
          <p:nvPr/>
        </p:nvSpPr>
        <p:spPr>
          <a:xfrm>
            <a:off x="3552366" y="6062507"/>
            <a:ext cx="3997960"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Calibri"/>
                <a:cs typeface="Calibri"/>
                <a:hlinkClick r:id="rId3"/>
              </a:rPr>
              <a:t>http://www.agilemodeling.com/artifacts/useCaseDiagram.htm</a:t>
            </a:r>
            <a:endParaRPr sz="1200">
              <a:latin typeface="Calibri"/>
              <a:cs typeface="Calibri"/>
            </a:endParaRPr>
          </a:p>
        </p:txBody>
      </p:sp>
    </p:spTree>
    <p:extLst>
      <p:ext uri="{BB962C8B-B14F-4D97-AF65-F5344CB8AC3E}">
        <p14:creationId xmlns:p14="http://schemas.microsoft.com/office/powerpoint/2010/main" val="14170186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5925" y="851669"/>
            <a:ext cx="10058400" cy="751488"/>
          </a:xfrm>
          <a:prstGeom prst="rect">
            <a:avLst/>
          </a:prstGeom>
        </p:spPr>
        <p:txBody>
          <a:bodyPr vert="horz" wrap="square" lIns="0" tIns="12700" rIns="0" bIns="0" rtlCol="0">
            <a:spAutoFit/>
          </a:bodyPr>
          <a:lstStyle/>
          <a:p>
            <a:pPr marL="1017905">
              <a:lnSpc>
                <a:spcPct val="100000"/>
              </a:lnSpc>
              <a:spcBef>
                <a:spcPts val="100"/>
              </a:spcBef>
            </a:pPr>
            <a:r>
              <a:rPr spc="-15" dirty="0"/>
              <a:t>D</a:t>
            </a:r>
            <a:r>
              <a:rPr spc="30" dirty="0"/>
              <a:t>e</a:t>
            </a:r>
            <a:r>
              <a:rPr spc="45" dirty="0"/>
              <a:t>s</a:t>
            </a:r>
            <a:r>
              <a:rPr spc="-45" dirty="0"/>
              <a:t>c</a:t>
            </a:r>
            <a:r>
              <a:rPr spc="45" dirty="0"/>
              <a:t>r</a:t>
            </a:r>
            <a:r>
              <a:rPr spc="40" dirty="0"/>
              <a:t>i</a:t>
            </a:r>
            <a:r>
              <a:rPr spc="5" dirty="0"/>
              <a:t>p</a:t>
            </a:r>
            <a:r>
              <a:rPr spc="20" dirty="0"/>
              <a:t>t</a:t>
            </a:r>
            <a:r>
              <a:rPr spc="40" dirty="0"/>
              <a:t>i</a:t>
            </a:r>
            <a:r>
              <a:rPr spc="-5" dirty="0"/>
              <a:t>o</a:t>
            </a:r>
            <a:r>
              <a:rPr dirty="0"/>
              <a:t>n</a:t>
            </a:r>
            <a:r>
              <a:rPr spc="-285" dirty="0"/>
              <a:t> </a:t>
            </a:r>
            <a:r>
              <a:rPr spc="20" dirty="0" err="1"/>
              <a:t>t</a:t>
            </a:r>
            <a:r>
              <a:rPr spc="-70" dirty="0" err="1"/>
              <a:t>e</a:t>
            </a:r>
            <a:r>
              <a:rPr spc="-15" dirty="0" err="1"/>
              <a:t>x</a:t>
            </a:r>
            <a:r>
              <a:rPr spc="20" dirty="0" err="1"/>
              <a:t>t</a:t>
            </a:r>
            <a:r>
              <a:rPr dirty="0" err="1"/>
              <a:t>u</a:t>
            </a:r>
            <a:r>
              <a:rPr spc="25" dirty="0" err="1"/>
              <a:t>e</a:t>
            </a:r>
            <a:r>
              <a:rPr spc="40" dirty="0" err="1"/>
              <a:t>ll</a:t>
            </a:r>
            <a:r>
              <a:rPr dirty="0" err="1"/>
              <a:t>e</a:t>
            </a:r>
            <a:endParaRPr spc="-35" dirty="0"/>
          </a:p>
        </p:txBody>
      </p:sp>
      <p:sp>
        <p:nvSpPr>
          <p:cNvPr id="3" name="object 3"/>
          <p:cNvSpPr txBox="1"/>
          <p:nvPr/>
        </p:nvSpPr>
        <p:spPr>
          <a:xfrm>
            <a:off x="1524000" y="1828800"/>
            <a:ext cx="5297805" cy="4192270"/>
          </a:xfrm>
          <a:prstGeom prst="rect">
            <a:avLst/>
          </a:prstGeom>
        </p:spPr>
        <p:txBody>
          <a:bodyPr vert="horz" wrap="square" lIns="0" tIns="84455" rIns="0" bIns="0" rtlCol="0">
            <a:spAutoFit/>
          </a:bodyPr>
          <a:lstStyle/>
          <a:p>
            <a:pPr marL="295910" indent="-283845">
              <a:lnSpc>
                <a:spcPct val="100000"/>
              </a:lnSpc>
              <a:spcBef>
                <a:spcPts val="665"/>
              </a:spcBef>
              <a:buClr>
                <a:srgbClr val="C00000"/>
              </a:buClr>
              <a:buSzPct val="96000"/>
              <a:buFont typeface="Wingdings"/>
              <a:buChar char=""/>
              <a:tabLst>
                <a:tab pos="296545" algn="l"/>
              </a:tabLst>
            </a:pPr>
            <a:r>
              <a:rPr sz="2500" spc="-5" dirty="0">
                <a:solidFill>
                  <a:schemeClr val="tx2"/>
                </a:solidFill>
                <a:latin typeface="Calibri"/>
                <a:cs typeface="Calibri"/>
              </a:rPr>
              <a:t>Première</a:t>
            </a:r>
            <a:r>
              <a:rPr sz="2500" spc="180" dirty="0">
                <a:solidFill>
                  <a:schemeClr val="tx2"/>
                </a:solidFill>
                <a:latin typeface="Calibri"/>
                <a:cs typeface="Calibri"/>
              </a:rPr>
              <a:t> </a:t>
            </a:r>
            <a:r>
              <a:rPr sz="2500" spc="-10" dirty="0">
                <a:solidFill>
                  <a:schemeClr val="tx2"/>
                </a:solidFill>
                <a:latin typeface="Calibri"/>
                <a:cs typeface="Calibri"/>
              </a:rPr>
              <a:t>partie:</a:t>
            </a:r>
            <a:r>
              <a:rPr sz="2500" spc="55" dirty="0">
                <a:solidFill>
                  <a:schemeClr val="tx2"/>
                </a:solidFill>
                <a:latin typeface="Calibri"/>
                <a:cs typeface="Calibri"/>
              </a:rPr>
              <a:t> </a:t>
            </a:r>
            <a:r>
              <a:rPr sz="2500" spc="-20" dirty="0">
                <a:solidFill>
                  <a:schemeClr val="tx2"/>
                </a:solidFill>
                <a:latin typeface="Calibri"/>
                <a:cs typeface="Calibri"/>
              </a:rPr>
              <a:t>générale</a:t>
            </a:r>
            <a:endParaRPr sz="2500" dirty="0">
              <a:solidFill>
                <a:schemeClr val="tx2"/>
              </a:solidFill>
              <a:latin typeface="Calibri"/>
              <a:cs typeface="Calibri"/>
            </a:endParaRPr>
          </a:p>
          <a:p>
            <a:pPr marL="685800" lvl="1" indent="-254000">
              <a:lnSpc>
                <a:spcPct val="100000"/>
              </a:lnSpc>
              <a:spcBef>
                <a:spcPts val="500"/>
              </a:spcBef>
              <a:buClr>
                <a:srgbClr val="1F497C"/>
              </a:buClr>
              <a:buFont typeface="Wingdings"/>
              <a:buChar char=""/>
              <a:tabLst>
                <a:tab pos="685800" algn="l"/>
              </a:tabLst>
            </a:pPr>
            <a:r>
              <a:rPr sz="2200" spc="-20" dirty="0">
                <a:solidFill>
                  <a:schemeClr val="tx2"/>
                </a:solidFill>
                <a:latin typeface="Calibri"/>
                <a:cs typeface="Calibri"/>
              </a:rPr>
              <a:t>N</a:t>
            </a:r>
            <a:r>
              <a:rPr sz="2200" spc="40" dirty="0">
                <a:solidFill>
                  <a:schemeClr val="tx2"/>
                </a:solidFill>
                <a:latin typeface="Calibri"/>
                <a:cs typeface="Calibri"/>
              </a:rPr>
              <a:t>om</a:t>
            </a:r>
            <a:r>
              <a:rPr sz="2200" dirty="0">
                <a:solidFill>
                  <a:schemeClr val="tx2"/>
                </a:solidFill>
                <a:latin typeface="Calibri"/>
                <a:cs typeface="Calibri"/>
              </a:rPr>
              <a:t>:</a:t>
            </a:r>
            <a:r>
              <a:rPr sz="2200" spc="-90" dirty="0">
                <a:solidFill>
                  <a:schemeClr val="tx2"/>
                </a:solidFill>
                <a:latin typeface="Calibri"/>
                <a:cs typeface="Calibri"/>
              </a:rPr>
              <a:t> </a:t>
            </a:r>
            <a:r>
              <a:rPr sz="2200" spc="5" dirty="0">
                <a:solidFill>
                  <a:schemeClr val="tx2"/>
                </a:solidFill>
                <a:latin typeface="Calibri"/>
                <a:cs typeface="Calibri"/>
              </a:rPr>
              <a:t>v</a:t>
            </a:r>
            <a:r>
              <a:rPr sz="2200" dirty="0">
                <a:solidFill>
                  <a:schemeClr val="tx2"/>
                </a:solidFill>
                <a:latin typeface="Calibri"/>
                <a:cs typeface="Calibri"/>
              </a:rPr>
              <a:t>e</a:t>
            </a:r>
            <a:r>
              <a:rPr sz="2200" spc="30" dirty="0">
                <a:solidFill>
                  <a:schemeClr val="tx2"/>
                </a:solidFill>
                <a:latin typeface="Calibri"/>
                <a:cs typeface="Calibri"/>
              </a:rPr>
              <a:t>r</a:t>
            </a:r>
            <a:r>
              <a:rPr sz="2200" spc="40" dirty="0">
                <a:solidFill>
                  <a:schemeClr val="tx2"/>
                </a:solidFill>
                <a:latin typeface="Calibri"/>
                <a:cs typeface="Calibri"/>
              </a:rPr>
              <a:t>b</a:t>
            </a:r>
            <a:r>
              <a:rPr sz="2200" dirty="0">
                <a:solidFill>
                  <a:schemeClr val="tx2"/>
                </a:solidFill>
                <a:latin typeface="Calibri"/>
                <a:cs typeface="Calibri"/>
              </a:rPr>
              <a:t>e</a:t>
            </a:r>
            <a:r>
              <a:rPr sz="2200" spc="-195" dirty="0">
                <a:solidFill>
                  <a:schemeClr val="tx2"/>
                </a:solidFill>
                <a:latin typeface="Calibri"/>
                <a:cs typeface="Calibri"/>
              </a:rPr>
              <a:t> </a:t>
            </a:r>
            <a:r>
              <a:rPr sz="2200" spc="-5" dirty="0">
                <a:solidFill>
                  <a:schemeClr val="tx2"/>
                </a:solidFill>
                <a:latin typeface="Calibri"/>
                <a:cs typeface="Calibri"/>
              </a:rPr>
              <a:t>i</a:t>
            </a:r>
            <a:r>
              <a:rPr sz="2200" spc="40" dirty="0">
                <a:solidFill>
                  <a:schemeClr val="tx2"/>
                </a:solidFill>
                <a:latin typeface="Calibri"/>
                <a:cs typeface="Calibri"/>
              </a:rPr>
              <a:t>n</a:t>
            </a:r>
            <a:r>
              <a:rPr sz="2200" spc="25" dirty="0">
                <a:solidFill>
                  <a:schemeClr val="tx2"/>
                </a:solidFill>
                <a:latin typeface="Calibri"/>
                <a:cs typeface="Calibri"/>
              </a:rPr>
              <a:t>f</a:t>
            </a:r>
            <a:r>
              <a:rPr sz="2200" spc="-5" dirty="0">
                <a:solidFill>
                  <a:schemeClr val="tx2"/>
                </a:solidFill>
                <a:latin typeface="Calibri"/>
                <a:cs typeface="Calibri"/>
              </a:rPr>
              <a:t>i</a:t>
            </a:r>
            <a:r>
              <a:rPr sz="2200" spc="40" dirty="0">
                <a:solidFill>
                  <a:schemeClr val="tx2"/>
                </a:solidFill>
                <a:latin typeface="Calibri"/>
                <a:cs typeface="Calibri"/>
              </a:rPr>
              <a:t>n</a:t>
            </a:r>
            <a:r>
              <a:rPr sz="2200" spc="-5" dirty="0">
                <a:solidFill>
                  <a:schemeClr val="tx2"/>
                </a:solidFill>
                <a:latin typeface="Calibri"/>
                <a:cs typeface="Calibri"/>
              </a:rPr>
              <a:t>i</a:t>
            </a:r>
            <a:r>
              <a:rPr sz="2200" spc="-40" dirty="0">
                <a:solidFill>
                  <a:schemeClr val="tx2"/>
                </a:solidFill>
                <a:latin typeface="Calibri"/>
                <a:cs typeface="Calibri"/>
              </a:rPr>
              <a:t>t</a:t>
            </a:r>
            <a:r>
              <a:rPr sz="2200" spc="-5" dirty="0">
                <a:solidFill>
                  <a:schemeClr val="tx2"/>
                </a:solidFill>
                <a:latin typeface="Calibri"/>
                <a:cs typeface="Calibri"/>
              </a:rPr>
              <a:t>i</a:t>
            </a:r>
            <a:r>
              <a:rPr sz="2200" dirty="0">
                <a:solidFill>
                  <a:schemeClr val="tx2"/>
                </a:solidFill>
                <a:latin typeface="Calibri"/>
                <a:cs typeface="Calibri"/>
              </a:rPr>
              <a:t>f</a:t>
            </a:r>
            <a:r>
              <a:rPr sz="2200" spc="-170" dirty="0">
                <a:solidFill>
                  <a:schemeClr val="tx2"/>
                </a:solidFill>
                <a:latin typeface="Calibri"/>
                <a:cs typeface="Calibri"/>
              </a:rPr>
              <a:t> </a:t>
            </a:r>
            <a:r>
              <a:rPr sz="2200" dirty="0">
                <a:solidFill>
                  <a:schemeClr val="tx2"/>
                </a:solidFill>
                <a:latin typeface="Calibri"/>
                <a:cs typeface="Calibri"/>
              </a:rPr>
              <a:t>+</a:t>
            </a:r>
            <a:r>
              <a:rPr sz="2200" spc="-195" dirty="0">
                <a:solidFill>
                  <a:schemeClr val="tx2"/>
                </a:solidFill>
                <a:latin typeface="Calibri"/>
                <a:cs typeface="Calibri"/>
              </a:rPr>
              <a:t> </a:t>
            </a:r>
            <a:r>
              <a:rPr sz="2200" spc="-35" dirty="0">
                <a:solidFill>
                  <a:schemeClr val="tx2"/>
                </a:solidFill>
                <a:latin typeface="Calibri"/>
                <a:cs typeface="Calibri"/>
              </a:rPr>
              <a:t>c</a:t>
            </a:r>
            <a:r>
              <a:rPr sz="2200" spc="40" dirty="0">
                <a:solidFill>
                  <a:schemeClr val="tx2"/>
                </a:solidFill>
                <a:latin typeface="Calibri"/>
                <a:cs typeface="Calibri"/>
              </a:rPr>
              <a:t>omp</a:t>
            </a:r>
            <a:r>
              <a:rPr sz="2200" spc="-10" dirty="0">
                <a:solidFill>
                  <a:schemeClr val="tx2"/>
                </a:solidFill>
                <a:latin typeface="Calibri"/>
                <a:cs typeface="Calibri"/>
              </a:rPr>
              <a:t>l</a:t>
            </a:r>
            <a:r>
              <a:rPr sz="2200" spc="5" dirty="0">
                <a:solidFill>
                  <a:schemeClr val="tx2"/>
                </a:solidFill>
                <a:latin typeface="Calibri"/>
                <a:cs typeface="Calibri"/>
              </a:rPr>
              <a:t>é</a:t>
            </a:r>
            <a:r>
              <a:rPr sz="2200" spc="40" dirty="0">
                <a:solidFill>
                  <a:schemeClr val="tx2"/>
                </a:solidFill>
                <a:latin typeface="Calibri"/>
                <a:cs typeface="Calibri"/>
              </a:rPr>
              <a:t>m</a:t>
            </a:r>
            <a:r>
              <a:rPr sz="2200" spc="5" dirty="0">
                <a:solidFill>
                  <a:schemeClr val="tx2"/>
                </a:solidFill>
                <a:latin typeface="Calibri"/>
                <a:cs typeface="Calibri"/>
              </a:rPr>
              <a:t>e</a:t>
            </a:r>
            <a:r>
              <a:rPr sz="2200" spc="-60" dirty="0">
                <a:solidFill>
                  <a:schemeClr val="tx2"/>
                </a:solidFill>
                <a:latin typeface="Calibri"/>
                <a:cs typeface="Calibri"/>
              </a:rPr>
              <a:t>n</a:t>
            </a:r>
            <a:r>
              <a:rPr sz="2200" dirty="0">
                <a:solidFill>
                  <a:schemeClr val="tx2"/>
                </a:solidFill>
                <a:latin typeface="Calibri"/>
                <a:cs typeface="Calibri"/>
              </a:rPr>
              <a:t>t</a:t>
            </a:r>
          </a:p>
          <a:p>
            <a:pPr marL="685800" lvl="1" indent="-254000">
              <a:lnSpc>
                <a:spcPct val="100000"/>
              </a:lnSpc>
              <a:spcBef>
                <a:spcPts val="459"/>
              </a:spcBef>
              <a:buClr>
                <a:srgbClr val="1F497C"/>
              </a:buClr>
              <a:buFont typeface="Wingdings"/>
              <a:buChar char=""/>
              <a:tabLst>
                <a:tab pos="685800" algn="l"/>
              </a:tabLst>
            </a:pPr>
            <a:r>
              <a:rPr sz="2200" spc="-5" dirty="0">
                <a:solidFill>
                  <a:schemeClr val="tx2"/>
                </a:solidFill>
                <a:latin typeface="Calibri"/>
                <a:cs typeface="Calibri"/>
              </a:rPr>
              <a:t>Objectif:</a:t>
            </a:r>
            <a:endParaRPr sz="2200" dirty="0">
              <a:solidFill>
                <a:schemeClr val="tx2"/>
              </a:solidFill>
              <a:latin typeface="Calibri"/>
              <a:cs typeface="Calibri"/>
            </a:endParaRPr>
          </a:p>
          <a:p>
            <a:pPr marL="1054100" lvl="2" indent="-215900">
              <a:lnSpc>
                <a:spcPct val="100000"/>
              </a:lnSpc>
              <a:spcBef>
                <a:spcPts val="560"/>
              </a:spcBef>
              <a:buClr>
                <a:srgbClr val="7E7E7E"/>
              </a:buClr>
              <a:buFont typeface="Arial MT"/>
              <a:buChar char="•"/>
              <a:tabLst>
                <a:tab pos="1053465" algn="l"/>
                <a:tab pos="1054100" algn="l"/>
              </a:tabLst>
            </a:pPr>
            <a:r>
              <a:rPr sz="1800" spc="-15" dirty="0">
                <a:solidFill>
                  <a:schemeClr val="tx2"/>
                </a:solidFill>
                <a:latin typeface="Calibri"/>
                <a:cs typeface="Calibri"/>
              </a:rPr>
              <a:t>Description</a:t>
            </a:r>
            <a:r>
              <a:rPr sz="1800" spc="15" dirty="0">
                <a:solidFill>
                  <a:schemeClr val="tx2"/>
                </a:solidFill>
                <a:latin typeface="Calibri"/>
                <a:cs typeface="Calibri"/>
              </a:rPr>
              <a:t> </a:t>
            </a:r>
            <a:r>
              <a:rPr sz="1800" spc="-20" dirty="0">
                <a:solidFill>
                  <a:schemeClr val="tx2"/>
                </a:solidFill>
                <a:latin typeface="Calibri"/>
                <a:cs typeface="Calibri"/>
              </a:rPr>
              <a:t>résumée</a:t>
            </a:r>
            <a:endParaRPr sz="1800" dirty="0">
              <a:solidFill>
                <a:schemeClr val="tx2"/>
              </a:solidFill>
              <a:latin typeface="Calibri"/>
              <a:cs typeface="Calibri"/>
            </a:endParaRPr>
          </a:p>
          <a:p>
            <a:pPr marL="1041400" lvl="2" indent="-203200">
              <a:lnSpc>
                <a:spcPct val="100000"/>
              </a:lnSpc>
              <a:spcBef>
                <a:spcPts val="340"/>
              </a:spcBef>
              <a:buClr>
                <a:srgbClr val="7E7E7E"/>
              </a:buClr>
              <a:buFont typeface="Arial MT"/>
              <a:buChar char="•"/>
              <a:tabLst>
                <a:tab pos="1041400" algn="l"/>
              </a:tabLst>
            </a:pPr>
            <a:r>
              <a:rPr sz="1800" spc="-15" dirty="0">
                <a:solidFill>
                  <a:schemeClr val="tx2"/>
                </a:solidFill>
                <a:latin typeface="Calibri"/>
                <a:cs typeface="Calibri"/>
              </a:rPr>
              <a:t>Renseignée </a:t>
            </a:r>
            <a:r>
              <a:rPr sz="1800" spc="15" dirty="0">
                <a:solidFill>
                  <a:schemeClr val="tx2"/>
                </a:solidFill>
                <a:latin typeface="Calibri"/>
                <a:cs typeface="Calibri"/>
              </a:rPr>
              <a:t>au</a:t>
            </a:r>
            <a:r>
              <a:rPr sz="1800" spc="30" dirty="0">
                <a:solidFill>
                  <a:schemeClr val="tx2"/>
                </a:solidFill>
                <a:latin typeface="Calibri"/>
                <a:cs typeface="Calibri"/>
              </a:rPr>
              <a:t> </a:t>
            </a:r>
            <a:r>
              <a:rPr sz="1800" spc="-30" dirty="0">
                <a:solidFill>
                  <a:schemeClr val="tx2"/>
                </a:solidFill>
                <a:latin typeface="Calibri"/>
                <a:cs typeface="Calibri"/>
              </a:rPr>
              <a:t>début</a:t>
            </a:r>
            <a:r>
              <a:rPr sz="1800" spc="70" dirty="0">
                <a:solidFill>
                  <a:schemeClr val="tx2"/>
                </a:solidFill>
                <a:latin typeface="Calibri"/>
                <a:cs typeface="Calibri"/>
              </a:rPr>
              <a:t> </a:t>
            </a:r>
            <a:r>
              <a:rPr sz="1800" spc="-25" dirty="0">
                <a:solidFill>
                  <a:schemeClr val="tx2"/>
                </a:solidFill>
                <a:latin typeface="Calibri"/>
                <a:cs typeface="Calibri"/>
              </a:rPr>
              <a:t>du</a:t>
            </a:r>
            <a:r>
              <a:rPr sz="1800" spc="30" dirty="0">
                <a:solidFill>
                  <a:schemeClr val="tx2"/>
                </a:solidFill>
                <a:latin typeface="Calibri"/>
                <a:cs typeface="Calibri"/>
              </a:rPr>
              <a:t> </a:t>
            </a:r>
            <a:r>
              <a:rPr sz="1800" spc="-30" dirty="0">
                <a:solidFill>
                  <a:schemeClr val="tx2"/>
                </a:solidFill>
                <a:latin typeface="Calibri"/>
                <a:cs typeface="Calibri"/>
              </a:rPr>
              <a:t>projet</a:t>
            </a:r>
            <a:endParaRPr sz="1800" dirty="0">
              <a:solidFill>
                <a:schemeClr val="tx2"/>
              </a:solidFill>
              <a:latin typeface="Calibri"/>
              <a:cs typeface="Calibri"/>
            </a:endParaRPr>
          </a:p>
          <a:p>
            <a:pPr marL="680720" lvl="1" indent="-254635">
              <a:lnSpc>
                <a:spcPct val="100000"/>
              </a:lnSpc>
              <a:spcBef>
                <a:spcPts val="520"/>
              </a:spcBef>
              <a:buClr>
                <a:srgbClr val="1F497C"/>
              </a:buClr>
              <a:buFont typeface="Wingdings"/>
              <a:buChar char=""/>
              <a:tabLst>
                <a:tab pos="681355" algn="l"/>
                <a:tab pos="3329304" algn="l"/>
              </a:tabLst>
            </a:pPr>
            <a:r>
              <a:rPr sz="2200" spc="25" dirty="0">
                <a:solidFill>
                  <a:schemeClr val="tx2"/>
                </a:solidFill>
                <a:latin typeface="Calibri"/>
                <a:cs typeface="Calibri"/>
              </a:rPr>
              <a:t>A</a:t>
            </a:r>
            <a:r>
              <a:rPr sz="2200" spc="-35" dirty="0">
                <a:solidFill>
                  <a:schemeClr val="tx2"/>
                </a:solidFill>
                <a:latin typeface="Calibri"/>
                <a:cs typeface="Calibri"/>
              </a:rPr>
              <a:t>c</a:t>
            </a:r>
            <a:r>
              <a:rPr sz="2200" spc="-40" dirty="0">
                <a:solidFill>
                  <a:schemeClr val="tx2"/>
                </a:solidFill>
                <a:latin typeface="Calibri"/>
                <a:cs typeface="Calibri"/>
              </a:rPr>
              <a:t>t</a:t>
            </a:r>
            <a:r>
              <a:rPr sz="2200" spc="5" dirty="0">
                <a:solidFill>
                  <a:schemeClr val="tx2"/>
                </a:solidFill>
                <a:latin typeface="Calibri"/>
                <a:cs typeface="Calibri"/>
              </a:rPr>
              <a:t>e</a:t>
            </a:r>
            <a:r>
              <a:rPr sz="2200" spc="45" dirty="0">
                <a:solidFill>
                  <a:schemeClr val="tx2"/>
                </a:solidFill>
                <a:latin typeface="Calibri"/>
                <a:cs typeface="Calibri"/>
              </a:rPr>
              <a:t>u</a:t>
            </a:r>
            <a:r>
              <a:rPr sz="2200" spc="30" dirty="0">
                <a:solidFill>
                  <a:schemeClr val="tx2"/>
                </a:solidFill>
                <a:latin typeface="Calibri"/>
                <a:cs typeface="Calibri"/>
              </a:rPr>
              <a:t>r</a:t>
            </a:r>
            <a:r>
              <a:rPr sz="2200" dirty="0">
                <a:solidFill>
                  <a:schemeClr val="tx2"/>
                </a:solidFill>
                <a:latin typeface="Calibri"/>
                <a:cs typeface="Calibri"/>
              </a:rPr>
              <a:t>s</a:t>
            </a:r>
            <a:r>
              <a:rPr sz="2200" spc="-160" dirty="0">
                <a:solidFill>
                  <a:schemeClr val="tx2"/>
                </a:solidFill>
                <a:latin typeface="Calibri"/>
                <a:cs typeface="Calibri"/>
              </a:rPr>
              <a:t> </a:t>
            </a:r>
            <a:r>
              <a:rPr sz="2200" spc="40" dirty="0">
                <a:solidFill>
                  <a:schemeClr val="tx2"/>
                </a:solidFill>
                <a:latin typeface="Calibri"/>
                <a:cs typeface="Calibri"/>
              </a:rPr>
              <a:t>p</a:t>
            </a:r>
            <a:r>
              <a:rPr sz="2200" spc="30" dirty="0">
                <a:solidFill>
                  <a:schemeClr val="tx2"/>
                </a:solidFill>
                <a:latin typeface="Calibri"/>
                <a:cs typeface="Calibri"/>
              </a:rPr>
              <a:t>r</a:t>
            </a:r>
            <a:r>
              <a:rPr sz="2200" spc="-5" dirty="0">
                <a:solidFill>
                  <a:schemeClr val="tx2"/>
                </a:solidFill>
                <a:latin typeface="Calibri"/>
                <a:cs typeface="Calibri"/>
              </a:rPr>
              <a:t>i</a:t>
            </a:r>
            <a:r>
              <a:rPr sz="2200" spc="-60" dirty="0">
                <a:solidFill>
                  <a:schemeClr val="tx2"/>
                </a:solidFill>
                <a:latin typeface="Calibri"/>
                <a:cs typeface="Calibri"/>
              </a:rPr>
              <a:t>n</a:t>
            </a:r>
            <a:r>
              <a:rPr sz="2200" spc="-30" dirty="0">
                <a:solidFill>
                  <a:schemeClr val="tx2"/>
                </a:solidFill>
                <a:latin typeface="Calibri"/>
                <a:cs typeface="Calibri"/>
              </a:rPr>
              <a:t>c</a:t>
            </a:r>
            <a:r>
              <a:rPr sz="2200" spc="-5" dirty="0">
                <a:solidFill>
                  <a:schemeClr val="tx2"/>
                </a:solidFill>
                <a:latin typeface="Calibri"/>
                <a:cs typeface="Calibri"/>
              </a:rPr>
              <a:t>i</a:t>
            </a:r>
            <a:r>
              <a:rPr sz="2200" spc="40" dirty="0">
                <a:solidFill>
                  <a:schemeClr val="tx2"/>
                </a:solidFill>
                <a:latin typeface="Calibri"/>
                <a:cs typeface="Calibri"/>
              </a:rPr>
              <a:t>p</a:t>
            </a:r>
            <a:r>
              <a:rPr sz="2200" spc="-55" dirty="0">
                <a:solidFill>
                  <a:schemeClr val="tx2"/>
                </a:solidFill>
                <a:latin typeface="Calibri"/>
                <a:cs typeface="Calibri"/>
              </a:rPr>
              <a:t>a</a:t>
            </a:r>
            <a:r>
              <a:rPr sz="2200" spc="-60" dirty="0">
                <a:solidFill>
                  <a:schemeClr val="tx2"/>
                </a:solidFill>
                <a:latin typeface="Calibri"/>
                <a:cs typeface="Calibri"/>
              </a:rPr>
              <a:t>u</a:t>
            </a:r>
            <a:r>
              <a:rPr sz="2200" spc="45" dirty="0">
                <a:solidFill>
                  <a:schemeClr val="tx2"/>
                </a:solidFill>
                <a:latin typeface="Calibri"/>
                <a:cs typeface="Calibri"/>
              </a:rPr>
              <a:t>x</a:t>
            </a:r>
            <a:r>
              <a:rPr sz="2200" dirty="0">
                <a:solidFill>
                  <a:schemeClr val="tx2"/>
                </a:solidFill>
                <a:latin typeface="Calibri"/>
                <a:cs typeface="Calibri"/>
              </a:rPr>
              <a:t>:	«</a:t>
            </a:r>
            <a:r>
              <a:rPr sz="2200" spc="-25" dirty="0">
                <a:solidFill>
                  <a:schemeClr val="tx2"/>
                </a:solidFill>
                <a:latin typeface="Calibri"/>
                <a:cs typeface="Calibri"/>
              </a:rPr>
              <a:t> </a:t>
            </a:r>
            <a:r>
              <a:rPr sz="2200" spc="40" dirty="0">
                <a:solidFill>
                  <a:schemeClr val="tx2"/>
                </a:solidFill>
                <a:latin typeface="Calibri"/>
                <a:cs typeface="Calibri"/>
              </a:rPr>
              <a:t>p</a:t>
            </a:r>
            <a:r>
              <a:rPr sz="2200" spc="30" dirty="0">
                <a:solidFill>
                  <a:schemeClr val="tx2"/>
                </a:solidFill>
                <a:latin typeface="Calibri"/>
                <a:cs typeface="Calibri"/>
              </a:rPr>
              <a:t>r</a:t>
            </a:r>
            <a:r>
              <a:rPr sz="2200" spc="-5" dirty="0">
                <a:solidFill>
                  <a:schemeClr val="tx2"/>
                </a:solidFill>
                <a:latin typeface="Calibri"/>
                <a:cs typeface="Calibri"/>
              </a:rPr>
              <a:t>i</a:t>
            </a:r>
            <a:r>
              <a:rPr sz="2200" spc="40" dirty="0">
                <a:solidFill>
                  <a:schemeClr val="tx2"/>
                </a:solidFill>
                <a:latin typeface="Calibri"/>
                <a:cs typeface="Calibri"/>
              </a:rPr>
              <a:t>m</a:t>
            </a:r>
            <a:r>
              <a:rPr sz="2200" spc="45" dirty="0">
                <a:solidFill>
                  <a:schemeClr val="tx2"/>
                </a:solidFill>
                <a:latin typeface="Calibri"/>
                <a:cs typeface="Calibri"/>
              </a:rPr>
              <a:t>a</a:t>
            </a:r>
            <a:r>
              <a:rPr sz="2200" spc="30" dirty="0">
                <a:solidFill>
                  <a:schemeClr val="tx2"/>
                </a:solidFill>
                <a:latin typeface="Calibri"/>
                <a:cs typeface="Calibri"/>
              </a:rPr>
              <a:t>r</a:t>
            </a:r>
            <a:r>
              <a:rPr sz="2200" dirty="0">
                <a:solidFill>
                  <a:schemeClr val="tx2"/>
                </a:solidFill>
                <a:latin typeface="Calibri"/>
                <a:cs typeface="Calibri"/>
              </a:rPr>
              <a:t>y</a:t>
            </a:r>
            <a:r>
              <a:rPr sz="2200" spc="-195" dirty="0">
                <a:solidFill>
                  <a:schemeClr val="tx2"/>
                </a:solidFill>
                <a:latin typeface="Calibri"/>
                <a:cs typeface="Calibri"/>
              </a:rPr>
              <a:t> </a:t>
            </a:r>
            <a:r>
              <a:rPr sz="2200" dirty="0">
                <a:solidFill>
                  <a:schemeClr val="tx2"/>
                </a:solidFill>
                <a:latin typeface="Calibri"/>
                <a:cs typeface="Calibri"/>
              </a:rPr>
              <a:t>»</a:t>
            </a:r>
          </a:p>
          <a:p>
            <a:pPr marL="1044575" lvl="2" indent="-203835">
              <a:lnSpc>
                <a:spcPct val="100000"/>
              </a:lnSpc>
              <a:spcBef>
                <a:spcPts val="535"/>
              </a:spcBef>
              <a:buClr>
                <a:srgbClr val="7E7E7E"/>
              </a:buClr>
              <a:buFont typeface="Arial MT"/>
              <a:buChar char="•"/>
              <a:tabLst>
                <a:tab pos="1045210" algn="l"/>
              </a:tabLst>
            </a:pPr>
            <a:r>
              <a:rPr sz="1800" spc="-5" dirty="0">
                <a:solidFill>
                  <a:schemeClr val="tx2"/>
                </a:solidFill>
                <a:latin typeface="Calibri"/>
                <a:cs typeface="Calibri"/>
              </a:rPr>
              <a:t>Ceux</a:t>
            </a:r>
            <a:r>
              <a:rPr sz="1800" dirty="0">
                <a:solidFill>
                  <a:schemeClr val="tx2"/>
                </a:solidFill>
                <a:latin typeface="Calibri"/>
                <a:cs typeface="Calibri"/>
              </a:rPr>
              <a:t> </a:t>
            </a:r>
            <a:r>
              <a:rPr sz="1800" spc="-35" dirty="0">
                <a:solidFill>
                  <a:schemeClr val="tx2"/>
                </a:solidFill>
                <a:latin typeface="Calibri"/>
                <a:cs typeface="Calibri"/>
              </a:rPr>
              <a:t>qui</a:t>
            </a:r>
            <a:r>
              <a:rPr sz="1800" spc="70" dirty="0">
                <a:solidFill>
                  <a:schemeClr val="tx2"/>
                </a:solidFill>
                <a:latin typeface="Calibri"/>
                <a:cs typeface="Calibri"/>
              </a:rPr>
              <a:t> </a:t>
            </a:r>
            <a:r>
              <a:rPr sz="1800" spc="-10" dirty="0">
                <a:solidFill>
                  <a:schemeClr val="tx2"/>
                </a:solidFill>
                <a:latin typeface="Calibri"/>
                <a:cs typeface="Calibri"/>
              </a:rPr>
              <a:t>réalisent</a:t>
            </a:r>
            <a:r>
              <a:rPr sz="1800" spc="-20" dirty="0">
                <a:solidFill>
                  <a:schemeClr val="tx2"/>
                </a:solidFill>
                <a:latin typeface="Calibri"/>
                <a:cs typeface="Calibri"/>
              </a:rPr>
              <a:t> </a:t>
            </a:r>
            <a:r>
              <a:rPr sz="1800" spc="-10" dirty="0">
                <a:solidFill>
                  <a:schemeClr val="tx2"/>
                </a:solidFill>
                <a:latin typeface="Calibri"/>
                <a:cs typeface="Calibri"/>
              </a:rPr>
              <a:t>le </a:t>
            </a:r>
            <a:r>
              <a:rPr sz="1800" spc="20" dirty="0">
                <a:solidFill>
                  <a:schemeClr val="tx2"/>
                </a:solidFill>
                <a:latin typeface="Calibri"/>
                <a:cs typeface="Calibri"/>
              </a:rPr>
              <a:t>cas</a:t>
            </a:r>
            <a:r>
              <a:rPr sz="1800" spc="-20" dirty="0">
                <a:solidFill>
                  <a:schemeClr val="tx2"/>
                </a:solidFill>
                <a:latin typeface="Calibri"/>
                <a:cs typeface="Calibri"/>
              </a:rPr>
              <a:t> d’utilisation</a:t>
            </a:r>
            <a:endParaRPr sz="1800" dirty="0">
              <a:solidFill>
                <a:schemeClr val="tx2"/>
              </a:solidFill>
              <a:latin typeface="Calibri"/>
              <a:cs typeface="Calibri"/>
            </a:endParaRPr>
          </a:p>
          <a:p>
            <a:pPr marL="680720" lvl="1" indent="-254635">
              <a:lnSpc>
                <a:spcPct val="100000"/>
              </a:lnSpc>
              <a:spcBef>
                <a:spcPts val="409"/>
              </a:spcBef>
              <a:buClr>
                <a:srgbClr val="1F497C"/>
              </a:buClr>
              <a:buFont typeface="Wingdings"/>
              <a:buChar char=""/>
              <a:tabLst>
                <a:tab pos="681355" algn="l"/>
                <a:tab pos="3330575" algn="l"/>
              </a:tabLst>
            </a:pPr>
            <a:r>
              <a:rPr sz="2200" spc="25" dirty="0">
                <a:solidFill>
                  <a:schemeClr val="tx2"/>
                </a:solidFill>
                <a:latin typeface="Calibri"/>
                <a:cs typeface="Calibri"/>
              </a:rPr>
              <a:t>A</a:t>
            </a:r>
            <a:r>
              <a:rPr sz="2200" spc="-35" dirty="0">
                <a:solidFill>
                  <a:schemeClr val="tx2"/>
                </a:solidFill>
                <a:latin typeface="Calibri"/>
                <a:cs typeface="Calibri"/>
              </a:rPr>
              <a:t>c</a:t>
            </a:r>
            <a:r>
              <a:rPr sz="2200" spc="-40" dirty="0">
                <a:solidFill>
                  <a:schemeClr val="tx2"/>
                </a:solidFill>
                <a:latin typeface="Calibri"/>
                <a:cs typeface="Calibri"/>
              </a:rPr>
              <a:t>t</a:t>
            </a:r>
            <a:r>
              <a:rPr sz="2200" spc="5" dirty="0">
                <a:solidFill>
                  <a:schemeClr val="tx2"/>
                </a:solidFill>
                <a:latin typeface="Calibri"/>
                <a:cs typeface="Calibri"/>
              </a:rPr>
              <a:t>e</a:t>
            </a:r>
            <a:r>
              <a:rPr sz="2200" spc="45" dirty="0">
                <a:solidFill>
                  <a:schemeClr val="tx2"/>
                </a:solidFill>
                <a:latin typeface="Calibri"/>
                <a:cs typeface="Calibri"/>
              </a:rPr>
              <a:t>u</a:t>
            </a:r>
            <a:r>
              <a:rPr sz="2200" spc="30" dirty="0">
                <a:solidFill>
                  <a:schemeClr val="tx2"/>
                </a:solidFill>
                <a:latin typeface="Calibri"/>
                <a:cs typeface="Calibri"/>
              </a:rPr>
              <a:t>r</a:t>
            </a:r>
            <a:r>
              <a:rPr sz="2200" dirty="0">
                <a:solidFill>
                  <a:schemeClr val="tx2"/>
                </a:solidFill>
                <a:latin typeface="Calibri"/>
                <a:cs typeface="Calibri"/>
              </a:rPr>
              <a:t>s</a:t>
            </a:r>
            <a:r>
              <a:rPr sz="2200" spc="-160" dirty="0">
                <a:solidFill>
                  <a:schemeClr val="tx2"/>
                </a:solidFill>
                <a:latin typeface="Calibri"/>
                <a:cs typeface="Calibri"/>
              </a:rPr>
              <a:t> </a:t>
            </a:r>
            <a:r>
              <a:rPr sz="2200" spc="35" dirty="0">
                <a:solidFill>
                  <a:schemeClr val="tx2"/>
                </a:solidFill>
                <a:latin typeface="Calibri"/>
                <a:cs typeface="Calibri"/>
              </a:rPr>
              <a:t>s</a:t>
            </a:r>
            <a:r>
              <a:rPr sz="2200" dirty="0">
                <a:solidFill>
                  <a:schemeClr val="tx2"/>
                </a:solidFill>
                <a:latin typeface="Calibri"/>
                <a:cs typeface="Calibri"/>
              </a:rPr>
              <a:t>e</a:t>
            </a:r>
            <a:r>
              <a:rPr sz="2200" spc="-35" dirty="0">
                <a:solidFill>
                  <a:schemeClr val="tx2"/>
                </a:solidFill>
                <a:latin typeface="Calibri"/>
                <a:cs typeface="Calibri"/>
              </a:rPr>
              <a:t>c</a:t>
            </a:r>
            <a:r>
              <a:rPr sz="2200" spc="35" dirty="0">
                <a:solidFill>
                  <a:schemeClr val="tx2"/>
                </a:solidFill>
                <a:latin typeface="Calibri"/>
                <a:cs typeface="Calibri"/>
              </a:rPr>
              <a:t>o</a:t>
            </a:r>
            <a:r>
              <a:rPr sz="2200" spc="-60" dirty="0">
                <a:solidFill>
                  <a:schemeClr val="tx2"/>
                </a:solidFill>
                <a:latin typeface="Calibri"/>
                <a:cs typeface="Calibri"/>
              </a:rPr>
              <a:t>nd</a:t>
            </a:r>
            <a:r>
              <a:rPr sz="2200" spc="45" dirty="0">
                <a:solidFill>
                  <a:schemeClr val="tx2"/>
                </a:solidFill>
                <a:latin typeface="Calibri"/>
                <a:cs typeface="Calibri"/>
              </a:rPr>
              <a:t>a</a:t>
            </a:r>
            <a:r>
              <a:rPr sz="2200" spc="-10" dirty="0">
                <a:solidFill>
                  <a:schemeClr val="tx2"/>
                </a:solidFill>
                <a:latin typeface="Calibri"/>
                <a:cs typeface="Calibri"/>
              </a:rPr>
              <a:t>i</a:t>
            </a:r>
            <a:r>
              <a:rPr sz="2200" spc="-70" dirty="0">
                <a:solidFill>
                  <a:schemeClr val="tx2"/>
                </a:solidFill>
                <a:latin typeface="Calibri"/>
                <a:cs typeface="Calibri"/>
              </a:rPr>
              <a:t>r</a:t>
            </a:r>
            <a:r>
              <a:rPr sz="2200" spc="5" dirty="0">
                <a:solidFill>
                  <a:schemeClr val="tx2"/>
                </a:solidFill>
                <a:latin typeface="Calibri"/>
                <a:cs typeface="Calibri"/>
              </a:rPr>
              <a:t>e</a:t>
            </a:r>
            <a:r>
              <a:rPr sz="2200" spc="-65" dirty="0">
                <a:solidFill>
                  <a:schemeClr val="tx2"/>
                </a:solidFill>
                <a:latin typeface="Calibri"/>
                <a:cs typeface="Calibri"/>
              </a:rPr>
              <a:t>s</a:t>
            </a:r>
            <a:r>
              <a:rPr sz="2200" dirty="0">
                <a:solidFill>
                  <a:schemeClr val="tx2"/>
                </a:solidFill>
                <a:latin typeface="Calibri"/>
                <a:cs typeface="Calibri"/>
              </a:rPr>
              <a:t>:	«</a:t>
            </a:r>
            <a:r>
              <a:rPr sz="2200" spc="-25" dirty="0">
                <a:solidFill>
                  <a:schemeClr val="tx2"/>
                </a:solidFill>
                <a:latin typeface="Calibri"/>
                <a:cs typeface="Calibri"/>
              </a:rPr>
              <a:t> </a:t>
            </a:r>
            <a:r>
              <a:rPr sz="2200" spc="35" dirty="0">
                <a:solidFill>
                  <a:schemeClr val="tx2"/>
                </a:solidFill>
                <a:latin typeface="Calibri"/>
                <a:cs typeface="Calibri"/>
              </a:rPr>
              <a:t>s</a:t>
            </a:r>
            <a:r>
              <a:rPr sz="2200" dirty="0">
                <a:solidFill>
                  <a:schemeClr val="tx2"/>
                </a:solidFill>
                <a:latin typeface="Calibri"/>
                <a:cs typeface="Calibri"/>
              </a:rPr>
              <a:t>e</a:t>
            </a:r>
            <a:r>
              <a:rPr sz="2200" spc="-35" dirty="0">
                <a:solidFill>
                  <a:schemeClr val="tx2"/>
                </a:solidFill>
                <a:latin typeface="Calibri"/>
                <a:cs typeface="Calibri"/>
              </a:rPr>
              <a:t>c</a:t>
            </a:r>
            <a:r>
              <a:rPr sz="2200" spc="35" dirty="0">
                <a:solidFill>
                  <a:schemeClr val="tx2"/>
                </a:solidFill>
                <a:latin typeface="Calibri"/>
                <a:cs typeface="Calibri"/>
              </a:rPr>
              <a:t>o</a:t>
            </a:r>
            <a:r>
              <a:rPr sz="2200" spc="40" dirty="0">
                <a:solidFill>
                  <a:schemeClr val="tx2"/>
                </a:solidFill>
                <a:latin typeface="Calibri"/>
                <a:cs typeface="Calibri"/>
              </a:rPr>
              <a:t>nd</a:t>
            </a:r>
            <a:r>
              <a:rPr sz="2200" spc="45" dirty="0">
                <a:solidFill>
                  <a:schemeClr val="tx2"/>
                </a:solidFill>
                <a:latin typeface="Calibri"/>
                <a:cs typeface="Calibri"/>
              </a:rPr>
              <a:t>a</a:t>
            </a:r>
            <a:r>
              <a:rPr sz="2200" spc="-70" dirty="0">
                <a:solidFill>
                  <a:schemeClr val="tx2"/>
                </a:solidFill>
                <a:latin typeface="Calibri"/>
                <a:cs typeface="Calibri"/>
              </a:rPr>
              <a:t>r</a:t>
            </a:r>
            <a:r>
              <a:rPr sz="2200" dirty="0">
                <a:solidFill>
                  <a:schemeClr val="tx2"/>
                </a:solidFill>
                <a:latin typeface="Calibri"/>
                <a:cs typeface="Calibri"/>
              </a:rPr>
              <a:t>y</a:t>
            </a:r>
            <a:r>
              <a:rPr sz="2200" spc="-190" dirty="0">
                <a:solidFill>
                  <a:schemeClr val="tx2"/>
                </a:solidFill>
                <a:latin typeface="Calibri"/>
                <a:cs typeface="Calibri"/>
              </a:rPr>
              <a:t> </a:t>
            </a:r>
            <a:r>
              <a:rPr sz="2200" dirty="0">
                <a:solidFill>
                  <a:schemeClr val="tx2"/>
                </a:solidFill>
                <a:latin typeface="Calibri"/>
                <a:cs typeface="Calibri"/>
              </a:rPr>
              <a:t>»</a:t>
            </a:r>
          </a:p>
          <a:p>
            <a:pPr marL="1049020" lvl="2" indent="-203835">
              <a:lnSpc>
                <a:spcPct val="100000"/>
              </a:lnSpc>
              <a:spcBef>
                <a:spcPts val="535"/>
              </a:spcBef>
              <a:buClr>
                <a:srgbClr val="7E7E7E"/>
              </a:buClr>
              <a:buFont typeface="Arial MT"/>
              <a:buChar char="•"/>
              <a:tabLst>
                <a:tab pos="1049655" algn="l"/>
              </a:tabLst>
            </a:pPr>
            <a:r>
              <a:rPr sz="1800" spc="-5" dirty="0">
                <a:solidFill>
                  <a:schemeClr val="tx2"/>
                </a:solidFill>
                <a:latin typeface="Calibri"/>
                <a:cs typeface="Calibri"/>
              </a:rPr>
              <a:t>Ceux</a:t>
            </a:r>
            <a:r>
              <a:rPr sz="1800" spc="5" dirty="0">
                <a:solidFill>
                  <a:schemeClr val="tx2"/>
                </a:solidFill>
                <a:latin typeface="Calibri"/>
                <a:cs typeface="Calibri"/>
              </a:rPr>
              <a:t> </a:t>
            </a:r>
            <a:r>
              <a:rPr sz="1800" spc="-35" dirty="0">
                <a:solidFill>
                  <a:schemeClr val="tx2"/>
                </a:solidFill>
                <a:latin typeface="Calibri"/>
                <a:cs typeface="Calibri"/>
              </a:rPr>
              <a:t>qui</a:t>
            </a:r>
            <a:r>
              <a:rPr sz="1800" spc="80" dirty="0">
                <a:solidFill>
                  <a:schemeClr val="tx2"/>
                </a:solidFill>
                <a:latin typeface="Calibri"/>
                <a:cs typeface="Calibri"/>
              </a:rPr>
              <a:t> </a:t>
            </a:r>
            <a:r>
              <a:rPr sz="1800" spc="-25" dirty="0">
                <a:solidFill>
                  <a:schemeClr val="tx2"/>
                </a:solidFill>
                <a:latin typeface="Calibri"/>
                <a:cs typeface="Calibri"/>
              </a:rPr>
              <a:t>ne</a:t>
            </a:r>
            <a:r>
              <a:rPr sz="1800" spc="-5" dirty="0">
                <a:solidFill>
                  <a:schemeClr val="tx2"/>
                </a:solidFill>
                <a:latin typeface="Calibri"/>
                <a:cs typeface="Calibri"/>
              </a:rPr>
              <a:t> </a:t>
            </a:r>
            <a:r>
              <a:rPr sz="1800" spc="-40" dirty="0">
                <a:solidFill>
                  <a:schemeClr val="tx2"/>
                </a:solidFill>
                <a:latin typeface="Calibri"/>
                <a:cs typeface="Calibri"/>
              </a:rPr>
              <a:t>font</a:t>
            </a:r>
            <a:r>
              <a:rPr sz="1800" spc="90" dirty="0">
                <a:solidFill>
                  <a:schemeClr val="tx2"/>
                </a:solidFill>
                <a:latin typeface="Calibri"/>
                <a:cs typeface="Calibri"/>
              </a:rPr>
              <a:t> </a:t>
            </a:r>
            <a:r>
              <a:rPr sz="1800" spc="-35" dirty="0">
                <a:solidFill>
                  <a:schemeClr val="tx2"/>
                </a:solidFill>
                <a:latin typeface="Calibri"/>
                <a:cs typeface="Calibri"/>
              </a:rPr>
              <a:t>que</a:t>
            </a:r>
            <a:r>
              <a:rPr sz="1800" spc="90" dirty="0">
                <a:solidFill>
                  <a:schemeClr val="tx2"/>
                </a:solidFill>
                <a:latin typeface="Calibri"/>
                <a:cs typeface="Calibri"/>
              </a:rPr>
              <a:t> </a:t>
            </a:r>
            <a:r>
              <a:rPr sz="1800" spc="-10" dirty="0">
                <a:solidFill>
                  <a:schemeClr val="tx2"/>
                </a:solidFill>
                <a:latin typeface="Calibri"/>
                <a:cs typeface="Calibri"/>
              </a:rPr>
              <a:t>recevoir</a:t>
            </a:r>
            <a:r>
              <a:rPr sz="1800" spc="-40" dirty="0">
                <a:solidFill>
                  <a:schemeClr val="tx2"/>
                </a:solidFill>
                <a:latin typeface="Calibri"/>
                <a:cs typeface="Calibri"/>
              </a:rPr>
              <a:t> </a:t>
            </a:r>
            <a:r>
              <a:rPr sz="1800" spc="-25" dirty="0">
                <a:solidFill>
                  <a:schemeClr val="tx2"/>
                </a:solidFill>
                <a:latin typeface="Calibri"/>
                <a:cs typeface="Calibri"/>
              </a:rPr>
              <a:t>de</a:t>
            </a:r>
            <a:r>
              <a:rPr sz="1800" spc="95" dirty="0">
                <a:solidFill>
                  <a:schemeClr val="tx2"/>
                </a:solidFill>
                <a:latin typeface="Calibri"/>
                <a:cs typeface="Calibri"/>
              </a:rPr>
              <a:t> </a:t>
            </a:r>
            <a:r>
              <a:rPr sz="1800" spc="-30" dirty="0">
                <a:solidFill>
                  <a:schemeClr val="tx2"/>
                </a:solidFill>
                <a:latin typeface="Calibri"/>
                <a:cs typeface="Calibri"/>
              </a:rPr>
              <a:t>l’information</a:t>
            </a:r>
            <a:endParaRPr sz="1800" dirty="0">
              <a:solidFill>
                <a:schemeClr val="tx2"/>
              </a:solidFill>
              <a:latin typeface="Calibri"/>
              <a:cs typeface="Calibri"/>
            </a:endParaRPr>
          </a:p>
          <a:p>
            <a:pPr marL="680720" lvl="1" indent="-254635">
              <a:lnSpc>
                <a:spcPct val="100000"/>
              </a:lnSpc>
              <a:spcBef>
                <a:spcPts val="440"/>
              </a:spcBef>
              <a:buClr>
                <a:srgbClr val="1F497C"/>
              </a:buClr>
              <a:buFont typeface="Wingdings"/>
              <a:buChar char=""/>
              <a:tabLst>
                <a:tab pos="681355" algn="l"/>
              </a:tabLst>
            </a:pPr>
            <a:r>
              <a:rPr sz="2200" spc="45" dirty="0">
                <a:solidFill>
                  <a:schemeClr val="tx2"/>
                </a:solidFill>
                <a:latin typeface="Calibri"/>
                <a:cs typeface="Calibri"/>
              </a:rPr>
              <a:t>Da</a:t>
            </a:r>
            <a:r>
              <a:rPr sz="2200" spc="-40" dirty="0">
                <a:solidFill>
                  <a:schemeClr val="tx2"/>
                </a:solidFill>
                <a:latin typeface="Calibri"/>
                <a:cs typeface="Calibri"/>
              </a:rPr>
              <a:t>t</a:t>
            </a:r>
            <a:r>
              <a:rPr sz="2200" spc="5" dirty="0">
                <a:solidFill>
                  <a:schemeClr val="tx2"/>
                </a:solidFill>
                <a:latin typeface="Calibri"/>
                <a:cs typeface="Calibri"/>
              </a:rPr>
              <a:t>e</a:t>
            </a:r>
            <a:r>
              <a:rPr sz="2200" dirty="0">
                <a:solidFill>
                  <a:schemeClr val="tx2"/>
                </a:solidFill>
                <a:latin typeface="Calibri"/>
                <a:cs typeface="Calibri"/>
              </a:rPr>
              <a:t>s</a:t>
            </a:r>
            <a:r>
              <a:rPr sz="2200" spc="-160" dirty="0">
                <a:solidFill>
                  <a:schemeClr val="tx2"/>
                </a:solidFill>
                <a:latin typeface="Calibri"/>
                <a:cs typeface="Calibri"/>
              </a:rPr>
              <a:t> </a:t>
            </a:r>
            <a:r>
              <a:rPr sz="2200" spc="5" dirty="0">
                <a:solidFill>
                  <a:schemeClr val="tx2"/>
                </a:solidFill>
                <a:latin typeface="Calibri"/>
                <a:cs typeface="Calibri"/>
              </a:rPr>
              <a:t>e</a:t>
            </a:r>
            <a:r>
              <a:rPr sz="2200" dirty="0">
                <a:solidFill>
                  <a:schemeClr val="tx2"/>
                </a:solidFill>
                <a:latin typeface="Calibri"/>
                <a:cs typeface="Calibri"/>
              </a:rPr>
              <a:t>t</a:t>
            </a:r>
            <a:r>
              <a:rPr sz="2200" spc="-135" dirty="0">
                <a:solidFill>
                  <a:schemeClr val="tx2"/>
                </a:solidFill>
                <a:latin typeface="Calibri"/>
                <a:cs typeface="Calibri"/>
              </a:rPr>
              <a:t> </a:t>
            </a:r>
            <a:r>
              <a:rPr sz="2200" spc="5" dirty="0">
                <a:solidFill>
                  <a:schemeClr val="tx2"/>
                </a:solidFill>
                <a:latin typeface="Calibri"/>
                <a:cs typeface="Calibri"/>
              </a:rPr>
              <a:t>v</a:t>
            </a:r>
            <a:r>
              <a:rPr sz="2200" dirty="0">
                <a:solidFill>
                  <a:schemeClr val="tx2"/>
                </a:solidFill>
                <a:latin typeface="Calibri"/>
                <a:cs typeface="Calibri"/>
              </a:rPr>
              <a:t>e</a:t>
            </a:r>
            <a:r>
              <a:rPr sz="2200" spc="30" dirty="0">
                <a:solidFill>
                  <a:schemeClr val="tx2"/>
                </a:solidFill>
                <a:latin typeface="Calibri"/>
                <a:cs typeface="Calibri"/>
              </a:rPr>
              <a:t>r</a:t>
            </a:r>
            <a:r>
              <a:rPr sz="2200" spc="40" dirty="0">
                <a:solidFill>
                  <a:schemeClr val="tx2"/>
                </a:solidFill>
                <a:latin typeface="Calibri"/>
                <a:cs typeface="Calibri"/>
              </a:rPr>
              <a:t>s</a:t>
            </a:r>
            <a:r>
              <a:rPr sz="2200" spc="-5" dirty="0">
                <a:solidFill>
                  <a:schemeClr val="tx2"/>
                </a:solidFill>
                <a:latin typeface="Calibri"/>
                <a:cs typeface="Calibri"/>
              </a:rPr>
              <a:t>i</a:t>
            </a:r>
            <a:r>
              <a:rPr sz="2200" spc="35" dirty="0">
                <a:solidFill>
                  <a:schemeClr val="tx2"/>
                </a:solidFill>
                <a:latin typeface="Calibri"/>
                <a:cs typeface="Calibri"/>
              </a:rPr>
              <a:t>o</a:t>
            </a:r>
            <a:r>
              <a:rPr sz="2200" spc="-60" dirty="0">
                <a:solidFill>
                  <a:schemeClr val="tx2"/>
                </a:solidFill>
                <a:latin typeface="Calibri"/>
                <a:cs typeface="Calibri"/>
              </a:rPr>
              <a:t>n</a:t>
            </a:r>
            <a:r>
              <a:rPr sz="2200" dirty="0">
                <a:solidFill>
                  <a:schemeClr val="tx2"/>
                </a:solidFill>
                <a:latin typeface="Calibri"/>
                <a:cs typeface="Calibri"/>
              </a:rPr>
              <a:t>:</a:t>
            </a:r>
            <a:r>
              <a:rPr sz="2200" spc="-185" dirty="0">
                <a:solidFill>
                  <a:schemeClr val="tx2"/>
                </a:solidFill>
                <a:latin typeface="Calibri"/>
                <a:cs typeface="Calibri"/>
              </a:rPr>
              <a:t> </a:t>
            </a:r>
            <a:r>
              <a:rPr sz="2200" spc="-35" dirty="0">
                <a:solidFill>
                  <a:schemeClr val="tx2"/>
                </a:solidFill>
                <a:latin typeface="Calibri"/>
                <a:cs typeface="Calibri"/>
              </a:rPr>
              <a:t>c</a:t>
            </a:r>
            <a:r>
              <a:rPr sz="2200" spc="30" dirty="0">
                <a:solidFill>
                  <a:schemeClr val="tx2"/>
                </a:solidFill>
                <a:latin typeface="Calibri"/>
                <a:cs typeface="Calibri"/>
              </a:rPr>
              <a:t>r</a:t>
            </a:r>
            <a:r>
              <a:rPr sz="2200" spc="5" dirty="0">
                <a:solidFill>
                  <a:schemeClr val="tx2"/>
                </a:solidFill>
                <a:latin typeface="Calibri"/>
                <a:cs typeface="Calibri"/>
              </a:rPr>
              <a:t>é</a:t>
            </a:r>
            <a:r>
              <a:rPr sz="2200" spc="45" dirty="0">
                <a:solidFill>
                  <a:schemeClr val="tx2"/>
                </a:solidFill>
                <a:latin typeface="Calibri"/>
                <a:cs typeface="Calibri"/>
              </a:rPr>
              <a:t>a</a:t>
            </a:r>
            <a:r>
              <a:rPr sz="2200" spc="-40" dirty="0">
                <a:solidFill>
                  <a:schemeClr val="tx2"/>
                </a:solidFill>
                <a:latin typeface="Calibri"/>
                <a:cs typeface="Calibri"/>
              </a:rPr>
              <a:t>t</a:t>
            </a:r>
            <a:r>
              <a:rPr sz="2200" spc="-10" dirty="0">
                <a:solidFill>
                  <a:schemeClr val="tx2"/>
                </a:solidFill>
                <a:latin typeface="Calibri"/>
                <a:cs typeface="Calibri"/>
              </a:rPr>
              <a:t>i</a:t>
            </a:r>
            <a:r>
              <a:rPr sz="2200" spc="-60" dirty="0">
                <a:solidFill>
                  <a:schemeClr val="tx2"/>
                </a:solidFill>
                <a:latin typeface="Calibri"/>
                <a:cs typeface="Calibri"/>
              </a:rPr>
              <a:t>o</a:t>
            </a:r>
            <a:r>
              <a:rPr sz="2200" dirty="0">
                <a:solidFill>
                  <a:schemeClr val="tx2"/>
                </a:solidFill>
                <a:latin typeface="Calibri"/>
                <a:cs typeface="Calibri"/>
              </a:rPr>
              <a:t>n</a:t>
            </a:r>
            <a:r>
              <a:rPr sz="2200" spc="-254" dirty="0">
                <a:solidFill>
                  <a:schemeClr val="tx2"/>
                </a:solidFill>
                <a:latin typeface="Calibri"/>
                <a:cs typeface="Calibri"/>
              </a:rPr>
              <a:t> </a:t>
            </a:r>
            <a:r>
              <a:rPr sz="2200" spc="5" dirty="0">
                <a:solidFill>
                  <a:schemeClr val="tx2"/>
                </a:solidFill>
                <a:latin typeface="Calibri"/>
                <a:cs typeface="Calibri"/>
              </a:rPr>
              <a:t>e</a:t>
            </a:r>
            <a:r>
              <a:rPr sz="2200" dirty="0">
                <a:solidFill>
                  <a:schemeClr val="tx2"/>
                </a:solidFill>
                <a:latin typeface="Calibri"/>
                <a:cs typeface="Calibri"/>
              </a:rPr>
              <a:t>t</a:t>
            </a:r>
            <a:r>
              <a:rPr sz="2200" spc="-135" dirty="0">
                <a:solidFill>
                  <a:schemeClr val="tx2"/>
                </a:solidFill>
                <a:latin typeface="Calibri"/>
                <a:cs typeface="Calibri"/>
              </a:rPr>
              <a:t> </a:t>
            </a:r>
            <a:r>
              <a:rPr sz="2200" spc="40" dirty="0">
                <a:solidFill>
                  <a:schemeClr val="tx2"/>
                </a:solidFill>
                <a:latin typeface="Calibri"/>
                <a:cs typeface="Calibri"/>
              </a:rPr>
              <a:t>m</a:t>
            </a:r>
            <a:r>
              <a:rPr sz="2200" spc="-5" dirty="0">
                <a:solidFill>
                  <a:schemeClr val="tx2"/>
                </a:solidFill>
                <a:latin typeface="Calibri"/>
                <a:cs typeface="Calibri"/>
              </a:rPr>
              <a:t>i</a:t>
            </a:r>
            <a:r>
              <a:rPr sz="2200" spc="35" dirty="0">
                <a:solidFill>
                  <a:schemeClr val="tx2"/>
                </a:solidFill>
                <a:latin typeface="Calibri"/>
                <a:cs typeface="Calibri"/>
              </a:rPr>
              <a:t>s</a:t>
            </a:r>
            <a:r>
              <a:rPr sz="2200" spc="5" dirty="0">
                <a:solidFill>
                  <a:schemeClr val="tx2"/>
                </a:solidFill>
                <a:latin typeface="Calibri"/>
                <a:cs typeface="Calibri"/>
              </a:rPr>
              <a:t>e</a:t>
            </a:r>
            <a:r>
              <a:rPr sz="2200" dirty="0">
                <a:solidFill>
                  <a:schemeClr val="tx2"/>
                </a:solidFill>
                <a:latin typeface="Calibri"/>
                <a:cs typeface="Calibri"/>
              </a:rPr>
              <a:t>s</a:t>
            </a:r>
            <a:r>
              <a:rPr sz="2200" spc="-160" dirty="0">
                <a:solidFill>
                  <a:schemeClr val="tx2"/>
                </a:solidFill>
                <a:latin typeface="Calibri"/>
                <a:cs typeface="Calibri"/>
              </a:rPr>
              <a:t> </a:t>
            </a:r>
            <a:r>
              <a:rPr sz="2200" dirty="0">
                <a:solidFill>
                  <a:schemeClr val="tx2"/>
                </a:solidFill>
                <a:latin typeface="Calibri"/>
                <a:cs typeface="Calibri"/>
              </a:rPr>
              <a:t>à</a:t>
            </a:r>
            <a:r>
              <a:rPr sz="2200" spc="-55" dirty="0">
                <a:solidFill>
                  <a:schemeClr val="tx2"/>
                </a:solidFill>
                <a:latin typeface="Calibri"/>
                <a:cs typeface="Calibri"/>
              </a:rPr>
              <a:t> </a:t>
            </a:r>
            <a:r>
              <a:rPr sz="2200" spc="-30" dirty="0">
                <a:solidFill>
                  <a:schemeClr val="tx2"/>
                </a:solidFill>
                <a:latin typeface="Calibri"/>
                <a:cs typeface="Calibri"/>
              </a:rPr>
              <a:t>j</a:t>
            </a:r>
            <a:r>
              <a:rPr sz="2200" spc="35" dirty="0">
                <a:solidFill>
                  <a:schemeClr val="tx2"/>
                </a:solidFill>
                <a:latin typeface="Calibri"/>
                <a:cs typeface="Calibri"/>
              </a:rPr>
              <a:t>o</a:t>
            </a:r>
            <a:r>
              <a:rPr sz="2200" spc="40" dirty="0">
                <a:solidFill>
                  <a:schemeClr val="tx2"/>
                </a:solidFill>
                <a:latin typeface="Calibri"/>
                <a:cs typeface="Calibri"/>
              </a:rPr>
              <a:t>u</a:t>
            </a:r>
            <a:r>
              <a:rPr sz="2200" dirty="0">
                <a:solidFill>
                  <a:schemeClr val="tx2"/>
                </a:solidFill>
                <a:latin typeface="Calibri"/>
                <a:cs typeface="Calibri"/>
              </a:rPr>
              <a:t>r</a:t>
            </a:r>
          </a:p>
          <a:p>
            <a:pPr marL="680720" lvl="1" indent="-254635">
              <a:lnSpc>
                <a:spcPct val="100000"/>
              </a:lnSpc>
              <a:spcBef>
                <a:spcPts val="459"/>
              </a:spcBef>
              <a:buClr>
                <a:srgbClr val="1F497C"/>
              </a:buClr>
              <a:buFont typeface="Wingdings"/>
              <a:buChar char=""/>
              <a:tabLst>
                <a:tab pos="681355" algn="l"/>
              </a:tabLst>
            </a:pPr>
            <a:r>
              <a:rPr sz="2200" spc="-5" dirty="0">
                <a:solidFill>
                  <a:schemeClr val="tx2"/>
                </a:solidFill>
                <a:latin typeface="Calibri"/>
                <a:cs typeface="Calibri"/>
              </a:rPr>
              <a:t>Responsables</a:t>
            </a:r>
            <a:endParaRPr sz="2200" dirty="0">
              <a:solidFill>
                <a:schemeClr val="tx2"/>
              </a:solidFill>
              <a:latin typeface="Calibri"/>
              <a:cs typeface="Calibri"/>
            </a:endParaRPr>
          </a:p>
        </p:txBody>
      </p:sp>
    </p:spTree>
    <p:extLst>
      <p:ext uri="{BB962C8B-B14F-4D97-AF65-F5344CB8AC3E}">
        <p14:creationId xmlns:p14="http://schemas.microsoft.com/office/powerpoint/2010/main" val="10579261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1004069"/>
            <a:ext cx="10058400" cy="751488"/>
          </a:xfrm>
          <a:prstGeom prst="rect">
            <a:avLst/>
          </a:prstGeom>
        </p:spPr>
        <p:txBody>
          <a:bodyPr vert="horz" wrap="square" lIns="0" tIns="12700" rIns="0" bIns="0" rtlCol="0">
            <a:spAutoFit/>
          </a:bodyPr>
          <a:lstStyle/>
          <a:p>
            <a:pPr marL="1017905">
              <a:lnSpc>
                <a:spcPct val="100000"/>
              </a:lnSpc>
              <a:spcBef>
                <a:spcPts val="100"/>
              </a:spcBef>
            </a:pPr>
            <a:r>
              <a:rPr spc="-15" dirty="0"/>
              <a:t>D</a:t>
            </a:r>
            <a:r>
              <a:rPr spc="30" dirty="0"/>
              <a:t>e</a:t>
            </a:r>
            <a:r>
              <a:rPr spc="45" dirty="0"/>
              <a:t>s</a:t>
            </a:r>
            <a:r>
              <a:rPr spc="-45" dirty="0"/>
              <a:t>c</a:t>
            </a:r>
            <a:r>
              <a:rPr spc="45" dirty="0"/>
              <a:t>r</a:t>
            </a:r>
            <a:r>
              <a:rPr spc="40" dirty="0"/>
              <a:t>i</a:t>
            </a:r>
            <a:r>
              <a:rPr spc="5" dirty="0"/>
              <a:t>p</a:t>
            </a:r>
            <a:r>
              <a:rPr spc="20" dirty="0"/>
              <a:t>t</a:t>
            </a:r>
            <a:r>
              <a:rPr spc="40" dirty="0"/>
              <a:t>i</a:t>
            </a:r>
            <a:r>
              <a:rPr spc="-5" dirty="0"/>
              <a:t>o</a:t>
            </a:r>
            <a:r>
              <a:rPr dirty="0"/>
              <a:t>n</a:t>
            </a:r>
            <a:r>
              <a:rPr spc="-285" dirty="0"/>
              <a:t> </a:t>
            </a:r>
            <a:r>
              <a:rPr spc="20" dirty="0" err="1"/>
              <a:t>t</a:t>
            </a:r>
            <a:r>
              <a:rPr spc="-70" dirty="0" err="1"/>
              <a:t>e</a:t>
            </a:r>
            <a:r>
              <a:rPr spc="-15" dirty="0" err="1"/>
              <a:t>x</a:t>
            </a:r>
            <a:r>
              <a:rPr spc="20" dirty="0" err="1"/>
              <a:t>t</a:t>
            </a:r>
            <a:r>
              <a:rPr dirty="0" err="1"/>
              <a:t>u</a:t>
            </a:r>
            <a:r>
              <a:rPr spc="25" dirty="0" err="1"/>
              <a:t>e</a:t>
            </a:r>
            <a:r>
              <a:rPr spc="40" dirty="0" err="1"/>
              <a:t>ll</a:t>
            </a:r>
            <a:r>
              <a:rPr dirty="0" err="1"/>
              <a:t>e</a:t>
            </a:r>
            <a:endParaRPr spc="-35" dirty="0"/>
          </a:p>
        </p:txBody>
      </p:sp>
      <p:sp>
        <p:nvSpPr>
          <p:cNvPr id="3" name="object 3"/>
          <p:cNvSpPr txBox="1"/>
          <p:nvPr/>
        </p:nvSpPr>
        <p:spPr>
          <a:xfrm>
            <a:off x="1075788" y="1905000"/>
            <a:ext cx="7755255" cy="3922395"/>
          </a:xfrm>
          <a:prstGeom prst="rect">
            <a:avLst/>
          </a:prstGeom>
        </p:spPr>
        <p:txBody>
          <a:bodyPr vert="horz" wrap="square" lIns="0" tIns="55880" rIns="0" bIns="0" rtlCol="0">
            <a:spAutoFit/>
          </a:bodyPr>
          <a:lstStyle/>
          <a:p>
            <a:pPr marL="295910" indent="-283845">
              <a:lnSpc>
                <a:spcPct val="100000"/>
              </a:lnSpc>
              <a:spcBef>
                <a:spcPts val="440"/>
              </a:spcBef>
              <a:buClr>
                <a:srgbClr val="C00000"/>
              </a:buClr>
              <a:buSzPct val="96000"/>
              <a:buFont typeface="Wingdings"/>
              <a:buChar char=""/>
              <a:tabLst>
                <a:tab pos="296545" algn="l"/>
                <a:tab pos="1713864" algn="l"/>
              </a:tabLst>
            </a:pPr>
            <a:r>
              <a:rPr sz="2500" spc="-40" dirty="0">
                <a:solidFill>
                  <a:schemeClr val="tx2"/>
                </a:solidFill>
                <a:latin typeface="Calibri"/>
                <a:cs typeface="Calibri"/>
              </a:rPr>
              <a:t>D</a:t>
            </a:r>
            <a:r>
              <a:rPr sz="2500" spc="-50" dirty="0">
                <a:solidFill>
                  <a:schemeClr val="tx2"/>
                </a:solidFill>
                <a:latin typeface="Calibri"/>
                <a:cs typeface="Calibri"/>
              </a:rPr>
              <a:t>e</a:t>
            </a:r>
            <a:r>
              <a:rPr sz="2500" spc="-15" dirty="0">
                <a:solidFill>
                  <a:schemeClr val="tx2"/>
                </a:solidFill>
                <a:latin typeface="Calibri"/>
                <a:cs typeface="Calibri"/>
              </a:rPr>
              <a:t>u</a:t>
            </a:r>
            <a:r>
              <a:rPr sz="2500" spc="15" dirty="0">
                <a:solidFill>
                  <a:schemeClr val="tx2"/>
                </a:solidFill>
                <a:latin typeface="Calibri"/>
                <a:cs typeface="Calibri"/>
              </a:rPr>
              <a:t>x</a:t>
            </a:r>
            <a:r>
              <a:rPr sz="2500" spc="25" dirty="0">
                <a:solidFill>
                  <a:schemeClr val="tx2"/>
                </a:solidFill>
                <a:latin typeface="Calibri"/>
                <a:cs typeface="Calibri"/>
              </a:rPr>
              <a:t>i</a:t>
            </a:r>
            <a:r>
              <a:rPr sz="2500" spc="-45" dirty="0">
                <a:solidFill>
                  <a:schemeClr val="tx2"/>
                </a:solidFill>
                <a:latin typeface="Calibri"/>
                <a:cs typeface="Calibri"/>
              </a:rPr>
              <a:t>è</a:t>
            </a:r>
            <a:r>
              <a:rPr sz="2500" dirty="0">
                <a:solidFill>
                  <a:schemeClr val="tx2"/>
                </a:solidFill>
                <a:latin typeface="Calibri"/>
                <a:cs typeface="Calibri"/>
              </a:rPr>
              <a:t>me	</a:t>
            </a:r>
            <a:r>
              <a:rPr sz="2500" spc="-15" dirty="0">
                <a:solidFill>
                  <a:schemeClr val="tx2"/>
                </a:solidFill>
                <a:latin typeface="Calibri"/>
                <a:cs typeface="Calibri"/>
              </a:rPr>
              <a:t>p</a:t>
            </a:r>
            <a:r>
              <a:rPr sz="2500" dirty="0">
                <a:solidFill>
                  <a:schemeClr val="tx2"/>
                </a:solidFill>
                <a:latin typeface="Calibri"/>
                <a:cs typeface="Calibri"/>
              </a:rPr>
              <a:t>a</a:t>
            </a:r>
            <a:r>
              <a:rPr sz="2500" spc="25" dirty="0">
                <a:solidFill>
                  <a:schemeClr val="tx2"/>
                </a:solidFill>
                <a:latin typeface="Calibri"/>
                <a:cs typeface="Calibri"/>
              </a:rPr>
              <a:t>r</a:t>
            </a:r>
            <a:r>
              <a:rPr sz="2500" spc="-40" dirty="0">
                <a:solidFill>
                  <a:schemeClr val="tx2"/>
                </a:solidFill>
                <a:latin typeface="Calibri"/>
                <a:cs typeface="Calibri"/>
              </a:rPr>
              <a:t>t</a:t>
            </a:r>
            <a:r>
              <a:rPr sz="2500" spc="25" dirty="0">
                <a:solidFill>
                  <a:schemeClr val="tx2"/>
                </a:solidFill>
                <a:latin typeface="Calibri"/>
                <a:cs typeface="Calibri"/>
              </a:rPr>
              <a:t>i</a:t>
            </a:r>
            <a:r>
              <a:rPr sz="2500" spc="-45" dirty="0">
                <a:solidFill>
                  <a:schemeClr val="tx2"/>
                </a:solidFill>
                <a:latin typeface="Calibri"/>
                <a:cs typeface="Calibri"/>
              </a:rPr>
              <a:t>e</a:t>
            </a:r>
            <a:r>
              <a:rPr sz="2500" dirty="0">
                <a:solidFill>
                  <a:schemeClr val="tx2"/>
                </a:solidFill>
                <a:latin typeface="Calibri"/>
                <a:cs typeface="Calibri"/>
              </a:rPr>
              <a:t>:</a:t>
            </a:r>
            <a:r>
              <a:rPr sz="2500" spc="65" dirty="0">
                <a:solidFill>
                  <a:schemeClr val="tx2"/>
                </a:solidFill>
                <a:latin typeface="Calibri"/>
                <a:cs typeface="Calibri"/>
              </a:rPr>
              <a:t> </a:t>
            </a:r>
            <a:r>
              <a:rPr sz="2200" spc="25" dirty="0">
                <a:solidFill>
                  <a:schemeClr val="tx2"/>
                </a:solidFill>
                <a:latin typeface="Calibri"/>
                <a:cs typeface="Calibri"/>
              </a:rPr>
              <a:t>f</a:t>
            </a:r>
            <a:r>
              <a:rPr sz="2200" spc="35" dirty="0">
                <a:solidFill>
                  <a:schemeClr val="tx2"/>
                </a:solidFill>
                <a:latin typeface="Calibri"/>
                <a:cs typeface="Calibri"/>
              </a:rPr>
              <a:t>o</a:t>
            </a:r>
            <a:r>
              <a:rPr sz="2200" spc="40" dirty="0">
                <a:solidFill>
                  <a:schemeClr val="tx2"/>
                </a:solidFill>
                <a:latin typeface="Calibri"/>
                <a:cs typeface="Calibri"/>
              </a:rPr>
              <a:t>n</a:t>
            </a:r>
            <a:r>
              <a:rPr sz="2200" spc="-30" dirty="0">
                <a:solidFill>
                  <a:schemeClr val="tx2"/>
                </a:solidFill>
                <a:latin typeface="Calibri"/>
                <a:cs typeface="Calibri"/>
              </a:rPr>
              <a:t>c</a:t>
            </a:r>
            <a:r>
              <a:rPr sz="2200" spc="-40" dirty="0">
                <a:solidFill>
                  <a:schemeClr val="tx2"/>
                </a:solidFill>
                <a:latin typeface="Calibri"/>
                <a:cs typeface="Calibri"/>
              </a:rPr>
              <a:t>t</a:t>
            </a:r>
            <a:r>
              <a:rPr sz="2200" spc="-5" dirty="0">
                <a:solidFill>
                  <a:schemeClr val="tx2"/>
                </a:solidFill>
                <a:latin typeface="Calibri"/>
                <a:cs typeface="Calibri"/>
              </a:rPr>
              <a:t>i</a:t>
            </a:r>
            <a:r>
              <a:rPr sz="2200" spc="35" dirty="0">
                <a:solidFill>
                  <a:schemeClr val="tx2"/>
                </a:solidFill>
                <a:latin typeface="Calibri"/>
                <a:cs typeface="Calibri"/>
              </a:rPr>
              <a:t>o</a:t>
            </a:r>
            <a:r>
              <a:rPr sz="2200" spc="40" dirty="0">
                <a:solidFill>
                  <a:schemeClr val="tx2"/>
                </a:solidFill>
                <a:latin typeface="Calibri"/>
                <a:cs typeface="Calibri"/>
              </a:rPr>
              <a:t>n</a:t>
            </a:r>
            <a:r>
              <a:rPr sz="2200" spc="-60" dirty="0">
                <a:solidFill>
                  <a:schemeClr val="tx2"/>
                </a:solidFill>
                <a:latin typeface="Calibri"/>
                <a:cs typeface="Calibri"/>
              </a:rPr>
              <a:t>n</a:t>
            </a:r>
            <a:r>
              <a:rPr sz="2200" spc="5" dirty="0">
                <a:solidFill>
                  <a:schemeClr val="tx2"/>
                </a:solidFill>
                <a:latin typeface="Calibri"/>
                <a:cs typeface="Calibri"/>
              </a:rPr>
              <a:t>e</a:t>
            </a:r>
            <a:r>
              <a:rPr sz="2200" spc="-60" dirty="0">
                <a:solidFill>
                  <a:schemeClr val="tx2"/>
                </a:solidFill>
                <a:latin typeface="Calibri"/>
                <a:cs typeface="Calibri"/>
              </a:rPr>
              <a:t>m</a:t>
            </a:r>
            <a:r>
              <a:rPr sz="2200" spc="5" dirty="0">
                <a:solidFill>
                  <a:schemeClr val="tx2"/>
                </a:solidFill>
                <a:latin typeface="Calibri"/>
                <a:cs typeface="Calibri"/>
              </a:rPr>
              <a:t>e</a:t>
            </a:r>
            <a:r>
              <a:rPr sz="2200" spc="-60" dirty="0">
                <a:solidFill>
                  <a:schemeClr val="tx2"/>
                </a:solidFill>
                <a:latin typeface="Calibri"/>
                <a:cs typeface="Calibri"/>
              </a:rPr>
              <a:t>n</a:t>
            </a:r>
            <a:r>
              <a:rPr sz="2200" dirty="0">
                <a:solidFill>
                  <a:schemeClr val="tx2"/>
                </a:solidFill>
                <a:latin typeface="Calibri"/>
                <a:cs typeface="Calibri"/>
              </a:rPr>
              <a:t>t</a:t>
            </a:r>
            <a:r>
              <a:rPr sz="2200" spc="-235" dirty="0">
                <a:solidFill>
                  <a:schemeClr val="tx2"/>
                </a:solidFill>
                <a:latin typeface="Calibri"/>
                <a:cs typeface="Calibri"/>
              </a:rPr>
              <a:t> </a:t>
            </a:r>
            <a:r>
              <a:rPr sz="2200" spc="40" dirty="0">
                <a:solidFill>
                  <a:schemeClr val="tx2"/>
                </a:solidFill>
                <a:latin typeface="Calibri"/>
                <a:cs typeface="Calibri"/>
              </a:rPr>
              <a:t>n</a:t>
            </a:r>
            <a:r>
              <a:rPr sz="2200" spc="35" dirty="0">
                <a:solidFill>
                  <a:schemeClr val="tx2"/>
                </a:solidFill>
                <a:latin typeface="Calibri"/>
                <a:cs typeface="Calibri"/>
              </a:rPr>
              <a:t>o</a:t>
            </a:r>
            <a:r>
              <a:rPr sz="2200" spc="40" dirty="0">
                <a:solidFill>
                  <a:schemeClr val="tx2"/>
                </a:solidFill>
                <a:latin typeface="Calibri"/>
                <a:cs typeface="Calibri"/>
              </a:rPr>
              <a:t>m</a:t>
            </a:r>
            <a:r>
              <a:rPr sz="2200" spc="-5" dirty="0">
                <a:solidFill>
                  <a:schemeClr val="tx2"/>
                </a:solidFill>
                <a:latin typeface="Calibri"/>
                <a:cs typeface="Calibri"/>
              </a:rPr>
              <a:t>i</a:t>
            </a:r>
            <a:r>
              <a:rPr sz="2200" spc="40" dirty="0">
                <a:solidFill>
                  <a:schemeClr val="tx2"/>
                </a:solidFill>
                <a:latin typeface="Calibri"/>
                <a:cs typeface="Calibri"/>
              </a:rPr>
              <a:t>n</a:t>
            </a:r>
            <a:r>
              <a:rPr sz="2200" spc="-55" dirty="0">
                <a:solidFill>
                  <a:schemeClr val="tx2"/>
                </a:solidFill>
                <a:latin typeface="Calibri"/>
                <a:cs typeface="Calibri"/>
              </a:rPr>
              <a:t>a</a:t>
            </a:r>
            <a:r>
              <a:rPr sz="2200" dirty="0">
                <a:solidFill>
                  <a:schemeClr val="tx2"/>
                </a:solidFill>
                <a:latin typeface="Calibri"/>
                <a:cs typeface="Calibri"/>
              </a:rPr>
              <a:t>l</a:t>
            </a:r>
            <a:r>
              <a:rPr sz="2200" spc="-204" dirty="0">
                <a:solidFill>
                  <a:schemeClr val="tx2"/>
                </a:solidFill>
                <a:latin typeface="Calibri"/>
                <a:cs typeface="Calibri"/>
              </a:rPr>
              <a:t> </a:t>
            </a:r>
            <a:r>
              <a:rPr sz="2200" spc="5" dirty="0">
                <a:solidFill>
                  <a:schemeClr val="tx2"/>
                </a:solidFill>
                <a:latin typeface="Calibri"/>
                <a:cs typeface="Calibri"/>
              </a:rPr>
              <a:t>e</a:t>
            </a:r>
            <a:r>
              <a:rPr sz="2200" spc="260" dirty="0">
                <a:solidFill>
                  <a:schemeClr val="tx2"/>
                </a:solidFill>
                <a:latin typeface="Calibri"/>
                <a:cs typeface="Calibri"/>
              </a:rPr>
              <a:t>t</a:t>
            </a:r>
            <a:r>
              <a:rPr sz="2200" spc="40" dirty="0">
                <a:solidFill>
                  <a:schemeClr val="tx2"/>
                </a:solidFill>
                <a:latin typeface="Calibri"/>
                <a:cs typeface="Calibri"/>
              </a:rPr>
              <a:t>d</a:t>
            </a:r>
            <a:r>
              <a:rPr sz="2200" dirty="0">
                <a:solidFill>
                  <a:schemeClr val="tx2"/>
                </a:solidFill>
                <a:latin typeface="Calibri"/>
                <a:cs typeface="Calibri"/>
              </a:rPr>
              <a:t>é</a:t>
            </a:r>
            <a:r>
              <a:rPr sz="2200" spc="-40" dirty="0">
                <a:solidFill>
                  <a:schemeClr val="tx2"/>
                </a:solidFill>
                <a:latin typeface="Calibri"/>
                <a:cs typeface="Calibri"/>
              </a:rPr>
              <a:t>g</a:t>
            </a:r>
            <a:r>
              <a:rPr sz="2200" spc="30" dirty="0">
                <a:solidFill>
                  <a:schemeClr val="tx2"/>
                </a:solidFill>
                <a:latin typeface="Calibri"/>
                <a:cs typeface="Calibri"/>
              </a:rPr>
              <a:t>r</a:t>
            </a:r>
            <a:r>
              <a:rPr sz="2200" spc="45" dirty="0">
                <a:solidFill>
                  <a:schemeClr val="tx2"/>
                </a:solidFill>
                <a:latin typeface="Calibri"/>
                <a:cs typeface="Calibri"/>
              </a:rPr>
              <a:t>a</a:t>
            </a:r>
            <a:r>
              <a:rPr sz="2200" spc="40" dirty="0">
                <a:solidFill>
                  <a:schemeClr val="tx2"/>
                </a:solidFill>
                <a:latin typeface="Calibri"/>
                <a:cs typeface="Calibri"/>
              </a:rPr>
              <a:t>dé</a:t>
            </a:r>
            <a:endParaRPr sz="2200" dirty="0">
              <a:solidFill>
                <a:schemeClr val="tx2"/>
              </a:solidFill>
              <a:latin typeface="Calibri"/>
              <a:cs typeface="Calibri"/>
            </a:endParaRPr>
          </a:p>
          <a:p>
            <a:pPr marL="685800" lvl="1" indent="-254000">
              <a:lnSpc>
                <a:spcPct val="100000"/>
              </a:lnSpc>
              <a:spcBef>
                <a:spcPts val="300"/>
              </a:spcBef>
              <a:buClr>
                <a:srgbClr val="1F497C"/>
              </a:buClr>
              <a:buFont typeface="Wingdings"/>
              <a:buChar char=""/>
              <a:tabLst>
                <a:tab pos="685800" algn="l"/>
              </a:tabLst>
            </a:pPr>
            <a:r>
              <a:rPr sz="2200" spc="-40" dirty="0">
                <a:solidFill>
                  <a:schemeClr val="tx2"/>
                </a:solidFill>
                <a:latin typeface="Calibri"/>
                <a:cs typeface="Calibri"/>
              </a:rPr>
              <a:t>P</a:t>
            </a:r>
            <a:r>
              <a:rPr sz="2200" spc="30" dirty="0">
                <a:solidFill>
                  <a:schemeClr val="tx2"/>
                </a:solidFill>
                <a:latin typeface="Calibri"/>
                <a:cs typeface="Calibri"/>
              </a:rPr>
              <a:t>r</a:t>
            </a:r>
            <a:r>
              <a:rPr sz="2200" spc="5" dirty="0">
                <a:solidFill>
                  <a:schemeClr val="tx2"/>
                </a:solidFill>
                <a:latin typeface="Calibri"/>
                <a:cs typeface="Calibri"/>
              </a:rPr>
              <a:t>é</a:t>
            </a:r>
            <a:r>
              <a:rPr sz="2200" spc="-35" dirty="0">
                <a:solidFill>
                  <a:schemeClr val="tx2"/>
                </a:solidFill>
                <a:latin typeface="Calibri"/>
                <a:cs typeface="Calibri"/>
              </a:rPr>
              <a:t>c</a:t>
            </a:r>
            <a:r>
              <a:rPr sz="2200" spc="40" dirty="0">
                <a:solidFill>
                  <a:schemeClr val="tx2"/>
                </a:solidFill>
                <a:latin typeface="Calibri"/>
                <a:cs typeface="Calibri"/>
              </a:rPr>
              <a:t>o</a:t>
            </a:r>
            <a:r>
              <a:rPr sz="2200" spc="45" dirty="0">
                <a:solidFill>
                  <a:schemeClr val="tx2"/>
                </a:solidFill>
                <a:latin typeface="Calibri"/>
                <a:cs typeface="Calibri"/>
              </a:rPr>
              <a:t>nd</a:t>
            </a:r>
            <a:r>
              <a:rPr sz="2200" spc="-10" dirty="0">
                <a:solidFill>
                  <a:schemeClr val="tx2"/>
                </a:solidFill>
                <a:latin typeface="Calibri"/>
                <a:cs typeface="Calibri"/>
              </a:rPr>
              <a:t>i</a:t>
            </a:r>
            <a:r>
              <a:rPr sz="2200" spc="-40" dirty="0">
                <a:solidFill>
                  <a:schemeClr val="tx2"/>
                </a:solidFill>
                <a:latin typeface="Calibri"/>
                <a:cs typeface="Calibri"/>
              </a:rPr>
              <a:t>t</a:t>
            </a:r>
            <a:r>
              <a:rPr sz="2200" spc="-5" dirty="0">
                <a:solidFill>
                  <a:schemeClr val="tx2"/>
                </a:solidFill>
                <a:latin typeface="Calibri"/>
                <a:cs typeface="Calibri"/>
              </a:rPr>
              <a:t>i</a:t>
            </a:r>
            <a:r>
              <a:rPr sz="2200" spc="40" dirty="0">
                <a:solidFill>
                  <a:schemeClr val="tx2"/>
                </a:solidFill>
                <a:latin typeface="Calibri"/>
                <a:cs typeface="Calibri"/>
              </a:rPr>
              <a:t>o</a:t>
            </a:r>
            <a:r>
              <a:rPr sz="2200" spc="-60" dirty="0">
                <a:solidFill>
                  <a:schemeClr val="tx2"/>
                </a:solidFill>
                <a:latin typeface="Calibri"/>
                <a:cs typeface="Calibri"/>
              </a:rPr>
              <a:t>ns</a:t>
            </a:r>
            <a:r>
              <a:rPr sz="2200" dirty="0">
                <a:solidFill>
                  <a:schemeClr val="tx2"/>
                </a:solidFill>
                <a:latin typeface="Calibri"/>
                <a:cs typeface="Calibri"/>
              </a:rPr>
              <a:t>:</a:t>
            </a:r>
            <a:r>
              <a:rPr sz="2200" spc="-195" dirty="0">
                <a:solidFill>
                  <a:schemeClr val="tx2"/>
                </a:solidFill>
                <a:latin typeface="Calibri"/>
                <a:cs typeface="Calibri"/>
              </a:rPr>
              <a:t> </a:t>
            </a:r>
            <a:r>
              <a:rPr sz="2200" spc="5" dirty="0">
                <a:solidFill>
                  <a:schemeClr val="tx2"/>
                </a:solidFill>
                <a:latin typeface="Calibri"/>
                <a:cs typeface="Calibri"/>
              </a:rPr>
              <a:t>é</a:t>
            </a:r>
            <a:r>
              <a:rPr sz="2200" spc="-40" dirty="0">
                <a:solidFill>
                  <a:schemeClr val="tx2"/>
                </a:solidFill>
                <a:latin typeface="Calibri"/>
                <a:cs typeface="Calibri"/>
              </a:rPr>
              <a:t>t</a:t>
            </a:r>
            <a:r>
              <a:rPr sz="2200" spc="45" dirty="0">
                <a:solidFill>
                  <a:schemeClr val="tx2"/>
                </a:solidFill>
                <a:latin typeface="Calibri"/>
                <a:cs typeface="Calibri"/>
              </a:rPr>
              <a:t>a</a:t>
            </a:r>
            <a:r>
              <a:rPr sz="2200" dirty="0">
                <a:solidFill>
                  <a:schemeClr val="tx2"/>
                </a:solidFill>
                <a:latin typeface="Calibri"/>
                <a:cs typeface="Calibri"/>
              </a:rPr>
              <a:t>t</a:t>
            </a:r>
            <a:r>
              <a:rPr sz="2200" spc="-235" dirty="0">
                <a:solidFill>
                  <a:schemeClr val="tx2"/>
                </a:solidFill>
                <a:latin typeface="Calibri"/>
                <a:cs typeface="Calibri"/>
              </a:rPr>
              <a:t> </a:t>
            </a:r>
            <a:r>
              <a:rPr sz="2200" spc="40" dirty="0">
                <a:solidFill>
                  <a:schemeClr val="tx2"/>
                </a:solidFill>
                <a:latin typeface="Calibri"/>
                <a:cs typeface="Calibri"/>
              </a:rPr>
              <a:t>d</a:t>
            </a:r>
            <a:r>
              <a:rPr sz="2200" dirty="0">
                <a:solidFill>
                  <a:schemeClr val="tx2"/>
                </a:solidFill>
                <a:latin typeface="Calibri"/>
                <a:cs typeface="Calibri"/>
              </a:rPr>
              <a:t>u</a:t>
            </a:r>
            <a:r>
              <a:rPr sz="2200" spc="-155" dirty="0">
                <a:solidFill>
                  <a:schemeClr val="tx2"/>
                </a:solidFill>
                <a:latin typeface="Calibri"/>
                <a:cs typeface="Calibri"/>
              </a:rPr>
              <a:t> </a:t>
            </a:r>
            <a:r>
              <a:rPr sz="2200" spc="35" dirty="0">
                <a:solidFill>
                  <a:schemeClr val="tx2"/>
                </a:solidFill>
                <a:latin typeface="Calibri"/>
                <a:cs typeface="Calibri"/>
              </a:rPr>
              <a:t>s</a:t>
            </a:r>
            <a:r>
              <a:rPr sz="2200" dirty="0">
                <a:solidFill>
                  <a:schemeClr val="tx2"/>
                </a:solidFill>
                <a:latin typeface="Calibri"/>
                <a:cs typeface="Calibri"/>
              </a:rPr>
              <a:t>y</a:t>
            </a:r>
            <a:r>
              <a:rPr sz="2200" spc="35" dirty="0">
                <a:solidFill>
                  <a:schemeClr val="tx2"/>
                </a:solidFill>
                <a:latin typeface="Calibri"/>
                <a:cs typeface="Calibri"/>
              </a:rPr>
              <a:t>s</a:t>
            </a:r>
            <a:r>
              <a:rPr sz="2200" spc="-40" dirty="0">
                <a:solidFill>
                  <a:schemeClr val="tx2"/>
                </a:solidFill>
                <a:latin typeface="Calibri"/>
                <a:cs typeface="Calibri"/>
              </a:rPr>
              <a:t>t</a:t>
            </a:r>
            <a:r>
              <a:rPr sz="2200" spc="5" dirty="0">
                <a:solidFill>
                  <a:schemeClr val="tx2"/>
                </a:solidFill>
                <a:latin typeface="Calibri"/>
                <a:cs typeface="Calibri"/>
              </a:rPr>
              <a:t>è</a:t>
            </a:r>
            <a:r>
              <a:rPr sz="2200" spc="-60" dirty="0">
                <a:solidFill>
                  <a:schemeClr val="tx2"/>
                </a:solidFill>
                <a:latin typeface="Calibri"/>
                <a:cs typeface="Calibri"/>
              </a:rPr>
              <a:t>m</a:t>
            </a:r>
            <a:r>
              <a:rPr sz="2200" dirty="0">
                <a:solidFill>
                  <a:schemeClr val="tx2"/>
                </a:solidFill>
                <a:latin typeface="Calibri"/>
                <a:cs typeface="Calibri"/>
              </a:rPr>
              <a:t>e</a:t>
            </a:r>
            <a:r>
              <a:rPr sz="2200" spc="-295" dirty="0">
                <a:solidFill>
                  <a:schemeClr val="tx2"/>
                </a:solidFill>
                <a:latin typeface="Calibri"/>
                <a:cs typeface="Calibri"/>
              </a:rPr>
              <a:t> </a:t>
            </a:r>
            <a:r>
              <a:rPr sz="2200" spc="40" dirty="0">
                <a:solidFill>
                  <a:schemeClr val="tx2"/>
                </a:solidFill>
                <a:latin typeface="Calibri"/>
                <a:cs typeface="Calibri"/>
              </a:rPr>
              <a:t>p</a:t>
            </a:r>
            <a:r>
              <a:rPr sz="2200" spc="35" dirty="0">
                <a:solidFill>
                  <a:schemeClr val="tx2"/>
                </a:solidFill>
                <a:latin typeface="Calibri"/>
                <a:cs typeface="Calibri"/>
              </a:rPr>
              <a:t>o</a:t>
            </a:r>
            <a:r>
              <a:rPr sz="2200" spc="40" dirty="0">
                <a:solidFill>
                  <a:schemeClr val="tx2"/>
                </a:solidFill>
                <a:latin typeface="Calibri"/>
                <a:cs typeface="Calibri"/>
              </a:rPr>
              <a:t>u</a:t>
            </a:r>
            <a:r>
              <a:rPr sz="2200" dirty="0">
                <a:solidFill>
                  <a:schemeClr val="tx2"/>
                </a:solidFill>
                <a:latin typeface="Calibri"/>
                <a:cs typeface="Calibri"/>
              </a:rPr>
              <a:t>r</a:t>
            </a:r>
            <a:r>
              <a:rPr sz="2200" spc="-165" dirty="0">
                <a:solidFill>
                  <a:schemeClr val="tx2"/>
                </a:solidFill>
                <a:latin typeface="Calibri"/>
                <a:cs typeface="Calibri"/>
              </a:rPr>
              <a:t> </a:t>
            </a:r>
            <a:r>
              <a:rPr sz="2200" spc="40" dirty="0">
                <a:solidFill>
                  <a:schemeClr val="tx2"/>
                </a:solidFill>
                <a:latin typeface="Calibri"/>
                <a:cs typeface="Calibri"/>
              </a:rPr>
              <a:t>d</a:t>
            </a:r>
            <a:r>
              <a:rPr sz="2200" dirty="0">
                <a:solidFill>
                  <a:schemeClr val="tx2"/>
                </a:solidFill>
                <a:latin typeface="Calibri"/>
                <a:cs typeface="Calibri"/>
              </a:rPr>
              <a:t>é</a:t>
            </a:r>
            <a:r>
              <a:rPr sz="2200" spc="-30" dirty="0">
                <a:solidFill>
                  <a:schemeClr val="tx2"/>
                </a:solidFill>
                <a:latin typeface="Calibri"/>
                <a:cs typeface="Calibri"/>
              </a:rPr>
              <a:t>c</a:t>
            </a:r>
            <a:r>
              <a:rPr sz="2200" spc="-5" dirty="0">
                <a:solidFill>
                  <a:schemeClr val="tx2"/>
                </a:solidFill>
                <a:latin typeface="Calibri"/>
                <a:cs typeface="Calibri"/>
              </a:rPr>
              <a:t>l</a:t>
            </a:r>
            <a:r>
              <a:rPr sz="2200" dirty="0">
                <a:solidFill>
                  <a:schemeClr val="tx2"/>
                </a:solidFill>
                <a:latin typeface="Calibri"/>
                <a:cs typeface="Calibri"/>
              </a:rPr>
              <a:t>e</a:t>
            </a:r>
            <a:r>
              <a:rPr sz="2200" spc="40" dirty="0">
                <a:solidFill>
                  <a:schemeClr val="tx2"/>
                </a:solidFill>
                <a:latin typeface="Calibri"/>
                <a:cs typeface="Calibri"/>
              </a:rPr>
              <a:t>n</a:t>
            </a:r>
            <a:r>
              <a:rPr sz="2200" spc="-35" dirty="0">
                <a:solidFill>
                  <a:schemeClr val="tx2"/>
                </a:solidFill>
                <a:latin typeface="Calibri"/>
                <a:cs typeface="Calibri"/>
              </a:rPr>
              <a:t>c</a:t>
            </a:r>
            <a:r>
              <a:rPr sz="2200" spc="40" dirty="0">
                <a:solidFill>
                  <a:schemeClr val="tx2"/>
                </a:solidFill>
                <a:latin typeface="Calibri"/>
                <a:cs typeface="Calibri"/>
              </a:rPr>
              <a:t>h</a:t>
            </a:r>
            <a:r>
              <a:rPr sz="2200" spc="-100" dirty="0">
                <a:solidFill>
                  <a:schemeClr val="tx2"/>
                </a:solidFill>
                <a:latin typeface="Calibri"/>
                <a:cs typeface="Calibri"/>
              </a:rPr>
              <a:t>e</a:t>
            </a:r>
            <a:r>
              <a:rPr sz="2200" dirty="0">
                <a:solidFill>
                  <a:schemeClr val="tx2"/>
                </a:solidFill>
                <a:latin typeface="Calibri"/>
                <a:cs typeface="Calibri"/>
              </a:rPr>
              <a:t>r</a:t>
            </a:r>
          </a:p>
          <a:p>
            <a:pPr marL="685800" lvl="1" indent="-254000">
              <a:lnSpc>
                <a:spcPct val="100000"/>
              </a:lnSpc>
              <a:spcBef>
                <a:spcPts val="260"/>
              </a:spcBef>
              <a:buClr>
                <a:srgbClr val="1F497C"/>
              </a:buClr>
              <a:buFont typeface="Wingdings"/>
              <a:buChar char=""/>
              <a:tabLst>
                <a:tab pos="685800" algn="l"/>
              </a:tabLst>
            </a:pPr>
            <a:r>
              <a:rPr sz="2200" spc="20" dirty="0">
                <a:solidFill>
                  <a:schemeClr val="tx2"/>
                </a:solidFill>
                <a:latin typeface="Calibri"/>
                <a:cs typeface="Calibri"/>
              </a:rPr>
              <a:t>Ensemble</a:t>
            </a:r>
            <a:r>
              <a:rPr sz="2200" spc="-195" dirty="0">
                <a:solidFill>
                  <a:schemeClr val="tx2"/>
                </a:solidFill>
                <a:latin typeface="Calibri"/>
                <a:cs typeface="Calibri"/>
              </a:rPr>
              <a:t> </a:t>
            </a:r>
            <a:r>
              <a:rPr sz="2200" spc="20" dirty="0">
                <a:solidFill>
                  <a:schemeClr val="tx2"/>
                </a:solidFill>
                <a:latin typeface="Calibri"/>
                <a:cs typeface="Calibri"/>
              </a:rPr>
              <a:t>de</a:t>
            </a:r>
            <a:r>
              <a:rPr sz="2200" spc="-190" dirty="0">
                <a:solidFill>
                  <a:schemeClr val="tx2"/>
                </a:solidFill>
                <a:latin typeface="Calibri"/>
                <a:cs typeface="Calibri"/>
              </a:rPr>
              <a:t> </a:t>
            </a:r>
            <a:r>
              <a:rPr sz="2200" spc="5" dirty="0">
                <a:solidFill>
                  <a:schemeClr val="tx2"/>
                </a:solidFill>
                <a:latin typeface="Calibri"/>
                <a:cs typeface="Calibri"/>
              </a:rPr>
              <a:t>scénarios:</a:t>
            </a:r>
            <a:r>
              <a:rPr sz="2200" spc="-195" dirty="0">
                <a:solidFill>
                  <a:schemeClr val="tx2"/>
                </a:solidFill>
                <a:latin typeface="Calibri"/>
                <a:cs typeface="Calibri"/>
              </a:rPr>
              <a:t> </a:t>
            </a:r>
            <a:r>
              <a:rPr sz="2200" spc="-45" dirty="0">
                <a:solidFill>
                  <a:schemeClr val="tx2"/>
                </a:solidFill>
                <a:latin typeface="Calibri"/>
                <a:cs typeface="Calibri"/>
              </a:rPr>
              <a:t>(cf.</a:t>
            </a:r>
            <a:r>
              <a:rPr sz="2200" spc="-150" dirty="0">
                <a:solidFill>
                  <a:schemeClr val="tx2"/>
                </a:solidFill>
                <a:latin typeface="Calibri"/>
                <a:cs typeface="Calibri"/>
              </a:rPr>
              <a:t> </a:t>
            </a:r>
            <a:r>
              <a:rPr sz="2200" spc="-5" dirty="0">
                <a:solidFill>
                  <a:schemeClr val="tx2"/>
                </a:solidFill>
                <a:latin typeface="Calibri"/>
                <a:cs typeface="Calibri"/>
              </a:rPr>
              <a:t>diagrammesd’interactions)</a:t>
            </a:r>
            <a:endParaRPr sz="2200" dirty="0">
              <a:solidFill>
                <a:schemeClr val="tx2"/>
              </a:solidFill>
              <a:latin typeface="Calibri"/>
              <a:cs typeface="Calibri"/>
            </a:endParaRPr>
          </a:p>
          <a:p>
            <a:pPr marL="1054100" lvl="2" indent="-215900">
              <a:lnSpc>
                <a:spcPct val="100000"/>
              </a:lnSpc>
              <a:spcBef>
                <a:spcPts val="260"/>
              </a:spcBef>
              <a:buClr>
                <a:srgbClr val="7E7E7E"/>
              </a:buClr>
              <a:buFont typeface="Arial MT"/>
              <a:buChar char="•"/>
              <a:tabLst>
                <a:tab pos="1053465" algn="l"/>
                <a:tab pos="1054100" algn="l"/>
              </a:tabLst>
            </a:pPr>
            <a:r>
              <a:rPr sz="1800" spc="-20" dirty="0">
                <a:solidFill>
                  <a:schemeClr val="tx2"/>
                </a:solidFill>
                <a:latin typeface="Calibri"/>
                <a:cs typeface="Calibri"/>
              </a:rPr>
              <a:t>Séquence</a:t>
            </a:r>
            <a:r>
              <a:rPr sz="1800" spc="70" dirty="0">
                <a:solidFill>
                  <a:schemeClr val="tx2"/>
                </a:solidFill>
                <a:latin typeface="Calibri"/>
                <a:cs typeface="Calibri"/>
              </a:rPr>
              <a:t> </a:t>
            </a:r>
            <a:r>
              <a:rPr sz="1800" spc="-30" dirty="0">
                <a:solidFill>
                  <a:schemeClr val="tx2"/>
                </a:solidFill>
                <a:latin typeface="Calibri"/>
                <a:cs typeface="Calibri"/>
              </a:rPr>
              <a:t>d’échanges</a:t>
            </a:r>
            <a:endParaRPr sz="1800" dirty="0">
              <a:solidFill>
                <a:schemeClr val="tx2"/>
              </a:solidFill>
              <a:latin typeface="Calibri"/>
              <a:cs typeface="Calibri"/>
            </a:endParaRPr>
          </a:p>
          <a:p>
            <a:pPr marL="1054100" lvl="2" indent="-215900">
              <a:lnSpc>
                <a:spcPct val="100000"/>
              </a:lnSpc>
              <a:spcBef>
                <a:spcPts val="140"/>
              </a:spcBef>
              <a:buClr>
                <a:srgbClr val="7E7E7E"/>
              </a:buClr>
              <a:buFont typeface="Arial MT"/>
              <a:buChar char="•"/>
              <a:tabLst>
                <a:tab pos="1053465" algn="l"/>
                <a:tab pos="1054100" algn="l"/>
              </a:tabLst>
            </a:pPr>
            <a:r>
              <a:rPr sz="1800" spc="-10" dirty="0">
                <a:solidFill>
                  <a:schemeClr val="tx2"/>
                </a:solidFill>
                <a:latin typeface="Calibri"/>
                <a:cs typeface="Calibri"/>
              </a:rPr>
              <a:t>Scénario</a:t>
            </a:r>
            <a:r>
              <a:rPr sz="1800" spc="30" dirty="0">
                <a:solidFill>
                  <a:schemeClr val="tx2"/>
                </a:solidFill>
                <a:latin typeface="Calibri"/>
                <a:cs typeface="Calibri"/>
              </a:rPr>
              <a:t> </a:t>
            </a:r>
            <a:r>
              <a:rPr sz="1800" spc="-25" dirty="0">
                <a:solidFill>
                  <a:schemeClr val="tx2"/>
                </a:solidFill>
                <a:latin typeface="Calibri"/>
                <a:cs typeface="Calibri"/>
              </a:rPr>
              <a:t>nominal</a:t>
            </a:r>
            <a:r>
              <a:rPr sz="1800" spc="70" dirty="0">
                <a:solidFill>
                  <a:schemeClr val="tx2"/>
                </a:solidFill>
                <a:latin typeface="Calibri"/>
                <a:cs typeface="Calibri"/>
              </a:rPr>
              <a:t> </a:t>
            </a:r>
            <a:r>
              <a:rPr sz="1800" spc="-15" dirty="0">
                <a:solidFill>
                  <a:schemeClr val="tx2"/>
                </a:solidFill>
                <a:latin typeface="Calibri"/>
                <a:cs typeface="Calibri"/>
              </a:rPr>
              <a:t>(sans</a:t>
            </a:r>
            <a:r>
              <a:rPr sz="1800" spc="185" dirty="0">
                <a:solidFill>
                  <a:schemeClr val="tx2"/>
                </a:solidFill>
                <a:latin typeface="Calibri"/>
                <a:cs typeface="Calibri"/>
              </a:rPr>
              <a:t> </a:t>
            </a:r>
            <a:r>
              <a:rPr sz="1800" spc="-20" dirty="0">
                <a:solidFill>
                  <a:schemeClr val="tx2"/>
                </a:solidFill>
                <a:latin typeface="Calibri"/>
                <a:cs typeface="Calibri"/>
              </a:rPr>
              <a:t>erreurs)</a:t>
            </a:r>
            <a:endParaRPr sz="1800" dirty="0">
              <a:solidFill>
                <a:schemeClr val="tx2"/>
              </a:solidFill>
              <a:latin typeface="Calibri"/>
              <a:cs typeface="Calibri"/>
            </a:endParaRPr>
          </a:p>
          <a:p>
            <a:pPr marL="1041400" lvl="2" indent="-203200">
              <a:lnSpc>
                <a:spcPct val="100000"/>
              </a:lnSpc>
              <a:spcBef>
                <a:spcPts val="240"/>
              </a:spcBef>
              <a:buClr>
                <a:srgbClr val="7E7E7E"/>
              </a:buClr>
              <a:buFont typeface="Arial MT"/>
              <a:buChar char="•"/>
              <a:tabLst>
                <a:tab pos="1041400" algn="l"/>
              </a:tabLst>
            </a:pPr>
            <a:r>
              <a:rPr sz="1800" spc="-25" dirty="0">
                <a:solidFill>
                  <a:schemeClr val="tx2"/>
                </a:solidFill>
                <a:latin typeface="Calibri"/>
                <a:cs typeface="Calibri"/>
              </a:rPr>
              <a:t>Autres</a:t>
            </a:r>
            <a:r>
              <a:rPr sz="1800" spc="65" dirty="0">
                <a:solidFill>
                  <a:schemeClr val="tx2"/>
                </a:solidFill>
                <a:latin typeface="Calibri"/>
                <a:cs typeface="Calibri"/>
              </a:rPr>
              <a:t> </a:t>
            </a:r>
            <a:r>
              <a:rPr sz="1800" spc="-10" dirty="0">
                <a:solidFill>
                  <a:schemeClr val="tx2"/>
                </a:solidFill>
                <a:latin typeface="Calibri"/>
                <a:cs typeface="Calibri"/>
              </a:rPr>
              <a:t>scénarios</a:t>
            </a:r>
            <a:r>
              <a:rPr sz="1800" spc="75" dirty="0">
                <a:solidFill>
                  <a:schemeClr val="tx2"/>
                </a:solidFill>
                <a:latin typeface="Calibri"/>
                <a:cs typeface="Calibri"/>
              </a:rPr>
              <a:t> </a:t>
            </a:r>
            <a:r>
              <a:rPr sz="1800" spc="-20" dirty="0">
                <a:solidFill>
                  <a:schemeClr val="tx2"/>
                </a:solidFill>
                <a:latin typeface="Calibri"/>
                <a:cs typeface="Calibri"/>
              </a:rPr>
              <a:t>potentiels</a:t>
            </a:r>
            <a:endParaRPr sz="1800" dirty="0">
              <a:solidFill>
                <a:schemeClr val="tx2"/>
              </a:solidFill>
              <a:latin typeface="Calibri"/>
              <a:cs typeface="Calibri"/>
            </a:endParaRPr>
          </a:p>
          <a:p>
            <a:pPr marL="685800" lvl="1" indent="-254000">
              <a:lnSpc>
                <a:spcPct val="100000"/>
              </a:lnSpc>
              <a:spcBef>
                <a:spcPts val="140"/>
              </a:spcBef>
              <a:buClr>
                <a:srgbClr val="1F497C"/>
              </a:buClr>
              <a:buFont typeface="Wingdings"/>
              <a:buChar char=""/>
              <a:tabLst>
                <a:tab pos="685800" algn="l"/>
              </a:tabLst>
            </a:pPr>
            <a:r>
              <a:rPr sz="2200" spc="-15" dirty="0">
                <a:solidFill>
                  <a:schemeClr val="tx2"/>
                </a:solidFill>
                <a:latin typeface="Calibri"/>
                <a:cs typeface="Calibri"/>
              </a:rPr>
              <a:t>Postconditions:</a:t>
            </a:r>
            <a:endParaRPr sz="2200" dirty="0">
              <a:solidFill>
                <a:schemeClr val="tx2"/>
              </a:solidFill>
              <a:latin typeface="Calibri"/>
              <a:cs typeface="Calibri"/>
            </a:endParaRPr>
          </a:p>
          <a:p>
            <a:pPr marL="1054100" lvl="2" indent="-215900">
              <a:lnSpc>
                <a:spcPct val="100000"/>
              </a:lnSpc>
              <a:spcBef>
                <a:spcPts val="260"/>
              </a:spcBef>
              <a:buClr>
                <a:srgbClr val="7E7E7E"/>
              </a:buClr>
              <a:buFont typeface="Arial MT"/>
              <a:buChar char="•"/>
              <a:tabLst>
                <a:tab pos="1053465" algn="l"/>
                <a:tab pos="1054100" algn="l"/>
              </a:tabLst>
            </a:pPr>
            <a:r>
              <a:rPr sz="1800" spc="-160" dirty="0">
                <a:solidFill>
                  <a:schemeClr val="tx2"/>
                </a:solidFill>
                <a:latin typeface="Calibri"/>
                <a:cs typeface="Calibri"/>
              </a:rPr>
              <a:t>L</a:t>
            </a:r>
            <a:r>
              <a:rPr sz="1800" spc="-254" dirty="0">
                <a:solidFill>
                  <a:schemeClr val="tx2"/>
                </a:solidFill>
                <a:latin typeface="Calibri"/>
                <a:cs typeface="Calibri"/>
              </a:rPr>
              <a:t>’</a:t>
            </a:r>
            <a:r>
              <a:rPr sz="1800" spc="-100" dirty="0">
                <a:solidFill>
                  <a:schemeClr val="tx2"/>
                </a:solidFill>
                <a:latin typeface="Calibri"/>
                <a:cs typeface="Calibri"/>
              </a:rPr>
              <a:t>é</a:t>
            </a:r>
            <a:r>
              <a:rPr sz="1800" spc="-105" dirty="0">
                <a:solidFill>
                  <a:schemeClr val="tx2"/>
                </a:solidFill>
                <a:latin typeface="Calibri"/>
                <a:cs typeface="Calibri"/>
              </a:rPr>
              <a:t>t</a:t>
            </a:r>
            <a:r>
              <a:rPr sz="1800" spc="-65" dirty="0">
                <a:solidFill>
                  <a:schemeClr val="tx2"/>
                </a:solidFill>
                <a:latin typeface="Calibri"/>
                <a:cs typeface="Calibri"/>
              </a:rPr>
              <a:t>a</a:t>
            </a:r>
            <a:r>
              <a:rPr sz="1800" dirty="0">
                <a:solidFill>
                  <a:schemeClr val="tx2"/>
                </a:solidFill>
                <a:latin typeface="Calibri"/>
                <a:cs typeface="Calibri"/>
              </a:rPr>
              <a:t>t</a:t>
            </a:r>
            <a:r>
              <a:rPr sz="1800" spc="-10" dirty="0">
                <a:solidFill>
                  <a:schemeClr val="tx2"/>
                </a:solidFill>
                <a:latin typeface="Calibri"/>
                <a:cs typeface="Calibri"/>
              </a:rPr>
              <a:t> </a:t>
            </a:r>
            <a:r>
              <a:rPr sz="1800" spc="-50" dirty="0">
                <a:solidFill>
                  <a:schemeClr val="tx2"/>
                </a:solidFill>
                <a:latin typeface="Calibri"/>
                <a:cs typeface="Calibri"/>
              </a:rPr>
              <a:t>d</a:t>
            </a:r>
            <a:r>
              <a:rPr sz="1800" dirty="0">
                <a:solidFill>
                  <a:schemeClr val="tx2"/>
                </a:solidFill>
                <a:latin typeface="Calibri"/>
                <a:cs typeface="Calibri"/>
              </a:rPr>
              <a:t>u</a:t>
            </a:r>
            <a:r>
              <a:rPr sz="1800" spc="45" dirty="0">
                <a:solidFill>
                  <a:schemeClr val="tx2"/>
                </a:solidFill>
                <a:latin typeface="Calibri"/>
                <a:cs typeface="Calibri"/>
              </a:rPr>
              <a:t> </a:t>
            </a:r>
            <a:r>
              <a:rPr sz="1800" spc="-5" dirty="0">
                <a:solidFill>
                  <a:schemeClr val="tx2"/>
                </a:solidFill>
                <a:latin typeface="Calibri"/>
                <a:cs typeface="Calibri"/>
              </a:rPr>
              <a:t>s</a:t>
            </a:r>
            <a:r>
              <a:rPr sz="1800" spc="-20" dirty="0">
                <a:solidFill>
                  <a:schemeClr val="tx2"/>
                </a:solidFill>
                <a:latin typeface="Calibri"/>
                <a:cs typeface="Calibri"/>
              </a:rPr>
              <a:t>y</a:t>
            </a:r>
            <a:r>
              <a:rPr sz="1800" spc="-5" dirty="0">
                <a:solidFill>
                  <a:schemeClr val="tx2"/>
                </a:solidFill>
                <a:latin typeface="Calibri"/>
                <a:cs typeface="Calibri"/>
              </a:rPr>
              <a:t>st</a:t>
            </a:r>
            <a:r>
              <a:rPr sz="1800" dirty="0">
                <a:solidFill>
                  <a:schemeClr val="tx2"/>
                </a:solidFill>
                <a:latin typeface="Calibri"/>
                <a:cs typeface="Calibri"/>
              </a:rPr>
              <a:t>è</a:t>
            </a:r>
            <a:r>
              <a:rPr sz="1800" spc="-40" dirty="0">
                <a:solidFill>
                  <a:schemeClr val="tx2"/>
                </a:solidFill>
                <a:latin typeface="Calibri"/>
                <a:cs typeface="Calibri"/>
              </a:rPr>
              <a:t>m</a:t>
            </a:r>
            <a:r>
              <a:rPr sz="1800" dirty="0">
                <a:solidFill>
                  <a:schemeClr val="tx2"/>
                </a:solidFill>
                <a:latin typeface="Calibri"/>
                <a:cs typeface="Calibri"/>
              </a:rPr>
              <a:t>e</a:t>
            </a:r>
            <a:r>
              <a:rPr sz="1800" spc="-100" dirty="0">
                <a:solidFill>
                  <a:schemeClr val="tx2"/>
                </a:solidFill>
                <a:latin typeface="Calibri"/>
                <a:cs typeface="Calibri"/>
              </a:rPr>
              <a:t> </a:t>
            </a:r>
            <a:r>
              <a:rPr sz="1800" dirty="0">
                <a:solidFill>
                  <a:schemeClr val="tx2"/>
                </a:solidFill>
                <a:latin typeface="Calibri"/>
                <a:cs typeface="Calibri"/>
              </a:rPr>
              <a:t>à</a:t>
            </a:r>
            <a:r>
              <a:rPr sz="1800" spc="30" dirty="0">
                <a:solidFill>
                  <a:schemeClr val="tx2"/>
                </a:solidFill>
                <a:latin typeface="Calibri"/>
                <a:cs typeface="Calibri"/>
              </a:rPr>
              <a:t> </a:t>
            </a:r>
            <a:r>
              <a:rPr sz="1800" spc="-15" dirty="0">
                <a:solidFill>
                  <a:schemeClr val="tx2"/>
                </a:solidFill>
                <a:latin typeface="Calibri"/>
                <a:cs typeface="Calibri"/>
              </a:rPr>
              <a:t>l</a:t>
            </a:r>
            <a:r>
              <a:rPr sz="1800" spc="-50" dirty="0">
                <a:solidFill>
                  <a:schemeClr val="tx2"/>
                </a:solidFill>
                <a:latin typeface="Calibri"/>
                <a:cs typeface="Calibri"/>
              </a:rPr>
              <a:t>’</a:t>
            </a:r>
            <a:r>
              <a:rPr sz="1800" spc="-15" dirty="0">
                <a:solidFill>
                  <a:schemeClr val="tx2"/>
                </a:solidFill>
                <a:latin typeface="Calibri"/>
                <a:cs typeface="Calibri"/>
              </a:rPr>
              <a:t>i</a:t>
            </a:r>
            <a:r>
              <a:rPr sz="1800" spc="-5" dirty="0">
                <a:solidFill>
                  <a:schemeClr val="tx2"/>
                </a:solidFill>
                <a:latin typeface="Calibri"/>
                <a:cs typeface="Calibri"/>
              </a:rPr>
              <a:t>ss</a:t>
            </a:r>
            <a:r>
              <a:rPr sz="1800" spc="-50" dirty="0">
                <a:solidFill>
                  <a:schemeClr val="tx2"/>
                </a:solidFill>
                <a:latin typeface="Calibri"/>
                <a:cs typeface="Calibri"/>
              </a:rPr>
              <a:t>u</a:t>
            </a:r>
            <a:r>
              <a:rPr sz="1800" dirty="0">
                <a:solidFill>
                  <a:schemeClr val="tx2"/>
                </a:solidFill>
                <a:latin typeface="Calibri"/>
                <a:cs typeface="Calibri"/>
              </a:rPr>
              <a:t>e</a:t>
            </a:r>
            <a:r>
              <a:rPr sz="1800" spc="95" dirty="0">
                <a:solidFill>
                  <a:schemeClr val="tx2"/>
                </a:solidFill>
                <a:latin typeface="Calibri"/>
                <a:cs typeface="Calibri"/>
              </a:rPr>
              <a:t> </a:t>
            </a:r>
            <a:r>
              <a:rPr sz="1800" spc="-50" dirty="0">
                <a:solidFill>
                  <a:schemeClr val="tx2"/>
                </a:solidFill>
                <a:latin typeface="Calibri"/>
                <a:cs typeface="Calibri"/>
              </a:rPr>
              <a:t>d</a:t>
            </a:r>
            <a:r>
              <a:rPr sz="1800" dirty="0">
                <a:solidFill>
                  <a:schemeClr val="tx2"/>
                </a:solidFill>
                <a:latin typeface="Calibri"/>
                <a:cs typeface="Calibri"/>
              </a:rPr>
              <a:t>es</a:t>
            </a:r>
            <a:r>
              <a:rPr sz="1800" spc="85" dirty="0">
                <a:solidFill>
                  <a:schemeClr val="tx2"/>
                </a:solidFill>
                <a:latin typeface="Calibri"/>
                <a:cs typeface="Calibri"/>
              </a:rPr>
              <a:t> </a:t>
            </a:r>
            <a:r>
              <a:rPr sz="1800" spc="-50" dirty="0">
                <a:solidFill>
                  <a:schemeClr val="tx2"/>
                </a:solidFill>
                <a:latin typeface="Calibri"/>
                <a:cs typeface="Calibri"/>
              </a:rPr>
              <a:t>d</a:t>
            </a:r>
            <a:r>
              <a:rPr sz="1800" spc="-15" dirty="0">
                <a:solidFill>
                  <a:schemeClr val="tx2"/>
                </a:solidFill>
                <a:latin typeface="Calibri"/>
                <a:cs typeface="Calibri"/>
              </a:rPr>
              <a:t>i</a:t>
            </a:r>
            <a:r>
              <a:rPr sz="1800" spc="-50" dirty="0">
                <a:solidFill>
                  <a:schemeClr val="tx2"/>
                </a:solidFill>
                <a:latin typeface="Calibri"/>
                <a:cs typeface="Calibri"/>
              </a:rPr>
              <a:t>ff</a:t>
            </a:r>
            <a:r>
              <a:rPr sz="1800" dirty="0">
                <a:solidFill>
                  <a:schemeClr val="tx2"/>
                </a:solidFill>
                <a:latin typeface="Calibri"/>
                <a:cs typeface="Calibri"/>
              </a:rPr>
              <a:t>é</a:t>
            </a:r>
            <a:r>
              <a:rPr sz="1800" spc="-30" dirty="0">
                <a:solidFill>
                  <a:schemeClr val="tx2"/>
                </a:solidFill>
                <a:latin typeface="Calibri"/>
                <a:cs typeface="Calibri"/>
              </a:rPr>
              <a:t>r</a:t>
            </a:r>
            <a:r>
              <a:rPr sz="1800" dirty="0">
                <a:solidFill>
                  <a:schemeClr val="tx2"/>
                </a:solidFill>
                <a:latin typeface="Calibri"/>
                <a:cs typeface="Calibri"/>
              </a:rPr>
              <a:t>e</a:t>
            </a:r>
            <a:r>
              <a:rPr sz="1800" spc="-50" dirty="0">
                <a:solidFill>
                  <a:schemeClr val="tx2"/>
                </a:solidFill>
                <a:latin typeface="Calibri"/>
                <a:cs typeface="Calibri"/>
              </a:rPr>
              <a:t>n</a:t>
            </a:r>
            <a:r>
              <a:rPr sz="1800" spc="-5" dirty="0">
                <a:solidFill>
                  <a:schemeClr val="tx2"/>
                </a:solidFill>
                <a:latin typeface="Calibri"/>
                <a:cs typeface="Calibri"/>
              </a:rPr>
              <a:t>t</a:t>
            </a:r>
            <a:r>
              <a:rPr sz="1800" dirty="0">
                <a:solidFill>
                  <a:schemeClr val="tx2"/>
                </a:solidFill>
                <a:latin typeface="Calibri"/>
                <a:cs typeface="Calibri"/>
              </a:rPr>
              <a:t>s</a:t>
            </a:r>
            <a:r>
              <a:rPr sz="1800" spc="190" dirty="0">
                <a:solidFill>
                  <a:schemeClr val="tx2"/>
                </a:solidFill>
                <a:latin typeface="Calibri"/>
                <a:cs typeface="Calibri"/>
              </a:rPr>
              <a:t> </a:t>
            </a:r>
            <a:r>
              <a:rPr sz="1800" spc="-5" dirty="0">
                <a:solidFill>
                  <a:schemeClr val="tx2"/>
                </a:solidFill>
                <a:latin typeface="Calibri"/>
                <a:cs typeface="Calibri"/>
              </a:rPr>
              <a:t>s</a:t>
            </a:r>
            <a:r>
              <a:rPr sz="1800" spc="35" dirty="0">
                <a:solidFill>
                  <a:schemeClr val="tx2"/>
                </a:solidFill>
                <a:latin typeface="Calibri"/>
                <a:cs typeface="Calibri"/>
              </a:rPr>
              <a:t>c</a:t>
            </a:r>
            <a:r>
              <a:rPr sz="1800" dirty="0">
                <a:solidFill>
                  <a:schemeClr val="tx2"/>
                </a:solidFill>
                <a:latin typeface="Calibri"/>
                <a:cs typeface="Calibri"/>
              </a:rPr>
              <a:t>é</a:t>
            </a:r>
            <a:r>
              <a:rPr sz="1800" spc="-50" dirty="0">
                <a:solidFill>
                  <a:schemeClr val="tx2"/>
                </a:solidFill>
                <a:latin typeface="Calibri"/>
                <a:cs typeface="Calibri"/>
              </a:rPr>
              <a:t>n</a:t>
            </a:r>
            <a:r>
              <a:rPr sz="1800" spc="35" dirty="0">
                <a:solidFill>
                  <a:schemeClr val="tx2"/>
                </a:solidFill>
                <a:latin typeface="Calibri"/>
                <a:cs typeface="Calibri"/>
              </a:rPr>
              <a:t>a</a:t>
            </a:r>
            <a:r>
              <a:rPr sz="1800" spc="-30" dirty="0">
                <a:solidFill>
                  <a:schemeClr val="tx2"/>
                </a:solidFill>
                <a:latin typeface="Calibri"/>
                <a:cs typeface="Calibri"/>
              </a:rPr>
              <a:t>r</a:t>
            </a:r>
            <a:r>
              <a:rPr sz="1800" spc="-15" dirty="0">
                <a:solidFill>
                  <a:schemeClr val="tx2"/>
                </a:solidFill>
                <a:latin typeface="Calibri"/>
                <a:cs typeface="Calibri"/>
              </a:rPr>
              <a:t>i</a:t>
            </a:r>
            <a:r>
              <a:rPr sz="1800" spc="-50" dirty="0">
                <a:solidFill>
                  <a:schemeClr val="tx2"/>
                </a:solidFill>
                <a:latin typeface="Calibri"/>
                <a:cs typeface="Calibri"/>
              </a:rPr>
              <a:t>o</a:t>
            </a:r>
            <a:r>
              <a:rPr sz="1800" dirty="0">
                <a:solidFill>
                  <a:schemeClr val="tx2"/>
                </a:solidFill>
                <a:latin typeface="Calibri"/>
                <a:cs typeface="Calibri"/>
              </a:rPr>
              <a:t>s</a:t>
            </a:r>
          </a:p>
          <a:p>
            <a:pPr marL="295910" indent="-283845">
              <a:lnSpc>
                <a:spcPct val="100000"/>
              </a:lnSpc>
              <a:spcBef>
                <a:spcPts val="340"/>
              </a:spcBef>
              <a:buClr>
                <a:srgbClr val="C00000"/>
              </a:buClr>
              <a:buSzPct val="96000"/>
              <a:buFont typeface="Wingdings"/>
              <a:buChar char=""/>
              <a:tabLst>
                <a:tab pos="296545" algn="l"/>
              </a:tabLst>
            </a:pPr>
            <a:r>
              <a:rPr sz="2500" spc="-25" dirty="0">
                <a:solidFill>
                  <a:schemeClr val="tx2"/>
                </a:solidFill>
                <a:latin typeface="Calibri"/>
                <a:cs typeface="Calibri"/>
              </a:rPr>
              <a:t>Troisième</a:t>
            </a:r>
            <a:r>
              <a:rPr sz="2500" spc="70" dirty="0">
                <a:solidFill>
                  <a:schemeClr val="tx2"/>
                </a:solidFill>
                <a:latin typeface="Calibri"/>
                <a:cs typeface="Calibri"/>
              </a:rPr>
              <a:t> </a:t>
            </a:r>
            <a:r>
              <a:rPr sz="2500" spc="-5" dirty="0">
                <a:solidFill>
                  <a:schemeClr val="tx2"/>
                </a:solidFill>
                <a:latin typeface="Calibri"/>
                <a:cs typeface="Calibri"/>
              </a:rPr>
              <a:t>partie</a:t>
            </a:r>
            <a:endParaRPr sz="2500" dirty="0">
              <a:solidFill>
                <a:schemeClr val="tx2"/>
              </a:solidFill>
              <a:latin typeface="Calibri"/>
              <a:cs typeface="Calibri"/>
            </a:endParaRPr>
          </a:p>
          <a:p>
            <a:pPr marL="685800" lvl="1" indent="-254000">
              <a:lnSpc>
                <a:spcPct val="100000"/>
              </a:lnSpc>
              <a:spcBef>
                <a:spcPts val="300"/>
              </a:spcBef>
              <a:buClr>
                <a:srgbClr val="1F497C"/>
              </a:buClr>
              <a:buFont typeface="Wingdings"/>
              <a:buChar char=""/>
              <a:tabLst>
                <a:tab pos="685800" algn="l"/>
              </a:tabLst>
            </a:pPr>
            <a:r>
              <a:rPr sz="2200" spc="-5" dirty="0">
                <a:solidFill>
                  <a:schemeClr val="tx2"/>
                </a:solidFill>
                <a:latin typeface="Calibri"/>
                <a:cs typeface="Calibri"/>
              </a:rPr>
              <a:t>Spécifications</a:t>
            </a:r>
            <a:r>
              <a:rPr sz="2200" spc="-160" dirty="0">
                <a:solidFill>
                  <a:schemeClr val="tx2"/>
                </a:solidFill>
                <a:latin typeface="Calibri"/>
                <a:cs typeface="Calibri"/>
              </a:rPr>
              <a:t> </a:t>
            </a:r>
            <a:r>
              <a:rPr sz="2200" spc="25" dirty="0">
                <a:solidFill>
                  <a:schemeClr val="tx2"/>
                </a:solidFill>
                <a:latin typeface="Calibri"/>
                <a:cs typeface="Calibri"/>
              </a:rPr>
              <a:t>non</a:t>
            </a:r>
            <a:r>
              <a:rPr sz="2200" spc="-150" dirty="0">
                <a:solidFill>
                  <a:schemeClr val="tx2"/>
                </a:solidFill>
                <a:latin typeface="Calibri"/>
                <a:cs typeface="Calibri"/>
              </a:rPr>
              <a:t> </a:t>
            </a:r>
            <a:r>
              <a:rPr sz="2200" spc="-15" dirty="0">
                <a:solidFill>
                  <a:schemeClr val="tx2"/>
                </a:solidFill>
                <a:latin typeface="Calibri"/>
                <a:cs typeface="Calibri"/>
              </a:rPr>
              <a:t>fonctionnelles</a:t>
            </a:r>
            <a:r>
              <a:rPr sz="2200" spc="-260" dirty="0">
                <a:solidFill>
                  <a:schemeClr val="tx2"/>
                </a:solidFill>
                <a:latin typeface="Calibri"/>
                <a:cs typeface="Calibri"/>
              </a:rPr>
              <a:t> </a:t>
            </a:r>
            <a:r>
              <a:rPr sz="2200" spc="5" dirty="0">
                <a:solidFill>
                  <a:schemeClr val="tx2"/>
                </a:solidFill>
                <a:latin typeface="Calibri"/>
                <a:cs typeface="Calibri"/>
              </a:rPr>
              <a:t>(coût,</a:t>
            </a:r>
            <a:r>
              <a:rPr sz="2200" spc="-245" dirty="0">
                <a:solidFill>
                  <a:schemeClr val="tx2"/>
                </a:solidFill>
                <a:latin typeface="Calibri"/>
                <a:cs typeface="Calibri"/>
              </a:rPr>
              <a:t> </a:t>
            </a:r>
            <a:r>
              <a:rPr sz="2200" spc="20" dirty="0">
                <a:solidFill>
                  <a:schemeClr val="tx2"/>
                </a:solidFill>
                <a:latin typeface="Calibri"/>
                <a:cs typeface="Calibri"/>
              </a:rPr>
              <a:t>durée</a:t>
            </a:r>
            <a:r>
              <a:rPr sz="2200" spc="-185" dirty="0">
                <a:solidFill>
                  <a:schemeClr val="tx2"/>
                </a:solidFill>
                <a:latin typeface="Calibri"/>
                <a:cs typeface="Calibri"/>
              </a:rPr>
              <a:t> </a:t>
            </a:r>
            <a:r>
              <a:rPr sz="2200" spc="10" dirty="0">
                <a:solidFill>
                  <a:schemeClr val="tx2"/>
                </a:solidFill>
                <a:latin typeface="Calibri"/>
                <a:cs typeface="Calibri"/>
              </a:rPr>
              <a:t>des</a:t>
            </a:r>
            <a:r>
              <a:rPr sz="2200" spc="-50" dirty="0">
                <a:solidFill>
                  <a:schemeClr val="tx2"/>
                </a:solidFill>
                <a:latin typeface="Calibri"/>
                <a:cs typeface="Calibri"/>
              </a:rPr>
              <a:t> </a:t>
            </a:r>
            <a:r>
              <a:rPr sz="2200" spc="5" dirty="0">
                <a:solidFill>
                  <a:schemeClr val="tx2"/>
                </a:solidFill>
                <a:latin typeface="Calibri"/>
                <a:cs typeface="Calibri"/>
              </a:rPr>
              <a:t>actions)</a:t>
            </a:r>
            <a:endParaRPr sz="2200" dirty="0">
              <a:solidFill>
                <a:schemeClr val="tx2"/>
              </a:solidFill>
              <a:latin typeface="Calibri"/>
              <a:cs typeface="Calibri"/>
            </a:endParaRPr>
          </a:p>
          <a:p>
            <a:pPr marL="685800" lvl="1" indent="-254000">
              <a:lnSpc>
                <a:spcPct val="100000"/>
              </a:lnSpc>
              <a:spcBef>
                <a:spcPts val="260"/>
              </a:spcBef>
              <a:buClr>
                <a:srgbClr val="1F497C"/>
              </a:buClr>
              <a:buFont typeface="Wingdings"/>
              <a:buChar char=""/>
              <a:tabLst>
                <a:tab pos="685800" algn="l"/>
              </a:tabLst>
            </a:pPr>
            <a:r>
              <a:rPr sz="2200" spc="45" dirty="0">
                <a:solidFill>
                  <a:schemeClr val="tx2"/>
                </a:solidFill>
                <a:latin typeface="Calibri"/>
                <a:cs typeface="Calibri"/>
              </a:rPr>
              <a:t>In</a:t>
            </a:r>
            <a:r>
              <a:rPr sz="2200" spc="-40" dirty="0">
                <a:solidFill>
                  <a:schemeClr val="tx2"/>
                </a:solidFill>
                <a:latin typeface="Calibri"/>
                <a:cs typeface="Calibri"/>
              </a:rPr>
              <a:t>t</a:t>
            </a:r>
            <a:r>
              <a:rPr sz="2200" dirty="0">
                <a:solidFill>
                  <a:schemeClr val="tx2"/>
                </a:solidFill>
                <a:latin typeface="Calibri"/>
                <a:cs typeface="Calibri"/>
              </a:rPr>
              <a:t>e</a:t>
            </a:r>
            <a:r>
              <a:rPr sz="2200" spc="30" dirty="0">
                <a:solidFill>
                  <a:schemeClr val="tx2"/>
                </a:solidFill>
                <a:latin typeface="Calibri"/>
                <a:cs typeface="Calibri"/>
              </a:rPr>
              <a:t>r</a:t>
            </a:r>
            <a:r>
              <a:rPr sz="2200" spc="25" dirty="0">
                <a:solidFill>
                  <a:schemeClr val="tx2"/>
                </a:solidFill>
                <a:latin typeface="Calibri"/>
                <a:cs typeface="Calibri"/>
              </a:rPr>
              <a:t>f</a:t>
            </a:r>
            <a:r>
              <a:rPr sz="2200" spc="-55" dirty="0">
                <a:solidFill>
                  <a:schemeClr val="tx2"/>
                </a:solidFill>
                <a:latin typeface="Calibri"/>
                <a:cs typeface="Calibri"/>
              </a:rPr>
              <a:t>a</a:t>
            </a:r>
            <a:r>
              <a:rPr sz="2200" spc="-35" dirty="0">
                <a:solidFill>
                  <a:schemeClr val="tx2"/>
                </a:solidFill>
                <a:latin typeface="Calibri"/>
                <a:cs typeface="Calibri"/>
              </a:rPr>
              <a:t>c</a:t>
            </a:r>
            <a:r>
              <a:rPr sz="2200" dirty="0">
                <a:solidFill>
                  <a:schemeClr val="tx2"/>
                </a:solidFill>
                <a:latin typeface="Calibri"/>
                <a:cs typeface="Calibri"/>
              </a:rPr>
              <a:t>e</a:t>
            </a:r>
            <a:r>
              <a:rPr sz="2200" spc="-195" dirty="0">
                <a:solidFill>
                  <a:schemeClr val="tx2"/>
                </a:solidFill>
                <a:latin typeface="Calibri"/>
                <a:cs typeface="Calibri"/>
              </a:rPr>
              <a:t> </a:t>
            </a:r>
            <a:r>
              <a:rPr sz="2200" spc="-40" dirty="0">
                <a:solidFill>
                  <a:schemeClr val="tx2"/>
                </a:solidFill>
                <a:latin typeface="Calibri"/>
                <a:cs typeface="Calibri"/>
              </a:rPr>
              <a:t>g</a:t>
            </a:r>
            <a:r>
              <a:rPr sz="2200" spc="30" dirty="0">
                <a:solidFill>
                  <a:schemeClr val="tx2"/>
                </a:solidFill>
                <a:latin typeface="Calibri"/>
                <a:cs typeface="Calibri"/>
              </a:rPr>
              <a:t>r</a:t>
            </a:r>
            <a:r>
              <a:rPr sz="2200" spc="45" dirty="0">
                <a:solidFill>
                  <a:schemeClr val="tx2"/>
                </a:solidFill>
                <a:latin typeface="Calibri"/>
                <a:cs typeface="Calibri"/>
              </a:rPr>
              <a:t>a</a:t>
            </a:r>
            <a:r>
              <a:rPr sz="2200" spc="-60" dirty="0">
                <a:solidFill>
                  <a:schemeClr val="tx2"/>
                </a:solidFill>
                <a:latin typeface="Calibri"/>
                <a:cs typeface="Calibri"/>
              </a:rPr>
              <a:t>p</a:t>
            </a:r>
            <a:r>
              <a:rPr sz="2200" spc="40" dirty="0">
                <a:solidFill>
                  <a:schemeClr val="tx2"/>
                </a:solidFill>
                <a:latin typeface="Calibri"/>
                <a:cs typeface="Calibri"/>
              </a:rPr>
              <a:t>h</a:t>
            </a:r>
            <a:r>
              <a:rPr sz="2200" spc="-110" dirty="0">
                <a:solidFill>
                  <a:schemeClr val="tx2"/>
                </a:solidFill>
                <a:latin typeface="Calibri"/>
                <a:cs typeface="Calibri"/>
              </a:rPr>
              <a:t>i</a:t>
            </a:r>
            <a:r>
              <a:rPr sz="2200" spc="40" dirty="0">
                <a:solidFill>
                  <a:schemeClr val="tx2"/>
                </a:solidFill>
                <a:latin typeface="Calibri"/>
                <a:cs typeface="Calibri"/>
              </a:rPr>
              <a:t>q</a:t>
            </a:r>
            <a:r>
              <a:rPr sz="2200" spc="-60" dirty="0">
                <a:solidFill>
                  <a:schemeClr val="tx2"/>
                </a:solidFill>
                <a:latin typeface="Calibri"/>
                <a:cs typeface="Calibri"/>
              </a:rPr>
              <a:t>u</a:t>
            </a:r>
            <a:r>
              <a:rPr sz="2200" dirty="0">
                <a:solidFill>
                  <a:schemeClr val="tx2"/>
                </a:solidFill>
                <a:latin typeface="Calibri"/>
                <a:cs typeface="Calibri"/>
              </a:rPr>
              <a:t>e</a:t>
            </a:r>
            <a:r>
              <a:rPr sz="2200" spc="-195" dirty="0">
                <a:solidFill>
                  <a:schemeClr val="tx2"/>
                </a:solidFill>
                <a:latin typeface="Calibri"/>
                <a:cs typeface="Calibri"/>
              </a:rPr>
              <a:t> </a:t>
            </a:r>
            <a:r>
              <a:rPr sz="2200" spc="30" dirty="0">
                <a:solidFill>
                  <a:schemeClr val="tx2"/>
                </a:solidFill>
                <a:latin typeface="Calibri"/>
                <a:cs typeface="Calibri"/>
              </a:rPr>
              <a:t>(</a:t>
            </a:r>
            <a:r>
              <a:rPr sz="2200" spc="40" dirty="0">
                <a:solidFill>
                  <a:schemeClr val="tx2"/>
                </a:solidFill>
                <a:latin typeface="Calibri"/>
                <a:cs typeface="Calibri"/>
              </a:rPr>
              <a:t>m</a:t>
            </a:r>
            <a:r>
              <a:rPr sz="2200" spc="45" dirty="0">
                <a:solidFill>
                  <a:schemeClr val="tx2"/>
                </a:solidFill>
                <a:latin typeface="Calibri"/>
                <a:cs typeface="Calibri"/>
              </a:rPr>
              <a:t>a</a:t>
            </a:r>
            <a:r>
              <a:rPr sz="2200" spc="-60" dirty="0">
                <a:solidFill>
                  <a:schemeClr val="tx2"/>
                </a:solidFill>
                <a:latin typeface="Calibri"/>
                <a:cs typeface="Calibri"/>
              </a:rPr>
              <a:t>qu</a:t>
            </a:r>
            <a:r>
              <a:rPr sz="2200" spc="5" dirty="0">
                <a:solidFill>
                  <a:schemeClr val="tx2"/>
                </a:solidFill>
                <a:latin typeface="Calibri"/>
                <a:cs typeface="Calibri"/>
              </a:rPr>
              <a:t>e</a:t>
            </a:r>
            <a:r>
              <a:rPr sz="2200" spc="-40" dirty="0">
                <a:solidFill>
                  <a:schemeClr val="tx2"/>
                </a:solidFill>
                <a:latin typeface="Calibri"/>
                <a:cs typeface="Calibri"/>
              </a:rPr>
              <a:t>tt</a:t>
            </a:r>
            <a:r>
              <a:rPr sz="2200" dirty="0">
                <a:solidFill>
                  <a:schemeClr val="tx2"/>
                </a:solidFill>
                <a:latin typeface="Calibri"/>
                <a:cs typeface="Calibri"/>
              </a:rPr>
              <a:t>e</a:t>
            </a:r>
            <a:r>
              <a:rPr sz="2200" spc="-295" dirty="0">
                <a:solidFill>
                  <a:schemeClr val="tx2"/>
                </a:solidFill>
                <a:latin typeface="Calibri"/>
                <a:cs typeface="Calibri"/>
              </a:rPr>
              <a:t> </a:t>
            </a:r>
            <a:r>
              <a:rPr sz="2200" spc="40" dirty="0">
                <a:solidFill>
                  <a:schemeClr val="tx2"/>
                </a:solidFill>
                <a:latin typeface="Calibri"/>
                <a:cs typeface="Calibri"/>
              </a:rPr>
              <a:t>d</a:t>
            </a:r>
            <a:r>
              <a:rPr sz="2200" dirty="0">
                <a:solidFill>
                  <a:schemeClr val="tx2"/>
                </a:solidFill>
                <a:latin typeface="Calibri"/>
                <a:cs typeface="Calibri"/>
              </a:rPr>
              <a:t>e</a:t>
            </a:r>
            <a:r>
              <a:rPr sz="2200" spc="-195" dirty="0">
                <a:solidFill>
                  <a:schemeClr val="tx2"/>
                </a:solidFill>
                <a:latin typeface="Calibri"/>
                <a:cs typeface="Calibri"/>
              </a:rPr>
              <a:t> </a:t>
            </a:r>
            <a:r>
              <a:rPr sz="2200" spc="-5" dirty="0">
                <a:solidFill>
                  <a:schemeClr val="tx2"/>
                </a:solidFill>
                <a:latin typeface="Calibri"/>
                <a:cs typeface="Calibri"/>
              </a:rPr>
              <a:t>l</a:t>
            </a:r>
            <a:r>
              <a:rPr sz="2200" spc="-50" dirty="0">
                <a:solidFill>
                  <a:schemeClr val="tx2"/>
                </a:solidFill>
                <a:latin typeface="Calibri"/>
                <a:cs typeface="Calibri"/>
              </a:rPr>
              <a:t>’</a:t>
            </a:r>
            <a:r>
              <a:rPr sz="2200" spc="45" dirty="0">
                <a:solidFill>
                  <a:schemeClr val="tx2"/>
                </a:solidFill>
                <a:latin typeface="Calibri"/>
                <a:cs typeface="Calibri"/>
              </a:rPr>
              <a:t>I</a:t>
            </a:r>
            <a:r>
              <a:rPr sz="2200" spc="25" dirty="0">
                <a:solidFill>
                  <a:schemeClr val="tx2"/>
                </a:solidFill>
                <a:latin typeface="Calibri"/>
                <a:cs typeface="Calibri"/>
              </a:rPr>
              <a:t>H</a:t>
            </a:r>
            <a:r>
              <a:rPr sz="2200" dirty="0">
                <a:solidFill>
                  <a:schemeClr val="tx2"/>
                </a:solidFill>
                <a:latin typeface="Calibri"/>
                <a:cs typeface="Calibri"/>
              </a:rPr>
              <a:t>M</a:t>
            </a:r>
            <a:r>
              <a:rPr sz="2200" spc="-80" dirty="0">
                <a:solidFill>
                  <a:schemeClr val="tx2"/>
                </a:solidFill>
                <a:latin typeface="Calibri"/>
                <a:cs typeface="Calibri"/>
              </a:rPr>
              <a:t> </a:t>
            </a:r>
            <a:r>
              <a:rPr sz="2200" spc="40" dirty="0">
                <a:solidFill>
                  <a:schemeClr val="tx2"/>
                </a:solidFill>
                <a:latin typeface="Calibri"/>
                <a:cs typeface="Calibri"/>
              </a:rPr>
              <a:t>p</a:t>
            </a:r>
            <a:r>
              <a:rPr sz="2200" spc="35" dirty="0">
                <a:solidFill>
                  <a:schemeClr val="tx2"/>
                </a:solidFill>
                <a:latin typeface="Calibri"/>
                <a:cs typeface="Calibri"/>
              </a:rPr>
              <a:t>o</a:t>
            </a:r>
            <a:r>
              <a:rPr sz="2200" spc="40" dirty="0">
                <a:solidFill>
                  <a:schemeClr val="tx2"/>
                </a:solidFill>
                <a:latin typeface="Calibri"/>
                <a:cs typeface="Calibri"/>
              </a:rPr>
              <a:t>u</a:t>
            </a:r>
            <a:r>
              <a:rPr sz="2200" dirty="0">
                <a:solidFill>
                  <a:schemeClr val="tx2"/>
                </a:solidFill>
                <a:latin typeface="Calibri"/>
                <a:cs typeface="Calibri"/>
              </a:rPr>
              <a:t>r</a:t>
            </a:r>
            <a:r>
              <a:rPr sz="2200" spc="-170" dirty="0">
                <a:solidFill>
                  <a:schemeClr val="tx2"/>
                </a:solidFill>
                <a:latin typeface="Calibri"/>
                <a:cs typeface="Calibri"/>
              </a:rPr>
              <a:t> </a:t>
            </a:r>
            <a:r>
              <a:rPr sz="2200" spc="-30" dirty="0">
                <a:solidFill>
                  <a:schemeClr val="tx2"/>
                </a:solidFill>
                <a:latin typeface="Calibri"/>
                <a:cs typeface="Calibri"/>
              </a:rPr>
              <a:t>c</a:t>
            </a:r>
            <a:r>
              <a:rPr sz="2200" spc="40" dirty="0">
                <a:solidFill>
                  <a:schemeClr val="tx2"/>
                </a:solidFill>
                <a:latin typeface="Calibri"/>
                <a:cs typeface="Calibri"/>
              </a:rPr>
              <a:t>h</a:t>
            </a:r>
            <a:r>
              <a:rPr sz="2200" spc="45" dirty="0">
                <a:solidFill>
                  <a:schemeClr val="tx2"/>
                </a:solidFill>
                <a:latin typeface="Calibri"/>
                <a:cs typeface="Calibri"/>
              </a:rPr>
              <a:t>a</a:t>
            </a:r>
            <a:r>
              <a:rPr sz="2200" spc="40" dirty="0">
                <a:solidFill>
                  <a:schemeClr val="tx2"/>
                </a:solidFill>
                <a:latin typeface="Calibri"/>
                <a:cs typeface="Calibri"/>
              </a:rPr>
              <a:t>qu</a:t>
            </a:r>
            <a:r>
              <a:rPr sz="2200" dirty="0">
                <a:solidFill>
                  <a:schemeClr val="tx2"/>
                </a:solidFill>
                <a:latin typeface="Calibri"/>
                <a:cs typeface="Calibri"/>
              </a:rPr>
              <a:t>e</a:t>
            </a:r>
            <a:r>
              <a:rPr sz="2200" spc="-195" dirty="0">
                <a:solidFill>
                  <a:schemeClr val="tx2"/>
                </a:solidFill>
                <a:latin typeface="Calibri"/>
                <a:cs typeface="Calibri"/>
              </a:rPr>
              <a:t> </a:t>
            </a:r>
            <a:r>
              <a:rPr sz="2200" spc="40" dirty="0">
                <a:solidFill>
                  <a:schemeClr val="tx2"/>
                </a:solidFill>
                <a:latin typeface="Calibri"/>
                <a:cs typeface="Calibri"/>
              </a:rPr>
              <a:t>u</a:t>
            </a:r>
            <a:r>
              <a:rPr sz="2200" spc="35" dirty="0">
                <a:solidFill>
                  <a:schemeClr val="tx2"/>
                </a:solidFill>
                <a:latin typeface="Calibri"/>
                <a:cs typeface="Calibri"/>
              </a:rPr>
              <a:t>s</a:t>
            </a:r>
            <a:r>
              <a:rPr sz="2200" dirty="0">
                <a:solidFill>
                  <a:schemeClr val="tx2"/>
                </a:solidFill>
                <a:latin typeface="Calibri"/>
                <a:cs typeface="Calibri"/>
              </a:rPr>
              <a:t>e </a:t>
            </a:r>
            <a:r>
              <a:rPr sz="2200" spc="-190" dirty="0">
                <a:solidFill>
                  <a:schemeClr val="tx2"/>
                </a:solidFill>
                <a:latin typeface="Calibri"/>
                <a:cs typeface="Calibri"/>
              </a:rPr>
              <a:t> </a:t>
            </a:r>
            <a:r>
              <a:rPr sz="2200" spc="-30" dirty="0">
                <a:solidFill>
                  <a:schemeClr val="tx2"/>
                </a:solidFill>
                <a:latin typeface="Calibri"/>
                <a:cs typeface="Calibri"/>
              </a:rPr>
              <a:t>c</a:t>
            </a:r>
            <a:r>
              <a:rPr sz="2200" spc="45" dirty="0">
                <a:solidFill>
                  <a:schemeClr val="tx2"/>
                </a:solidFill>
                <a:latin typeface="Calibri"/>
                <a:cs typeface="Calibri"/>
              </a:rPr>
              <a:t>a</a:t>
            </a:r>
            <a:r>
              <a:rPr sz="2200" spc="40" dirty="0">
                <a:solidFill>
                  <a:schemeClr val="tx2"/>
                </a:solidFill>
                <a:latin typeface="Calibri"/>
                <a:cs typeface="Calibri"/>
              </a:rPr>
              <a:t>s</a:t>
            </a:r>
            <a:r>
              <a:rPr sz="2200" dirty="0">
                <a:solidFill>
                  <a:schemeClr val="tx2"/>
                </a:solidFill>
                <a:latin typeface="Calibri"/>
                <a:cs typeface="Calibri"/>
              </a:rPr>
              <a:t>e)</a:t>
            </a:r>
          </a:p>
        </p:txBody>
      </p:sp>
    </p:spTree>
    <p:extLst>
      <p:ext uri="{BB962C8B-B14F-4D97-AF65-F5344CB8AC3E}">
        <p14:creationId xmlns:p14="http://schemas.microsoft.com/office/powerpoint/2010/main" val="10554595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43000" y="767432"/>
            <a:ext cx="9982200" cy="751488"/>
          </a:xfrm>
          <a:prstGeom prst="rect">
            <a:avLst/>
          </a:prstGeom>
        </p:spPr>
        <p:txBody>
          <a:bodyPr vert="horz" wrap="square" lIns="0" tIns="12700" rIns="0" bIns="0" rtlCol="0">
            <a:spAutoFit/>
          </a:bodyPr>
          <a:lstStyle/>
          <a:p>
            <a:pPr marL="12700">
              <a:lnSpc>
                <a:spcPct val="100000"/>
              </a:lnSpc>
              <a:spcBef>
                <a:spcPts val="100"/>
              </a:spcBef>
            </a:pPr>
            <a:r>
              <a:rPr spc="-80" dirty="0"/>
              <a:t>Comment</a:t>
            </a:r>
            <a:r>
              <a:rPr spc="110" dirty="0"/>
              <a:t> </a:t>
            </a:r>
            <a:r>
              <a:rPr spc="-75" dirty="0"/>
              <a:t>identifier</a:t>
            </a:r>
            <a:r>
              <a:rPr spc="135" dirty="0"/>
              <a:t> </a:t>
            </a:r>
            <a:r>
              <a:rPr spc="-45" dirty="0"/>
              <a:t>les</a:t>
            </a:r>
            <a:r>
              <a:rPr spc="-70" dirty="0"/>
              <a:t> </a:t>
            </a:r>
            <a:r>
              <a:rPr lang="fr-FR" spc="-70" dirty="0"/>
              <a:t>diagramme </a:t>
            </a:r>
            <a:r>
              <a:rPr spc="-45" dirty="0">
                <a:solidFill>
                  <a:schemeClr val="accent1"/>
                </a:solidFill>
              </a:rPr>
              <a:t>CUs</a:t>
            </a:r>
            <a:r>
              <a:rPr spc="-45" dirty="0"/>
              <a:t>?</a:t>
            </a:r>
          </a:p>
        </p:txBody>
      </p:sp>
      <p:sp>
        <p:nvSpPr>
          <p:cNvPr id="3" name="object 3"/>
          <p:cNvSpPr txBox="1"/>
          <p:nvPr/>
        </p:nvSpPr>
        <p:spPr>
          <a:xfrm>
            <a:off x="1345076" y="1828800"/>
            <a:ext cx="6697980" cy="4303395"/>
          </a:xfrm>
          <a:prstGeom prst="rect">
            <a:avLst/>
          </a:prstGeom>
        </p:spPr>
        <p:txBody>
          <a:bodyPr vert="horz" wrap="square" lIns="0" tIns="137160" rIns="0" bIns="0" rtlCol="0">
            <a:spAutoFit/>
          </a:bodyPr>
          <a:lstStyle/>
          <a:p>
            <a:pPr marL="284480" indent="-272415">
              <a:lnSpc>
                <a:spcPct val="100000"/>
              </a:lnSpc>
              <a:spcBef>
                <a:spcPts val="1080"/>
              </a:spcBef>
              <a:buClr>
                <a:srgbClr val="C00000"/>
              </a:buClr>
              <a:buSzPct val="95833"/>
              <a:buFont typeface="Wingdings"/>
              <a:buChar char=""/>
              <a:tabLst>
                <a:tab pos="285115" algn="l"/>
              </a:tabLst>
            </a:pPr>
            <a:r>
              <a:rPr sz="2400" spc="5" dirty="0">
                <a:solidFill>
                  <a:srgbClr val="404040"/>
                </a:solidFill>
                <a:latin typeface="Calibri"/>
                <a:cs typeface="Calibri"/>
              </a:rPr>
              <a:t>Description </a:t>
            </a:r>
            <a:r>
              <a:rPr sz="2400" spc="-5" dirty="0">
                <a:solidFill>
                  <a:srgbClr val="404040"/>
                </a:solidFill>
                <a:latin typeface="Calibri"/>
                <a:cs typeface="Calibri"/>
              </a:rPr>
              <a:t>exhaustive</a:t>
            </a:r>
            <a:r>
              <a:rPr sz="2400" spc="-235" dirty="0">
                <a:solidFill>
                  <a:srgbClr val="404040"/>
                </a:solidFill>
                <a:latin typeface="Calibri"/>
                <a:cs typeface="Calibri"/>
              </a:rPr>
              <a:t> </a:t>
            </a:r>
            <a:r>
              <a:rPr sz="2400" spc="10" dirty="0">
                <a:solidFill>
                  <a:srgbClr val="404040"/>
                </a:solidFill>
                <a:latin typeface="Calibri"/>
                <a:cs typeface="Calibri"/>
              </a:rPr>
              <a:t>des</a:t>
            </a:r>
            <a:r>
              <a:rPr sz="2400" spc="-65" dirty="0">
                <a:solidFill>
                  <a:srgbClr val="404040"/>
                </a:solidFill>
                <a:latin typeface="Calibri"/>
                <a:cs typeface="Calibri"/>
              </a:rPr>
              <a:t> </a:t>
            </a:r>
            <a:r>
              <a:rPr sz="2400" dirty="0">
                <a:solidFill>
                  <a:srgbClr val="404040"/>
                </a:solidFill>
                <a:latin typeface="Calibri"/>
                <a:cs typeface="Calibri"/>
              </a:rPr>
              <a:t>exigences</a:t>
            </a:r>
            <a:r>
              <a:rPr sz="2400" spc="-80" dirty="0">
                <a:solidFill>
                  <a:srgbClr val="404040"/>
                </a:solidFill>
                <a:latin typeface="Calibri"/>
                <a:cs typeface="Calibri"/>
              </a:rPr>
              <a:t> </a:t>
            </a:r>
            <a:r>
              <a:rPr sz="2400" dirty="0">
                <a:solidFill>
                  <a:srgbClr val="404040"/>
                </a:solidFill>
                <a:latin typeface="Calibri"/>
                <a:cs typeface="Calibri"/>
              </a:rPr>
              <a:t>fonctionnelles</a:t>
            </a:r>
            <a:endParaRPr sz="2400" dirty="0">
              <a:latin typeface="Calibri"/>
              <a:cs typeface="Calibri"/>
            </a:endParaRPr>
          </a:p>
          <a:p>
            <a:pPr marL="457200" lvl="1" indent="-279400">
              <a:lnSpc>
                <a:spcPct val="100000"/>
              </a:lnSpc>
              <a:spcBef>
                <a:spcPts val="819"/>
              </a:spcBef>
              <a:buClr>
                <a:srgbClr val="1F497C"/>
              </a:buClr>
              <a:buFont typeface="Wingdings"/>
              <a:buChar char=""/>
              <a:tabLst>
                <a:tab pos="456565" algn="l"/>
                <a:tab pos="457200" algn="l"/>
              </a:tabLst>
            </a:pPr>
            <a:r>
              <a:rPr sz="2000" spc="-20" dirty="0">
                <a:solidFill>
                  <a:srgbClr val="404040"/>
                </a:solidFill>
                <a:latin typeface="Calibri"/>
                <a:cs typeface="Calibri"/>
              </a:rPr>
              <a:t>S</a:t>
            </a:r>
            <a:r>
              <a:rPr sz="2000" dirty="0">
                <a:solidFill>
                  <a:srgbClr val="404040"/>
                </a:solidFill>
                <a:latin typeface="Calibri"/>
                <a:cs typeface="Calibri"/>
              </a:rPr>
              <a:t>e</a:t>
            </a:r>
            <a:r>
              <a:rPr sz="2000" spc="50" dirty="0">
                <a:solidFill>
                  <a:srgbClr val="404040"/>
                </a:solidFill>
                <a:latin typeface="Calibri"/>
                <a:cs typeface="Calibri"/>
              </a:rPr>
              <a:t> </a:t>
            </a:r>
            <a:r>
              <a:rPr sz="2000" spc="45" dirty="0">
                <a:solidFill>
                  <a:srgbClr val="404040"/>
                </a:solidFill>
                <a:latin typeface="Calibri"/>
                <a:cs typeface="Calibri"/>
              </a:rPr>
              <a:t>p</a:t>
            </a:r>
            <a:r>
              <a:rPr sz="2000" spc="40" dirty="0">
                <a:solidFill>
                  <a:srgbClr val="404040"/>
                </a:solidFill>
                <a:latin typeface="Calibri"/>
                <a:cs typeface="Calibri"/>
              </a:rPr>
              <a:t>la</a:t>
            </a:r>
            <a:r>
              <a:rPr sz="2000" spc="-50" dirty="0">
                <a:solidFill>
                  <a:srgbClr val="404040"/>
                </a:solidFill>
                <a:latin typeface="Calibri"/>
                <a:cs typeface="Calibri"/>
              </a:rPr>
              <a:t>c</a:t>
            </a:r>
            <a:r>
              <a:rPr sz="2000" dirty="0">
                <a:solidFill>
                  <a:srgbClr val="404040"/>
                </a:solidFill>
                <a:latin typeface="Calibri"/>
                <a:cs typeface="Calibri"/>
              </a:rPr>
              <a:t>er</a:t>
            </a:r>
            <a:r>
              <a:rPr sz="2000" spc="-150" dirty="0">
                <a:solidFill>
                  <a:srgbClr val="404040"/>
                </a:solidFill>
                <a:latin typeface="Calibri"/>
                <a:cs typeface="Calibri"/>
              </a:rPr>
              <a:t> </a:t>
            </a:r>
            <a:r>
              <a:rPr sz="2000" spc="45" dirty="0">
                <a:solidFill>
                  <a:srgbClr val="404040"/>
                </a:solidFill>
                <a:latin typeface="Calibri"/>
                <a:cs typeface="Calibri"/>
              </a:rPr>
              <a:t>d</a:t>
            </a:r>
            <a:r>
              <a:rPr sz="2000" dirty="0">
                <a:solidFill>
                  <a:srgbClr val="404040"/>
                </a:solidFill>
                <a:latin typeface="Calibri"/>
                <a:cs typeface="Calibri"/>
              </a:rPr>
              <a:t>u</a:t>
            </a:r>
            <a:r>
              <a:rPr sz="2000" spc="-5" dirty="0">
                <a:solidFill>
                  <a:srgbClr val="404040"/>
                </a:solidFill>
                <a:latin typeface="Calibri"/>
                <a:cs typeface="Calibri"/>
              </a:rPr>
              <a:t> </a:t>
            </a:r>
            <a:r>
              <a:rPr sz="2000" spc="45" dirty="0">
                <a:solidFill>
                  <a:srgbClr val="404040"/>
                </a:solidFill>
                <a:latin typeface="Calibri"/>
                <a:cs typeface="Calibri"/>
              </a:rPr>
              <a:t>po</a:t>
            </a:r>
            <a:r>
              <a:rPr sz="2000" spc="40" dirty="0">
                <a:solidFill>
                  <a:srgbClr val="404040"/>
                </a:solidFill>
                <a:latin typeface="Calibri"/>
                <a:cs typeface="Calibri"/>
              </a:rPr>
              <a:t>i</a:t>
            </a:r>
            <a:r>
              <a:rPr sz="2000" spc="45" dirty="0">
                <a:solidFill>
                  <a:srgbClr val="404040"/>
                </a:solidFill>
                <a:latin typeface="Calibri"/>
                <a:cs typeface="Calibri"/>
              </a:rPr>
              <a:t>n</a:t>
            </a:r>
            <a:r>
              <a:rPr sz="2000" dirty="0">
                <a:solidFill>
                  <a:srgbClr val="404040"/>
                </a:solidFill>
                <a:latin typeface="Calibri"/>
                <a:cs typeface="Calibri"/>
              </a:rPr>
              <a:t>t</a:t>
            </a:r>
            <a:r>
              <a:rPr sz="2000" spc="-125" dirty="0">
                <a:solidFill>
                  <a:srgbClr val="404040"/>
                </a:solidFill>
                <a:latin typeface="Calibri"/>
                <a:cs typeface="Calibri"/>
              </a:rPr>
              <a:t> </a:t>
            </a:r>
            <a:r>
              <a:rPr sz="2000" spc="45" dirty="0">
                <a:solidFill>
                  <a:srgbClr val="404040"/>
                </a:solidFill>
                <a:latin typeface="Calibri"/>
                <a:cs typeface="Calibri"/>
              </a:rPr>
              <a:t>d</a:t>
            </a:r>
            <a:r>
              <a:rPr sz="2000" dirty="0">
                <a:solidFill>
                  <a:srgbClr val="404040"/>
                </a:solidFill>
                <a:latin typeface="Calibri"/>
                <a:cs typeface="Calibri"/>
              </a:rPr>
              <a:t>e</a:t>
            </a:r>
            <a:r>
              <a:rPr sz="2000" spc="-150" dirty="0">
                <a:solidFill>
                  <a:srgbClr val="404040"/>
                </a:solidFill>
                <a:latin typeface="Calibri"/>
                <a:cs typeface="Calibri"/>
              </a:rPr>
              <a:t> </a:t>
            </a:r>
            <a:r>
              <a:rPr sz="2000" spc="-5" dirty="0">
                <a:solidFill>
                  <a:srgbClr val="404040"/>
                </a:solidFill>
                <a:latin typeface="Calibri"/>
                <a:cs typeface="Calibri"/>
              </a:rPr>
              <a:t>v</a:t>
            </a:r>
            <a:r>
              <a:rPr sz="2000" spc="50" dirty="0">
                <a:solidFill>
                  <a:srgbClr val="404040"/>
                </a:solidFill>
                <a:latin typeface="Calibri"/>
                <a:cs typeface="Calibri"/>
              </a:rPr>
              <a:t>u</a:t>
            </a:r>
            <a:r>
              <a:rPr sz="2000" dirty="0">
                <a:solidFill>
                  <a:srgbClr val="404040"/>
                </a:solidFill>
                <a:latin typeface="Calibri"/>
                <a:cs typeface="Calibri"/>
              </a:rPr>
              <a:t>e</a:t>
            </a:r>
            <a:r>
              <a:rPr sz="2000" spc="-150" dirty="0">
                <a:solidFill>
                  <a:srgbClr val="404040"/>
                </a:solidFill>
                <a:latin typeface="Calibri"/>
                <a:cs typeface="Calibri"/>
              </a:rPr>
              <a:t> </a:t>
            </a:r>
            <a:r>
              <a:rPr sz="2000" spc="45" dirty="0">
                <a:solidFill>
                  <a:srgbClr val="404040"/>
                </a:solidFill>
                <a:latin typeface="Calibri"/>
                <a:cs typeface="Calibri"/>
              </a:rPr>
              <a:t>d</a:t>
            </a:r>
            <a:r>
              <a:rPr sz="2000" dirty="0">
                <a:solidFill>
                  <a:srgbClr val="404040"/>
                </a:solidFill>
                <a:latin typeface="Calibri"/>
                <a:cs typeface="Calibri"/>
              </a:rPr>
              <a:t>e</a:t>
            </a:r>
            <a:r>
              <a:rPr sz="2000" spc="-50" dirty="0">
                <a:solidFill>
                  <a:srgbClr val="404040"/>
                </a:solidFill>
                <a:latin typeface="Calibri"/>
                <a:cs typeface="Calibri"/>
              </a:rPr>
              <a:t> c</a:t>
            </a:r>
            <a:r>
              <a:rPr sz="2000" spc="50" dirty="0">
                <a:solidFill>
                  <a:srgbClr val="404040"/>
                </a:solidFill>
                <a:latin typeface="Calibri"/>
                <a:cs typeface="Calibri"/>
              </a:rPr>
              <a:t>h</a:t>
            </a:r>
            <a:r>
              <a:rPr sz="2000" spc="40" dirty="0">
                <a:solidFill>
                  <a:srgbClr val="404040"/>
                </a:solidFill>
                <a:latin typeface="Calibri"/>
                <a:cs typeface="Calibri"/>
              </a:rPr>
              <a:t>a</a:t>
            </a:r>
            <a:r>
              <a:rPr sz="2000" spc="45" dirty="0">
                <a:solidFill>
                  <a:srgbClr val="404040"/>
                </a:solidFill>
                <a:latin typeface="Calibri"/>
                <a:cs typeface="Calibri"/>
              </a:rPr>
              <a:t>qu</a:t>
            </a:r>
            <a:r>
              <a:rPr sz="2000" dirty="0">
                <a:solidFill>
                  <a:srgbClr val="404040"/>
                </a:solidFill>
                <a:latin typeface="Calibri"/>
                <a:cs typeface="Calibri"/>
              </a:rPr>
              <a:t>e</a:t>
            </a:r>
            <a:r>
              <a:rPr sz="2000" spc="-150" dirty="0">
                <a:solidFill>
                  <a:srgbClr val="404040"/>
                </a:solidFill>
                <a:latin typeface="Calibri"/>
                <a:cs typeface="Calibri"/>
              </a:rPr>
              <a:t> </a:t>
            </a:r>
            <a:r>
              <a:rPr sz="2000" spc="40" dirty="0">
                <a:solidFill>
                  <a:srgbClr val="404040"/>
                </a:solidFill>
                <a:latin typeface="Calibri"/>
                <a:cs typeface="Calibri"/>
              </a:rPr>
              <a:t>a</a:t>
            </a:r>
            <a:r>
              <a:rPr sz="2000" spc="-50" dirty="0">
                <a:solidFill>
                  <a:srgbClr val="404040"/>
                </a:solidFill>
                <a:latin typeface="Calibri"/>
                <a:cs typeface="Calibri"/>
              </a:rPr>
              <a:t>c</a:t>
            </a:r>
            <a:r>
              <a:rPr sz="2000" spc="30" dirty="0">
                <a:solidFill>
                  <a:srgbClr val="404040"/>
                </a:solidFill>
                <a:latin typeface="Calibri"/>
                <a:cs typeface="Calibri"/>
              </a:rPr>
              <a:t>t</a:t>
            </a:r>
            <a:r>
              <a:rPr sz="2000" dirty="0">
                <a:solidFill>
                  <a:srgbClr val="404040"/>
                </a:solidFill>
                <a:latin typeface="Calibri"/>
                <a:cs typeface="Calibri"/>
              </a:rPr>
              <a:t>e</a:t>
            </a:r>
            <a:r>
              <a:rPr sz="2000" spc="45" dirty="0">
                <a:solidFill>
                  <a:srgbClr val="404040"/>
                </a:solidFill>
                <a:latin typeface="Calibri"/>
                <a:cs typeface="Calibri"/>
              </a:rPr>
              <a:t>u</a:t>
            </a:r>
            <a:r>
              <a:rPr sz="2000" dirty="0">
                <a:solidFill>
                  <a:srgbClr val="404040"/>
                </a:solidFill>
                <a:latin typeface="Calibri"/>
                <a:cs typeface="Calibri"/>
              </a:rPr>
              <a:t>r</a:t>
            </a:r>
            <a:endParaRPr sz="2000" dirty="0">
              <a:latin typeface="Calibri"/>
              <a:cs typeface="Calibri"/>
            </a:endParaRPr>
          </a:p>
          <a:p>
            <a:pPr marL="457200" lvl="1" indent="-279400">
              <a:lnSpc>
                <a:spcPct val="100000"/>
              </a:lnSpc>
              <a:spcBef>
                <a:spcPts val="800"/>
              </a:spcBef>
              <a:buClr>
                <a:srgbClr val="1F497C"/>
              </a:buClr>
              <a:buFont typeface="Wingdings"/>
              <a:buChar char=""/>
              <a:tabLst>
                <a:tab pos="456565" algn="l"/>
                <a:tab pos="457200" algn="l"/>
              </a:tabLst>
            </a:pPr>
            <a:r>
              <a:rPr sz="2000" spc="30" dirty="0">
                <a:solidFill>
                  <a:srgbClr val="404040"/>
                </a:solidFill>
                <a:latin typeface="Calibri"/>
                <a:cs typeface="Calibri"/>
              </a:rPr>
              <a:t>C</a:t>
            </a:r>
            <a:r>
              <a:rPr sz="2000" spc="45" dirty="0">
                <a:solidFill>
                  <a:srgbClr val="404040"/>
                </a:solidFill>
                <a:latin typeface="Calibri"/>
                <a:cs typeface="Calibri"/>
              </a:rPr>
              <a:t>o</a:t>
            </a:r>
            <a:r>
              <a:rPr sz="2000" dirty="0">
                <a:solidFill>
                  <a:srgbClr val="404040"/>
                </a:solidFill>
                <a:latin typeface="Calibri"/>
                <a:cs typeface="Calibri"/>
              </a:rPr>
              <a:t>mme</a:t>
            </a:r>
            <a:r>
              <a:rPr sz="2000" spc="45" dirty="0">
                <a:solidFill>
                  <a:srgbClr val="404040"/>
                </a:solidFill>
                <a:latin typeface="Calibri"/>
                <a:cs typeface="Calibri"/>
              </a:rPr>
              <a:t>n</a:t>
            </a:r>
            <a:r>
              <a:rPr sz="2000" dirty="0">
                <a:solidFill>
                  <a:srgbClr val="404040"/>
                </a:solidFill>
                <a:latin typeface="Calibri"/>
                <a:cs typeface="Calibri"/>
              </a:rPr>
              <a:t>t</a:t>
            </a:r>
            <a:r>
              <a:rPr sz="2000" spc="-125" dirty="0">
                <a:solidFill>
                  <a:srgbClr val="404040"/>
                </a:solidFill>
                <a:latin typeface="Calibri"/>
                <a:cs typeface="Calibri"/>
              </a:rPr>
              <a:t> </a:t>
            </a:r>
            <a:r>
              <a:rPr sz="2000" dirty="0">
                <a:solidFill>
                  <a:srgbClr val="404040"/>
                </a:solidFill>
                <a:latin typeface="Calibri"/>
                <a:cs typeface="Calibri"/>
              </a:rPr>
              <a:t>et</a:t>
            </a:r>
            <a:r>
              <a:rPr sz="2000" spc="-125" dirty="0">
                <a:solidFill>
                  <a:srgbClr val="404040"/>
                </a:solidFill>
                <a:latin typeface="Calibri"/>
                <a:cs typeface="Calibri"/>
              </a:rPr>
              <a:t> </a:t>
            </a:r>
            <a:r>
              <a:rPr sz="2000" spc="45" dirty="0">
                <a:solidFill>
                  <a:srgbClr val="404040"/>
                </a:solidFill>
                <a:latin typeface="Calibri"/>
                <a:cs typeface="Calibri"/>
              </a:rPr>
              <a:t>pou</a:t>
            </a:r>
            <a:r>
              <a:rPr sz="2000" dirty="0">
                <a:solidFill>
                  <a:srgbClr val="404040"/>
                </a:solidFill>
                <a:latin typeface="Calibri"/>
                <a:cs typeface="Calibri"/>
              </a:rPr>
              <a:t>r</a:t>
            </a:r>
            <a:r>
              <a:rPr sz="2000" spc="45" dirty="0">
                <a:solidFill>
                  <a:srgbClr val="404040"/>
                </a:solidFill>
                <a:latin typeface="Calibri"/>
                <a:cs typeface="Calibri"/>
              </a:rPr>
              <a:t>q</a:t>
            </a:r>
            <a:r>
              <a:rPr sz="2000" spc="-55" dirty="0">
                <a:solidFill>
                  <a:srgbClr val="404040"/>
                </a:solidFill>
                <a:latin typeface="Calibri"/>
                <a:cs typeface="Calibri"/>
              </a:rPr>
              <a:t>u</a:t>
            </a:r>
            <a:r>
              <a:rPr sz="2000" spc="45" dirty="0">
                <a:solidFill>
                  <a:srgbClr val="404040"/>
                </a:solidFill>
                <a:latin typeface="Calibri"/>
                <a:cs typeface="Calibri"/>
              </a:rPr>
              <a:t>o</a:t>
            </a:r>
            <a:r>
              <a:rPr sz="2000" spc="240" dirty="0">
                <a:solidFill>
                  <a:srgbClr val="404040"/>
                </a:solidFill>
                <a:latin typeface="Calibri"/>
                <a:cs typeface="Calibri"/>
              </a:rPr>
              <a:t>i</a:t>
            </a:r>
            <a:r>
              <a:rPr sz="2000" spc="40" dirty="0">
                <a:solidFill>
                  <a:srgbClr val="404040"/>
                </a:solidFill>
                <a:latin typeface="Calibri"/>
                <a:cs typeface="Calibri"/>
              </a:rPr>
              <a:t>i</a:t>
            </a:r>
            <a:r>
              <a:rPr sz="2000" dirty="0">
                <a:solidFill>
                  <a:srgbClr val="404040"/>
                </a:solidFill>
                <a:latin typeface="Calibri"/>
                <a:cs typeface="Calibri"/>
              </a:rPr>
              <a:t>l</a:t>
            </a:r>
            <a:r>
              <a:rPr sz="2000" spc="-114" dirty="0">
                <a:solidFill>
                  <a:srgbClr val="404040"/>
                </a:solidFill>
                <a:latin typeface="Calibri"/>
                <a:cs typeface="Calibri"/>
              </a:rPr>
              <a:t> </a:t>
            </a:r>
            <a:r>
              <a:rPr sz="2000" spc="15" dirty="0">
                <a:solidFill>
                  <a:srgbClr val="404040"/>
                </a:solidFill>
                <a:latin typeface="Calibri"/>
                <a:cs typeface="Calibri"/>
              </a:rPr>
              <a:t>s</a:t>
            </a:r>
            <a:r>
              <a:rPr sz="2000" dirty="0">
                <a:solidFill>
                  <a:srgbClr val="404040"/>
                </a:solidFill>
                <a:latin typeface="Calibri"/>
                <a:cs typeface="Calibri"/>
              </a:rPr>
              <a:t>e</a:t>
            </a:r>
            <a:r>
              <a:rPr sz="2000" spc="-50" dirty="0">
                <a:solidFill>
                  <a:srgbClr val="404040"/>
                </a:solidFill>
                <a:latin typeface="Calibri"/>
                <a:cs typeface="Calibri"/>
              </a:rPr>
              <a:t> </a:t>
            </a:r>
            <a:r>
              <a:rPr sz="2000" spc="15" dirty="0">
                <a:solidFill>
                  <a:srgbClr val="404040"/>
                </a:solidFill>
                <a:latin typeface="Calibri"/>
                <a:cs typeface="Calibri"/>
              </a:rPr>
              <a:t>s</a:t>
            </a:r>
            <a:r>
              <a:rPr sz="2000" dirty="0">
                <a:solidFill>
                  <a:srgbClr val="404040"/>
                </a:solidFill>
                <a:latin typeface="Calibri"/>
                <a:cs typeface="Calibri"/>
              </a:rPr>
              <a:t>ert</a:t>
            </a:r>
            <a:r>
              <a:rPr sz="2000" spc="-25" dirty="0">
                <a:solidFill>
                  <a:srgbClr val="404040"/>
                </a:solidFill>
                <a:latin typeface="Calibri"/>
                <a:cs typeface="Calibri"/>
              </a:rPr>
              <a:t> </a:t>
            </a:r>
            <a:r>
              <a:rPr sz="2000" spc="45" dirty="0">
                <a:solidFill>
                  <a:srgbClr val="404040"/>
                </a:solidFill>
                <a:latin typeface="Calibri"/>
                <a:cs typeface="Calibri"/>
              </a:rPr>
              <a:t>d</a:t>
            </a:r>
            <a:r>
              <a:rPr sz="2000" dirty="0">
                <a:solidFill>
                  <a:srgbClr val="404040"/>
                </a:solidFill>
                <a:latin typeface="Calibri"/>
                <a:cs typeface="Calibri"/>
              </a:rPr>
              <a:t>u</a:t>
            </a:r>
            <a:r>
              <a:rPr sz="2000" spc="-105" dirty="0">
                <a:solidFill>
                  <a:srgbClr val="404040"/>
                </a:solidFill>
                <a:latin typeface="Calibri"/>
                <a:cs typeface="Calibri"/>
              </a:rPr>
              <a:t> </a:t>
            </a:r>
            <a:r>
              <a:rPr sz="2000" spc="15" dirty="0">
                <a:solidFill>
                  <a:srgbClr val="404040"/>
                </a:solidFill>
                <a:latin typeface="Calibri"/>
                <a:cs typeface="Calibri"/>
              </a:rPr>
              <a:t>s</a:t>
            </a:r>
            <a:r>
              <a:rPr sz="2000" spc="-10" dirty="0">
                <a:solidFill>
                  <a:srgbClr val="404040"/>
                </a:solidFill>
                <a:latin typeface="Calibri"/>
                <a:cs typeface="Calibri"/>
              </a:rPr>
              <a:t>y</a:t>
            </a:r>
            <a:r>
              <a:rPr sz="2000" spc="15" dirty="0">
                <a:solidFill>
                  <a:srgbClr val="404040"/>
                </a:solidFill>
                <a:latin typeface="Calibri"/>
                <a:cs typeface="Calibri"/>
              </a:rPr>
              <a:t>s</a:t>
            </a:r>
            <a:r>
              <a:rPr sz="2000" spc="25" dirty="0">
                <a:solidFill>
                  <a:srgbClr val="404040"/>
                </a:solidFill>
                <a:latin typeface="Calibri"/>
                <a:cs typeface="Calibri"/>
              </a:rPr>
              <a:t>t</a:t>
            </a:r>
            <a:r>
              <a:rPr sz="2000" dirty="0">
                <a:solidFill>
                  <a:srgbClr val="404040"/>
                </a:solidFill>
                <a:latin typeface="Calibri"/>
                <a:cs typeface="Calibri"/>
              </a:rPr>
              <a:t>ème</a:t>
            </a:r>
            <a:endParaRPr sz="2000" dirty="0">
              <a:latin typeface="Calibri"/>
              <a:cs typeface="Calibri"/>
            </a:endParaRPr>
          </a:p>
          <a:p>
            <a:pPr marL="284480" indent="-272415">
              <a:lnSpc>
                <a:spcPct val="100000"/>
              </a:lnSpc>
              <a:spcBef>
                <a:spcPts val="800"/>
              </a:spcBef>
              <a:buClr>
                <a:srgbClr val="C00000"/>
              </a:buClr>
              <a:buSzPct val="95833"/>
              <a:buFont typeface="Wingdings"/>
              <a:buChar char=""/>
              <a:tabLst>
                <a:tab pos="285115" algn="l"/>
              </a:tabLst>
            </a:pPr>
            <a:r>
              <a:rPr sz="2400" spc="-10" dirty="0">
                <a:solidFill>
                  <a:srgbClr val="404040"/>
                </a:solidFill>
                <a:latin typeface="Calibri"/>
                <a:cs typeface="Calibri"/>
              </a:rPr>
              <a:t>B</a:t>
            </a:r>
            <a:r>
              <a:rPr sz="2400" spc="35" dirty="0">
                <a:solidFill>
                  <a:srgbClr val="404040"/>
                </a:solidFill>
                <a:latin typeface="Calibri"/>
                <a:cs typeface="Calibri"/>
              </a:rPr>
              <a:t>o</a:t>
            </a:r>
            <a:r>
              <a:rPr sz="2400" dirty="0">
                <a:solidFill>
                  <a:srgbClr val="404040"/>
                </a:solidFill>
                <a:latin typeface="Calibri"/>
                <a:cs typeface="Calibri"/>
              </a:rPr>
              <a:t>n</a:t>
            </a:r>
            <a:r>
              <a:rPr sz="2400" spc="195" dirty="0">
                <a:solidFill>
                  <a:srgbClr val="404040"/>
                </a:solidFill>
                <a:latin typeface="Calibri"/>
                <a:cs typeface="Calibri"/>
              </a:rPr>
              <a:t> </a:t>
            </a:r>
            <a:r>
              <a:rPr sz="2400" spc="35" dirty="0">
                <a:solidFill>
                  <a:srgbClr val="404040"/>
                </a:solidFill>
                <a:latin typeface="Calibri"/>
                <a:cs typeface="Calibri"/>
              </a:rPr>
              <a:t>n</a:t>
            </a:r>
            <a:r>
              <a:rPr sz="2400" spc="45" dirty="0">
                <a:solidFill>
                  <a:srgbClr val="404040"/>
                </a:solidFill>
                <a:latin typeface="Calibri"/>
                <a:cs typeface="Calibri"/>
              </a:rPr>
              <a:t>i</a:t>
            </a:r>
            <a:r>
              <a:rPr sz="2400" spc="15" dirty="0">
                <a:solidFill>
                  <a:srgbClr val="404040"/>
                </a:solidFill>
                <a:latin typeface="Calibri"/>
                <a:cs typeface="Calibri"/>
              </a:rPr>
              <a:t>v</a:t>
            </a:r>
            <a:r>
              <a:rPr sz="2400" spc="5" dirty="0">
                <a:solidFill>
                  <a:srgbClr val="404040"/>
                </a:solidFill>
                <a:latin typeface="Calibri"/>
                <a:cs typeface="Calibri"/>
              </a:rPr>
              <a:t>e</a:t>
            </a:r>
            <a:r>
              <a:rPr sz="2400" spc="-50" dirty="0">
                <a:solidFill>
                  <a:srgbClr val="404040"/>
                </a:solidFill>
                <a:latin typeface="Calibri"/>
                <a:cs typeface="Calibri"/>
              </a:rPr>
              <a:t>a</a:t>
            </a:r>
            <a:r>
              <a:rPr sz="2400" dirty="0">
                <a:solidFill>
                  <a:srgbClr val="404040"/>
                </a:solidFill>
                <a:latin typeface="Calibri"/>
                <a:cs typeface="Calibri"/>
              </a:rPr>
              <a:t>u</a:t>
            </a:r>
            <a:r>
              <a:rPr sz="2400" spc="-204" dirty="0">
                <a:solidFill>
                  <a:srgbClr val="404040"/>
                </a:solidFill>
                <a:latin typeface="Calibri"/>
                <a:cs typeface="Calibri"/>
              </a:rPr>
              <a:t> </a:t>
            </a:r>
            <a:r>
              <a:rPr sz="2400" spc="35" dirty="0">
                <a:solidFill>
                  <a:srgbClr val="404040"/>
                </a:solidFill>
                <a:latin typeface="Calibri"/>
                <a:cs typeface="Calibri"/>
              </a:rPr>
              <a:t>d</a:t>
            </a:r>
            <a:r>
              <a:rPr sz="2400" spc="-204" dirty="0">
                <a:solidFill>
                  <a:srgbClr val="404040"/>
                </a:solidFill>
                <a:latin typeface="Calibri"/>
                <a:cs typeface="Calibri"/>
              </a:rPr>
              <a:t>’</a:t>
            </a:r>
            <a:r>
              <a:rPr sz="2400" spc="-50" dirty="0">
                <a:solidFill>
                  <a:srgbClr val="404040"/>
                </a:solidFill>
                <a:latin typeface="Calibri"/>
                <a:cs typeface="Calibri"/>
              </a:rPr>
              <a:t>a</a:t>
            </a:r>
            <a:r>
              <a:rPr sz="2400" spc="35" dirty="0">
                <a:solidFill>
                  <a:srgbClr val="404040"/>
                </a:solidFill>
                <a:latin typeface="Calibri"/>
                <a:cs typeface="Calibri"/>
              </a:rPr>
              <a:t>b</a:t>
            </a:r>
            <a:r>
              <a:rPr sz="2400" spc="-45" dirty="0">
                <a:solidFill>
                  <a:srgbClr val="404040"/>
                </a:solidFill>
                <a:latin typeface="Calibri"/>
                <a:cs typeface="Calibri"/>
              </a:rPr>
              <a:t>s</a:t>
            </a:r>
            <a:r>
              <a:rPr sz="2400" spc="-5" dirty="0">
                <a:solidFill>
                  <a:srgbClr val="404040"/>
                </a:solidFill>
                <a:latin typeface="Calibri"/>
                <a:cs typeface="Calibri"/>
              </a:rPr>
              <a:t>t</a:t>
            </a:r>
            <a:r>
              <a:rPr sz="2400" spc="-40" dirty="0">
                <a:solidFill>
                  <a:srgbClr val="404040"/>
                </a:solidFill>
                <a:latin typeface="Calibri"/>
                <a:cs typeface="Calibri"/>
              </a:rPr>
              <a:t>r</a:t>
            </a:r>
            <a:r>
              <a:rPr sz="2400" spc="-50" dirty="0">
                <a:solidFill>
                  <a:srgbClr val="404040"/>
                </a:solidFill>
                <a:latin typeface="Calibri"/>
                <a:cs typeface="Calibri"/>
              </a:rPr>
              <a:t>a</a:t>
            </a:r>
            <a:r>
              <a:rPr sz="2400" spc="-15" dirty="0">
                <a:solidFill>
                  <a:srgbClr val="404040"/>
                </a:solidFill>
                <a:latin typeface="Calibri"/>
                <a:cs typeface="Calibri"/>
              </a:rPr>
              <a:t>c</a:t>
            </a:r>
            <a:r>
              <a:rPr sz="2400" spc="-5" dirty="0">
                <a:solidFill>
                  <a:srgbClr val="404040"/>
                </a:solidFill>
                <a:latin typeface="Calibri"/>
                <a:cs typeface="Calibri"/>
              </a:rPr>
              <a:t>t</a:t>
            </a:r>
            <a:r>
              <a:rPr sz="2400" spc="45" dirty="0">
                <a:solidFill>
                  <a:srgbClr val="404040"/>
                </a:solidFill>
                <a:latin typeface="Calibri"/>
                <a:cs typeface="Calibri"/>
              </a:rPr>
              <a:t>i</a:t>
            </a:r>
            <a:r>
              <a:rPr sz="2400" spc="-70" dirty="0">
                <a:solidFill>
                  <a:srgbClr val="404040"/>
                </a:solidFill>
                <a:latin typeface="Calibri"/>
                <a:cs typeface="Calibri"/>
              </a:rPr>
              <a:t>o</a:t>
            </a:r>
            <a:r>
              <a:rPr sz="2400" dirty="0">
                <a:solidFill>
                  <a:srgbClr val="404040"/>
                </a:solidFill>
                <a:latin typeface="Calibri"/>
                <a:cs typeface="Calibri"/>
              </a:rPr>
              <a:t>n</a:t>
            </a:r>
            <a:endParaRPr sz="2400" dirty="0">
              <a:latin typeface="Calibri"/>
              <a:cs typeface="Calibri"/>
            </a:endParaRPr>
          </a:p>
          <a:p>
            <a:pPr marL="469900" lvl="1" indent="-292100">
              <a:lnSpc>
                <a:spcPct val="100000"/>
              </a:lnSpc>
              <a:spcBef>
                <a:spcPts val="819"/>
              </a:spcBef>
              <a:buClr>
                <a:srgbClr val="1F497C"/>
              </a:buClr>
              <a:buFont typeface="Wingdings"/>
              <a:buChar char=""/>
              <a:tabLst>
                <a:tab pos="469265" algn="l"/>
                <a:tab pos="469900" algn="l"/>
              </a:tabLst>
            </a:pPr>
            <a:r>
              <a:rPr sz="2000" spc="5" dirty="0">
                <a:solidFill>
                  <a:srgbClr val="404040"/>
                </a:solidFill>
                <a:latin typeface="Calibri"/>
                <a:cs typeface="Calibri"/>
              </a:rPr>
              <a:t>N</a:t>
            </a:r>
            <a:r>
              <a:rPr sz="2000" dirty="0">
                <a:solidFill>
                  <a:srgbClr val="404040"/>
                </a:solidFill>
                <a:latin typeface="Calibri"/>
                <a:cs typeface="Calibri"/>
              </a:rPr>
              <a:t>i</a:t>
            </a:r>
            <a:r>
              <a:rPr sz="2000" spc="-15" dirty="0">
                <a:solidFill>
                  <a:srgbClr val="404040"/>
                </a:solidFill>
                <a:latin typeface="Calibri"/>
                <a:cs typeface="Calibri"/>
              </a:rPr>
              <a:t> </a:t>
            </a:r>
            <a:r>
              <a:rPr sz="2000" spc="30" dirty="0">
                <a:solidFill>
                  <a:srgbClr val="404040"/>
                </a:solidFill>
                <a:latin typeface="Calibri"/>
                <a:cs typeface="Calibri"/>
              </a:rPr>
              <a:t>t</a:t>
            </a:r>
            <a:r>
              <a:rPr sz="2000" dirty="0">
                <a:solidFill>
                  <a:srgbClr val="404040"/>
                </a:solidFill>
                <a:latin typeface="Calibri"/>
                <a:cs typeface="Calibri"/>
              </a:rPr>
              <a:t>r</a:t>
            </a:r>
            <a:r>
              <a:rPr sz="2000" spc="45" dirty="0">
                <a:solidFill>
                  <a:srgbClr val="404040"/>
                </a:solidFill>
                <a:latin typeface="Calibri"/>
                <a:cs typeface="Calibri"/>
              </a:rPr>
              <a:t>o</a:t>
            </a:r>
            <a:r>
              <a:rPr sz="2000" dirty="0">
                <a:solidFill>
                  <a:srgbClr val="404040"/>
                </a:solidFill>
                <a:latin typeface="Calibri"/>
                <a:cs typeface="Calibri"/>
              </a:rPr>
              <a:t>p</a:t>
            </a:r>
            <a:r>
              <a:rPr sz="2000" spc="-105" dirty="0">
                <a:solidFill>
                  <a:srgbClr val="404040"/>
                </a:solidFill>
                <a:latin typeface="Calibri"/>
                <a:cs typeface="Calibri"/>
              </a:rPr>
              <a:t> </a:t>
            </a:r>
            <a:r>
              <a:rPr sz="2000" spc="45" dirty="0">
                <a:solidFill>
                  <a:srgbClr val="404040"/>
                </a:solidFill>
                <a:latin typeface="Calibri"/>
                <a:cs typeface="Calibri"/>
              </a:rPr>
              <a:t>d</a:t>
            </a:r>
            <a:r>
              <a:rPr sz="2000" dirty="0">
                <a:solidFill>
                  <a:srgbClr val="404040"/>
                </a:solidFill>
                <a:latin typeface="Calibri"/>
                <a:cs typeface="Calibri"/>
              </a:rPr>
              <a:t>é</a:t>
            </a:r>
            <a:r>
              <a:rPr sz="2000" spc="30" dirty="0">
                <a:solidFill>
                  <a:srgbClr val="404040"/>
                </a:solidFill>
                <a:latin typeface="Calibri"/>
                <a:cs typeface="Calibri"/>
              </a:rPr>
              <a:t>t</a:t>
            </a:r>
            <a:r>
              <a:rPr sz="2000" spc="40" dirty="0">
                <a:solidFill>
                  <a:srgbClr val="404040"/>
                </a:solidFill>
                <a:latin typeface="Calibri"/>
                <a:cs typeface="Calibri"/>
              </a:rPr>
              <a:t>ai</a:t>
            </a:r>
            <a:r>
              <a:rPr sz="2000" spc="-60" dirty="0">
                <a:solidFill>
                  <a:srgbClr val="404040"/>
                </a:solidFill>
                <a:latin typeface="Calibri"/>
                <a:cs typeface="Calibri"/>
              </a:rPr>
              <a:t>l</a:t>
            </a:r>
            <a:r>
              <a:rPr sz="2000" spc="40" dirty="0">
                <a:solidFill>
                  <a:srgbClr val="404040"/>
                </a:solidFill>
                <a:latin typeface="Calibri"/>
                <a:cs typeface="Calibri"/>
              </a:rPr>
              <a:t>l</a:t>
            </a:r>
            <a:r>
              <a:rPr sz="2000" spc="5" dirty="0">
                <a:solidFill>
                  <a:srgbClr val="404040"/>
                </a:solidFill>
                <a:latin typeface="Calibri"/>
                <a:cs typeface="Calibri"/>
              </a:rPr>
              <a:t>é</a:t>
            </a:r>
            <a:r>
              <a:rPr sz="2000" dirty="0">
                <a:solidFill>
                  <a:srgbClr val="404040"/>
                </a:solidFill>
                <a:latin typeface="Calibri"/>
                <a:cs typeface="Calibri"/>
              </a:rPr>
              <a:t>,</a:t>
            </a:r>
            <a:r>
              <a:rPr sz="2000" spc="-155" dirty="0">
                <a:solidFill>
                  <a:srgbClr val="404040"/>
                </a:solidFill>
                <a:latin typeface="Calibri"/>
                <a:cs typeface="Calibri"/>
              </a:rPr>
              <a:t> </a:t>
            </a:r>
            <a:r>
              <a:rPr sz="2000" spc="45" dirty="0">
                <a:solidFill>
                  <a:srgbClr val="404040"/>
                </a:solidFill>
                <a:latin typeface="Calibri"/>
                <a:cs typeface="Calibri"/>
              </a:rPr>
              <a:t>n</a:t>
            </a:r>
            <a:r>
              <a:rPr sz="2000" dirty="0">
                <a:solidFill>
                  <a:srgbClr val="404040"/>
                </a:solidFill>
                <a:latin typeface="Calibri"/>
                <a:cs typeface="Calibri"/>
              </a:rPr>
              <a:t>i</a:t>
            </a:r>
            <a:r>
              <a:rPr sz="2000" spc="-114" dirty="0">
                <a:solidFill>
                  <a:srgbClr val="404040"/>
                </a:solidFill>
                <a:latin typeface="Calibri"/>
                <a:cs typeface="Calibri"/>
              </a:rPr>
              <a:t> </a:t>
            </a:r>
            <a:r>
              <a:rPr sz="2000" spc="30" dirty="0">
                <a:solidFill>
                  <a:srgbClr val="404040"/>
                </a:solidFill>
                <a:latin typeface="Calibri"/>
                <a:cs typeface="Calibri"/>
              </a:rPr>
              <a:t>t</a:t>
            </a:r>
            <a:r>
              <a:rPr sz="2000" dirty="0">
                <a:solidFill>
                  <a:srgbClr val="404040"/>
                </a:solidFill>
                <a:latin typeface="Calibri"/>
                <a:cs typeface="Calibri"/>
              </a:rPr>
              <a:t>r</a:t>
            </a:r>
            <a:r>
              <a:rPr sz="2000" spc="45" dirty="0">
                <a:solidFill>
                  <a:srgbClr val="404040"/>
                </a:solidFill>
                <a:latin typeface="Calibri"/>
                <a:cs typeface="Calibri"/>
              </a:rPr>
              <a:t>o</a:t>
            </a:r>
            <a:r>
              <a:rPr sz="2000" dirty="0">
                <a:solidFill>
                  <a:srgbClr val="404040"/>
                </a:solidFill>
                <a:latin typeface="Calibri"/>
                <a:cs typeface="Calibri"/>
              </a:rPr>
              <a:t>p</a:t>
            </a:r>
            <a:r>
              <a:rPr sz="2000" spc="-204" dirty="0">
                <a:solidFill>
                  <a:srgbClr val="404040"/>
                </a:solidFill>
                <a:latin typeface="Calibri"/>
                <a:cs typeface="Calibri"/>
              </a:rPr>
              <a:t> </a:t>
            </a:r>
            <a:r>
              <a:rPr sz="2000" spc="-45" dirty="0">
                <a:solidFill>
                  <a:srgbClr val="404040"/>
                </a:solidFill>
                <a:latin typeface="Calibri"/>
                <a:cs typeface="Calibri"/>
              </a:rPr>
              <a:t>g</a:t>
            </a:r>
            <a:r>
              <a:rPr sz="2000" dirty="0">
                <a:solidFill>
                  <a:srgbClr val="404040"/>
                </a:solidFill>
                <a:latin typeface="Calibri"/>
                <a:cs typeface="Calibri"/>
              </a:rPr>
              <a:t>r</a:t>
            </a:r>
            <a:r>
              <a:rPr sz="2000" spc="45" dirty="0">
                <a:solidFill>
                  <a:srgbClr val="404040"/>
                </a:solidFill>
                <a:latin typeface="Calibri"/>
                <a:cs typeface="Calibri"/>
              </a:rPr>
              <a:t>o</a:t>
            </a:r>
            <a:r>
              <a:rPr sz="2000" spc="15" dirty="0">
                <a:solidFill>
                  <a:srgbClr val="404040"/>
                </a:solidFill>
                <a:latin typeface="Calibri"/>
                <a:cs typeface="Calibri"/>
              </a:rPr>
              <a:t>ss</a:t>
            </a:r>
            <a:r>
              <a:rPr sz="2000" spc="40" dirty="0">
                <a:solidFill>
                  <a:srgbClr val="404040"/>
                </a:solidFill>
                <a:latin typeface="Calibri"/>
                <a:cs typeface="Calibri"/>
              </a:rPr>
              <a:t>i</a:t>
            </a:r>
            <a:r>
              <a:rPr sz="2000" dirty="0">
                <a:solidFill>
                  <a:srgbClr val="404040"/>
                </a:solidFill>
                <a:latin typeface="Calibri"/>
                <a:cs typeface="Calibri"/>
              </a:rPr>
              <a:t>er</a:t>
            </a:r>
            <a:endParaRPr sz="2000" dirty="0">
              <a:latin typeface="Calibri"/>
              <a:cs typeface="Calibri"/>
            </a:endParaRPr>
          </a:p>
          <a:p>
            <a:pPr marL="284480" indent="-272415">
              <a:lnSpc>
                <a:spcPct val="100000"/>
              </a:lnSpc>
              <a:spcBef>
                <a:spcPts val="900"/>
              </a:spcBef>
              <a:buClr>
                <a:srgbClr val="C00000"/>
              </a:buClr>
              <a:buSzPct val="95833"/>
              <a:buFont typeface="Wingdings"/>
              <a:buChar char=""/>
              <a:tabLst>
                <a:tab pos="285115" algn="l"/>
              </a:tabLst>
            </a:pPr>
            <a:r>
              <a:rPr sz="2400" dirty="0">
                <a:solidFill>
                  <a:srgbClr val="404040"/>
                </a:solidFill>
                <a:latin typeface="Calibri"/>
                <a:cs typeface="Calibri"/>
              </a:rPr>
              <a:t>Règle</a:t>
            </a:r>
            <a:r>
              <a:rPr sz="2400" spc="35" dirty="0">
                <a:solidFill>
                  <a:srgbClr val="404040"/>
                </a:solidFill>
                <a:latin typeface="Calibri"/>
                <a:cs typeface="Calibri"/>
              </a:rPr>
              <a:t> </a:t>
            </a:r>
            <a:r>
              <a:rPr sz="2400" spc="15" dirty="0">
                <a:solidFill>
                  <a:srgbClr val="404040"/>
                </a:solidFill>
                <a:latin typeface="Calibri"/>
                <a:cs typeface="Calibri"/>
              </a:rPr>
              <a:t>de</a:t>
            </a:r>
            <a:r>
              <a:rPr sz="2400" spc="-60" dirty="0">
                <a:solidFill>
                  <a:srgbClr val="404040"/>
                </a:solidFill>
                <a:latin typeface="Calibri"/>
                <a:cs typeface="Calibri"/>
              </a:rPr>
              <a:t> </a:t>
            </a:r>
            <a:r>
              <a:rPr sz="2400" spc="-10" dirty="0">
                <a:solidFill>
                  <a:srgbClr val="404040"/>
                </a:solidFill>
                <a:latin typeface="Calibri"/>
                <a:cs typeface="Calibri"/>
              </a:rPr>
              <a:t>nommage</a:t>
            </a:r>
            <a:endParaRPr sz="2400" dirty="0">
              <a:latin typeface="Calibri"/>
              <a:cs typeface="Calibri"/>
            </a:endParaRPr>
          </a:p>
          <a:p>
            <a:pPr marL="469900" lvl="1" indent="-292100">
              <a:lnSpc>
                <a:spcPct val="100000"/>
              </a:lnSpc>
              <a:spcBef>
                <a:spcPts val="819"/>
              </a:spcBef>
              <a:buClr>
                <a:srgbClr val="1F497C"/>
              </a:buClr>
              <a:buFont typeface="Wingdings"/>
              <a:buChar char=""/>
              <a:tabLst>
                <a:tab pos="469265" algn="l"/>
                <a:tab pos="469900" algn="l"/>
              </a:tabLst>
            </a:pPr>
            <a:r>
              <a:rPr sz="2000" spc="-135" dirty="0">
                <a:solidFill>
                  <a:srgbClr val="404040"/>
                </a:solidFill>
                <a:latin typeface="Calibri"/>
                <a:cs typeface="Calibri"/>
              </a:rPr>
              <a:t>V</a:t>
            </a:r>
            <a:r>
              <a:rPr sz="2000" dirty="0">
                <a:solidFill>
                  <a:srgbClr val="404040"/>
                </a:solidFill>
                <a:latin typeface="Calibri"/>
                <a:cs typeface="Calibri"/>
              </a:rPr>
              <a:t>er</a:t>
            </a:r>
            <a:r>
              <a:rPr sz="2000" spc="45" dirty="0">
                <a:solidFill>
                  <a:srgbClr val="404040"/>
                </a:solidFill>
                <a:latin typeface="Calibri"/>
                <a:cs typeface="Calibri"/>
              </a:rPr>
              <a:t>b</a:t>
            </a:r>
            <a:r>
              <a:rPr sz="2000" dirty="0">
                <a:solidFill>
                  <a:srgbClr val="404040"/>
                </a:solidFill>
                <a:latin typeface="Calibri"/>
                <a:cs typeface="Calibri"/>
              </a:rPr>
              <a:t>e</a:t>
            </a:r>
            <a:r>
              <a:rPr sz="2000" spc="-150" dirty="0">
                <a:solidFill>
                  <a:srgbClr val="404040"/>
                </a:solidFill>
                <a:latin typeface="Calibri"/>
                <a:cs typeface="Calibri"/>
              </a:rPr>
              <a:t> </a:t>
            </a:r>
            <a:r>
              <a:rPr sz="2000" dirty="0">
                <a:solidFill>
                  <a:srgbClr val="404040"/>
                </a:solidFill>
                <a:latin typeface="Calibri"/>
                <a:cs typeface="Calibri"/>
              </a:rPr>
              <a:t>à</a:t>
            </a:r>
            <a:r>
              <a:rPr sz="2000" spc="-15" dirty="0">
                <a:solidFill>
                  <a:srgbClr val="404040"/>
                </a:solidFill>
                <a:latin typeface="Calibri"/>
                <a:cs typeface="Calibri"/>
              </a:rPr>
              <a:t> </a:t>
            </a:r>
            <a:r>
              <a:rPr sz="2000" spc="40" dirty="0">
                <a:solidFill>
                  <a:srgbClr val="404040"/>
                </a:solidFill>
                <a:latin typeface="Calibri"/>
                <a:cs typeface="Calibri"/>
              </a:rPr>
              <a:t>l</a:t>
            </a:r>
            <a:r>
              <a:rPr sz="2000" dirty="0">
                <a:solidFill>
                  <a:srgbClr val="404040"/>
                </a:solidFill>
                <a:latin typeface="Calibri"/>
                <a:cs typeface="Calibri"/>
              </a:rPr>
              <a:t>’</a:t>
            </a:r>
            <a:r>
              <a:rPr sz="2000" spc="40" dirty="0">
                <a:solidFill>
                  <a:srgbClr val="404040"/>
                </a:solidFill>
                <a:latin typeface="Calibri"/>
                <a:cs typeface="Calibri"/>
              </a:rPr>
              <a:t>i</a:t>
            </a:r>
            <a:r>
              <a:rPr sz="2000" spc="45" dirty="0">
                <a:solidFill>
                  <a:srgbClr val="404040"/>
                </a:solidFill>
                <a:latin typeface="Calibri"/>
                <a:cs typeface="Calibri"/>
              </a:rPr>
              <a:t>n</a:t>
            </a:r>
            <a:r>
              <a:rPr sz="2000" spc="-15" dirty="0">
                <a:solidFill>
                  <a:srgbClr val="404040"/>
                </a:solidFill>
                <a:latin typeface="Calibri"/>
                <a:cs typeface="Calibri"/>
              </a:rPr>
              <a:t>f</a:t>
            </a:r>
            <a:r>
              <a:rPr sz="2000" spc="40" dirty="0">
                <a:solidFill>
                  <a:srgbClr val="404040"/>
                </a:solidFill>
                <a:latin typeface="Calibri"/>
                <a:cs typeface="Calibri"/>
              </a:rPr>
              <a:t>i</a:t>
            </a:r>
            <a:r>
              <a:rPr sz="2000" spc="45" dirty="0">
                <a:solidFill>
                  <a:srgbClr val="404040"/>
                </a:solidFill>
                <a:latin typeface="Calibri"/>
                <a:cs typeface="Calibri"/>
              </a:rPr>
              <a:t>n</a:t>
            </a:r>
            <a:r>
              <a:rPr sz="2000" spc="40" dirty="0">
                <a:solidFill>
                  <a:srgbClr val="404040"/>
                </a:solidFill>
                <a:latin typeface="Calibri"/>
                <a:cs typeface="Calibri"/>
              </a:rPr>
              <a:t>i</a:t>
            </a:r>
            <a:r>
              <a:rPr sz="2000" spc="30" dirty="0">
                <a:solidFill>
                  <a:srgbClr val="404040"/>
                </a:solidFill>
                <a:latin typeface="Calibri"/>
                <a:cs typeface="Calibri"/>
              </a:rPr>
              <a:t>t</a:t>
            </a:r>
            <a:r>
              <a:rPr sz="2000" spc="-60" dirty="0">
                <a:solidFill>
                  <a:srgbClr val="404040"/>
                </a:solidFill>
                <a:latin typeface="Calibri"/>
                <a:cs typeface="Calibri"/>
              </a:rPr>
              <a:t>i</a:t>
            </a:r>
            <a:r>
              <a:rPr sz="2000" dirty="0">
                <a:solidFill>
                  <a:srgbClr val="404040"/>
                </a:solidFill>
                <a:latin typeface="Calibri"/>
                <a:cs typeface="Calibri"/>
              </a:rPr>
              <a:t>f</a:t>
            </a:r>
            <a:r>
              <a:rPr sz="2000" spc="-165" dirty="0">
                <a:solidFill>
                  <a:srgbClr val="404040"/>
                </a:solidFill>
                <a:latin typeface="Calibri"/>
                <a:cs typeface="Calibri"/>
              </a:rPr>
              <a:t> </a:t>
            </a:r>
            <a:r>
              <a:rPr sz="2000" dirty="0">
                <a:solidFill>
                  <a:srgbClr val="404040"/>
                </a:solidFill>
                <a:latin typeface="Calibri"/>
                <a:cs typeface="Calibri"/>
              </a:rPr>
              <a:t>+</a:t>
            </a:r>
            <a:r>
              <a:rPr sz="2000" spc="-50" dirty="0">
                <a:solidFill>
                  <a:srgbClr val="404040"/>
                </a:solidFill>
                <a:latin typeface="Calibri"/>
                <a:cs typeface="Calibri"/>
              </a:rPr>
              <a:t> c</a:t>
            </a:r>
            <a:r>
              <a:rPr sz="2000" spc="45" dirty="0">
                <a:solidFill>
                  <a:srgbClr val="404040"/>
                </a:solidFill>
                <a:latin typeface="Calibri"/>
                <a:cs typeface="Calibri"/>
              </a:rPr>
              <a:t>o</a:t>
            </a:r>
            <a:r>
              <a:rPr sz="2000" dirty="0">
                <a:solidFill>
                  <a:srgbClr val="404040"/>
                </a:solidFill>
                <a:latin typeface="Calibri"/>
                <a:cs typeface="Calibri"/>
              </a:rPr>
              <a:t>m</a:t>
            </a:r>
            <a:r>
              <a:rPr sz="2000" spc="45" dirty="0">
                <a:solidFill>
                  <a:srgbClr val="404040"/>
                </a:solidFill>
                <a:latin typeface="Calibri"/>
                <a:cs typeface="Calibri"/>
              </a:rPr>
              <a:t>p</a:t>
            </a:r>
            <a:r>
              <a:rPr sz="2000" spc="40" dirty="0">
                <a:solidFill>
                  <a:srgbClr val="404040"/>
                </a:solidFill>
                <a:latin typeface="Calibri"/>
                <a:cs typeface="Calibri"/>
              </a:rPr>
              <a:t>l</a:t>
            </a:r>
            <a:r>
              <a:rPr sz="2000" dirty="0">
                <a:solidFill>
                  <a:srgbClr val="404040"/>
                </a:solidFill>
                <a:latin typeface="Calibri"/>
                <a:cs typeface="Calibri"/>
              </a:rPr>
              <a:t>éme</a:t>
            </a:r>
            <a:r>
              <a:rPr sz="2000" spc="45" dirty="0">
                <a:solidFill>
                  <a:srgbClr val="404040"/>
                </a:solidFill>
                <a:latin typeface="Calibri"/>
                <a:cs typeface="Calibri"/>
              </a:rPr>
              <a:t>n</a:t>
            </a:r>
            <a:r>
              <a:rPr sz="2000" dirty="0">
                <a:solidFill>
                  <a:srgbClr val="404040"/>
                </a:solidFill>
                <a:latin typeface="Calibri"/>
                <a:cs typeface="Calibri"/>
              </a:rPr>
              <a:t>t</a:t>
            </a:r>
            <a:endParaRPr sz="2000" dirty="0">
              <a:latin typeface="Calibri"/>
              <a:cs typeface="Calibri"/>
            </a:endParaRPr>
          </a:p>
          <a:p>
            <a:pPr marL="762000" lvl="2" indent="-292100">
              <a:lnSpc>
                <a:spcPct val="100000"/>
              </a:lnSpc>
              <a:spcBef>
                <a:spcPts val="800"/>
              </a:spcBef>
              <a:buClr>
                <a:srgbClr val="1F497C"/>
              </a:buClr>
              <a:buFont typeface="Wingdings"/>
              <a:buChar char=""/>
              <a:tabLst>
                <a:tab pos="761365" algn="l"/>
                <a:tab pos="762000" algn="l"/>
              </a:tabLst>
            </a:pPr>
            <a:r>
              <a:rPr sz="1800" spc="20" dirty="0">
                <a:solidFill>
                  <a:srgbClr val="404040"/>
                </a:solidFill>
                <a:latin typeface="Calibri"/>
                <a:cs typeface="Calibri"/>
              </a:rPr>
              <a:t>R</a:t>
            </a:r>
            <a:r>
              <a:rPr sz="1800" dirty="0">
                <a:solidFill>
                  <a:srgbClr val="404040"/>
                </a:solidFill>
                <a:latin typeface="Calibri"/>
                <a:cs typeface="Calibri"/>
              </a:rPr>
              <a:t>e</a:t>
            </a:r>
            <a:r>
              <a:rPr sz="1800" spc="-5" dirty="0">
                <a:solidFill>
                  <a:srgbClr val="404040"/>
                </a:solidFill>
                <a:latin typeface="Calibri"/>
                <a:cs typeface="Calibri"/>
              </a:rPr>
              <a:t>t</a:t>
            </a:r>
            <a:r>
              <a:rPr sz="1800" spc="-15" dirty="0">
                <a:solidFill>
                  <a:srgbClr val="404040"/>
                </a:solidFill>
                <a:latin typeface="Calibri"/>
                <a:cs typeface="Calibri"/>
              </a:rPr>
              <a:t>i</a:t>
            </a:r>
            <a:r>
              <a:rPr sz="1800" spc="-30" dirty="0">
                <a:solidFill>
                  <a:srgbClr val="404040"/>
                </a:solidFill>
                <a:latin typeface="Calibri"/>
                <a:cs typeface="Calibri"/>
              </a:rPr>
              <a:t>r</a:t>
            </a:r>
            <a:r>
              <a:rPr sz="1800" dirty="0">
                <a:solidFill>
                  <a:srgbClr val="404040"/>
                </a:solidFill>
                <a:latin typeface="Calibri"/>
                <a:cs typeface="Calibri"/>
              </a:rPr>
              <a:t>er</a:t>
            </a:r>
            <a:r>
              <a:rPr sz="1800" spc="-135" dirty="0">
                <a:solidFill>
                  <a:srgbClr val="404040"/>
                </a:solidFill>
                <a:latin typeface="Calibri"/>
                <a:cs typeface="Calibri"/>
              </a:rPr>
              <a:t> </a:t>
            </a:r>
            <a:r>
              <a:rPr sz="1800" spc="-50" dirty="0">
                <a:solidFill>
                  <a:srgbClr val="404040"/>
                </a:solidFill>
                <a:latin typeface="Calibri"/>
                <a:cs typeface="Calibri"/>
              </a:rPr>
              <a:t>d</a:t>
            </a:r>
            <a:r>
              <a:rPr sz="1800" dirty="0">
                <a:solidFill>
                  <a:srgbClr val="404040"/>
                </a:solidFill>
                <a:latin typeface="Calibri"/>
                <a:cs typeface="Calibri"/>
              </a:rPr>
              <a:t>e</a:t>
            </a:r>
            <a:r>
              <a:rPr sz="1800" spc="-5" dirty="0">
                <a:solidFill>
                  <a:srgbClr val="404040"/>
                </a:solidFill>
                <a:latin typeface="Calibri"/>
                <a:cs typeface="Calibri"/>
              </a:rPr>
              <a:t> </a:t>
            </a:r>
            <a:r>
              <a:rPr sz="1800" spc="-15" dirty="0">
                <a:solidFill>
                  <a:srgbClr val="404040"/>
                </a:solidFill>
                <a:latin typeface="Calibri"/>
                <a:cs typeface="Calibri"/>
              </a:rPr>
              <a:t>l</a:t>
            </a:r>
            <a:r>
              <a:rPr sz="1800" spc="-155" dirty="0">
                <a:solidFill>
                  <a:srgbClr val="404040"/>
                </a:solidFill>
                <a:latin typeface="Calibri"/>
                <a:cs typeface="Calibri"/>
              </a:rPr>
              <a:t>’</a:t>
            </a:r>
            <a:r>
              <a:rPr sz="1800" spc="35" dirty="0">
                <a:solidFill>
                  <a:srgbClr val="404040"/>
                </a:solidFill>
                <a:latin typeface="Calibri"/>
                <a:cs typeface="Calibri"/>
              </a:rPr>
              <a:t>a</a:t>
            </a:r>
            <a:r>
              <a:rPr sz="1800" spc="-30" dirty="0">
                <a:solidFill>
                  <a:srgbClr val="404040"/>
                </a:solidFill>
                <a:latin typeface="Calibri"/>
                <a:cs typeface="Calibri"/>
              </a:rPr>
              <a:t>r</a:t>
            </a:r>
            <a:r>
              <a:rPr sz="1800" spc="-50" dirty="0">
                <a:solidFill>
                  <a:srgbClr val="404040"/>
                </a:solidFill>
                <a:latin typeface="Calibri"/>
                <a:cs typeface="Calibri"/>
              </a:rPr>
              <a:t>g</a:t>
            </a:r>
            <a:r>
              <a:rPr sz="1800" dirty="0">
                <a:solidFill>
                  <a:srgbClr val="404040"/>
                </a:solidFill>
                <a:latin typeface="Calibri"/>
                <a:cs typeface="Calibri"/>
              </a:rPr>
              <a:t>e</a:t>
            </a:r>
            <a:r>
              <a:rPr sz="1800" spc="-50" dirty="0">
                <a:solidFill>
                  <a:srgbClr val="404040"/>
                </a:solidFill>
                <a:latin typeface="Calibri"/>
                <a:cs typeface="Calibri"/>
              </a:rPr>
              <a:t>n</a:t>
            </a:r>
            <a:r>
              <a:rPr sz="1800" dirty="0">
                <a:solidFill>
                  <a:srgbClr val="404040"/>
                </a:solidFill>
                <a:latin typeface="Calibri"/>
                <a:cs typeface="Calibri"/>
              </a:rPr>
              <a:t>t</a:t>
            </a:r>
            <a:endParaRPr sz="1800" dirty="0">
              <a:latin typeface="Calibri"/>
              <a:cs typeface="Calibri"/>
            </a:endParaRPr>
          </a:p>
          <a:p>
            <a:pPr marL="762000" lvl="2" indent="-292100">
              <a:lnSpc>
                <a:spcPct val="100000"/>
              </a:lnSpc>
              <a:spcBef>
                <a:spcPts val="1040"/>
              </a:spcBef>
              <a:buClr>
                <a:srgbClr val="1F497C"/>
              </a:buClr>
              <a:buFont typeface="Wingdings"/>
              <a:buChar char=""/>
              <a:tabLst>
                <a:tab pos="761365" algn="l"/>
                <a:tab pos="762000" algn="l"/>
              </a:tabLst>
            </a:pPr>
            <a:r>
              <a:rPr sz="1800" spc="-20" dirty="0">
                <a:solidFill>
                  <a:srgbClr val="404040"/>
                </a:solidFill>
                <a:latin typeface="Calibri"/>
                <a:cs typeface="Calibri"/>
              </a:rPr>
              <a:t>Distribuer</a:t>
            </a:r>
            <a:r>
              <a:rPr sz="1800" spc="45" dirty="0">
                <a:solidFill>
                  <a:srgbClr val="404040"/>
                </a:solidFill>
                <a:latin typeface="Calibri"/>
                <a:cs typeface="Calibri"/>
              </a:rPr>
              <a:t> </a:t>
            </a:r>
            <a:r>
              <a:rPr sz="1800" spc="-25" dirty="0">
                <a:solidFill>
                  <a:srgbClr val="404040"/>
                </a:solidFill>
                <a:latin typeface="Calibri"/>
                <a:cs typeface="Calibri"/>
              </a:rPr>
              <a:t>de</a:t>
            </a:r>
            <a:r>
              <a:rPr sz="1800" spc="70" dirty="0">
                <a:solidFill>
                  <a:srgbClr val="404040"/>
                </a:solidFill>
                <a:latin typeface="Calibri"/>
                <a:cs typeface="Calibri"/>
              </a:rPr>
              <a:t> </a:t>
            </a:r>
            <a:r>
              <a:rPr sz="1800" spc="-35" dirty="0">
                <a:solidFill>
                  <a:srgbClr val="404040"/>
                </a:solidFill>
                <a:latin typeface="Calibri"/>
                <a:cs typeface="Calibri"/>
              </a:rPr>
              <a:t>l’argent</a:t>
            </a:r>
            <a:endParaRPr sz="1800" dirty="0">
              <a:latin typeface="Calibri"/>
              <a:cs typeface="Calibri"/>
            </a:endParaRPr>
          </a:p>
          <a:p>
            <a:pPr marL="469900" lvl="1" indent="-292100">
              <a:lnSpc>
                <a:spcPct val="100000"/>
              </a:lnSpc>
              <a:spcBef>
                <a:spcPts val="940"/>
              </a:spcBef>
              <a:buClr>
                <a:srgbClr val="1F497C"/>
              </a:buClr>
              <a:buFont typeface="Wingdings"/>
              <a:buChar char=""/>
              <a:tabLst>
                <a:tab pos="469265" algn="l"/>
                <a:tab pos="469900" algn="l"/>
              </a:tabLst>
            </a:pPr>
            <a:r>
              <a:rPr sz="2000" spc="-35" dirty="0">
                <a:solidFill>
                  <a:srgbClr val="404040"/>
                </a:solidFill>
                <a:latin typeface="Calibri"/>
                <a:cs typeface="Calibri"/>
              </a:rPr>
              <a:t>D</a:t>
            </a:r>
            <a:r>
              <a:rPr sz="2000" dirty="0">
                <a:solidFill>
                  <a:srgbClr val="404040"/>
                </a:solidFill>
                <a:latin typeface="Calibri"/>
                <a:cs typeface="Calibri"/>
              </a:rPr>
              <a:t>u</a:t>
            </a:r>
            <a:r>
              <a:rPr sz="2000" spc="-5" dirty="0">
                <a:solidFill>
                  <a:srgbClr val="404040"/>
                </a:solidFill>
                <a:latin typeface="Calibri"/>
                <a:cs typeface="Calibri"/>
              </a:rPr>
              <a:t> </a:t>
            </a:r>
            <a:r>
              <a:rPr sz="2000" spc="45" dirty="0">
                <a:solidFill>
                  <a:srgbClr val="404040"/>
                </a:solidFill>
                <a:latin typeface="Calibri"/>
                <a:cs typeface="Calibri"/>
              </a:rPr>
              <a:t>po</a:t>
            </a:r>
            <a:r>
              <a:rPr sz="2000" spc="40" dirty="0">
                <a:solidFill>
                  <a:srgbClr val="404040"/>
                </a:solidFill>
                <a:latin typeface="Calibri"/>
                <a:cs typeface="Calibri"/>
              </a:rPr>
              <a:t>i</a:t>
            </a:r>
            <a:r>
              <a:rPr sz="2000" spc="45" dirty="0">
                <a:solidFill>
                  <a:srgbClr val="404040"/>
                </a:solidFill>
                <a:latin typeface="Calibri"/>
                <a:cs typeface="Calibri"/>
              </a:rPr>
              <a:t>n</a:t>
            </a:r>
            <a:r>
              <a:rPr sz="2000" dirty="0">
                <a:solidFill>
                  <a:srgbClr val="404040"/>
                </a:solidFill>
                <a:latin typeface="Calibri"/>
                <a:cs typeface="Calibri"/>
              </a:rPr>
              <a:t>t</a:t>
            </a:r>
            <a:r>
              <a:rPr sz="2000" spc="-125" dirty="0">
                <a:solidFill>
                  <a:srgbClr val="404040"/>
                </a:solidFill>
                <a:latin typeface="Calibri"/>
                <a:cs typeface="Calibri"/>
              </a:rPr>
              <a:t> </a:t>
            </a:r>
            <a:r>
              <a:rPr sz="2000" spc="45" dirty="0">
                <a:solidFill>
                  <a:srgbClr val="404040"/>
                </a:solidFill>
                <a:latin typeface="Calibri"/>
                <a:cs typeface="Calibri"/>
              </a:rPr>
              <a:t>d</a:t>
            </a:r>
            <a:r>
              <a:rPr sz="2000" dirty="0">
                <a:solidFill>
                  <a:srgbClr val="404040"/>
                </a:solidFill>
                <a:latin typeface="Calibri"/>
                <a:cs typeface="Calibri"/>
              </a:rPr>
              <a:t>e</a:t>
            </a:r>
            <a:r>
              <a:rPr sz="2000" spc="-150" dirty="0">
                <a:solidFill>
                  <a:srgbClr val="404040"/>
                </a:solidFill>
                <a:latin typeface="Calibri"/>
                <a:cs typeface="Calibri"/>
              </a:rPr>
              <a:t> </a:t>
            </a:r>
            <a:r>
              <a:rPr sz="2000" spc="-5" dirty="0">
                <a:solidFill>
                  <a:srgbClr val="404040"/>
                </a:solidFill>
                <a:latin typeface="Calibri"/>
                <a:cs typeface="Calibri"/>
              </a:rPr>
              <a:t>v</a:t>
            </a:r>
            <a:r>
              <a:rPr sz="2000" spc="50" dirty="0">
                <a:solidFill>
                  <a:srgbClr val="404040"/>
                </a:solidFill>
                <a:latin typeface="Calibri"/>
                <a:cs typeface="Calibri"/>
              </a:rPr>
              <a:t>u</a:t>
            </a:r>
            <a:r>
              <a:rPr sz="2000" dirty="0">
                <a:solidFill>
                  <a:srgbClr val="404040"/>
                </a:solidFill>
                <a:latin typeface="Calibri"/>
                <a:cs typeface="Calibri"/>
              </a:rPr>
              <a:t>e</a:t>
            </a:r>
            <a:r>
              <a:rPr sz="2000" spc="-50" dirty="0">
                <a:solidFill>
                  <a:srgbClr val="404040"/>
                </a:solidFill>
                <a:latin typeface="Calibri"/>
                <a:cs typeface="Calibri"/>
              </a:rPr>
              <a:t> </a:t>
            </a:r>
            <a:r>
              <a:rPr sz="2000" spc="45" dirty="0">
                <a:solidFill>
                  <a:srgbClr val="404040"/>
                </a:solidFill>
                <a:latin typeface="Calibri"/>
                <a:cs typeface="Calibri"/>
              </a:rPr>
              <a:t>d</a:t>
            </a:r>
            <a:r>
              <a:rPr sz="2000" dirty="0">
                <a:solidFill>
                  <a:srgbClr val="404040"/>
                </a:solidFill>
                <a:latin typeface="Calibri"/>
                <a:cs typeface="Calibri"/>
              </a:rPr>
              <a:t>e</a:t>
            </a:r>
            <a:r>
              <a:rPr sz="2000" spc="-150" dirty="0">
                <a:solidFill>
                  <a:srgbClr val="404040"/>
                </a:solidFill>
                <a:latin typeface="Calibri"/>
                <a:cs typeface="Calibri"/>
              </a:rPr>
              <a:t> </a:t>
            </a:r>
            <a:r>
              <a:rPr sz="2000" spc="40" dirty="0">
                <a:solidFill>
                  <a:srgbClr val="404040"/>
                </a:solidFill>
                <a:latin typeface="Calibri"/>
                <a:cs typeface="Calibri"/>
              </a:rPr>
              <a:t>l</a:t>
            </a:r>
            <a:r>
              <a:rPr sz="2000" spc="-105" dirty="0">
                <a:solidFill>
                  <a:srgbClr val="404040"/>
                </a:solidFill>
                <a:latin typeface="Calibri"/>
                <a:cs typeface="Calibri"/>
              </a:rPr>
              <a:t>’</a:t>
            </a:r>
            <a:r>
              <a:rPr sz="2000" spc="40" dirty="0">
                <a:solidFill>
                  <a:srgbClr val="404040"/>
                </a:solidFill>
                <a:latin typeface="Calibri"/>
                <a:cs typeface="Calibri"/>
              </a:rPr>
              <a:t>a</a:t>
            </a:r>
            <a:r>
              <a:rPr sz="2000" spc="-50" dirty="0">
                <a:solidFill>
                  <a:srgbClr val="404040"/>
                </a:solidFill>
                <a:latin typeface="Calibri"/>
                <a:cs typeface="Calibri"/>
              </a:rPr>
              <a:t>c</a:t>
            </a:r>
            <a:r>
              <a:rPr sz="2000" spc="30" dirty="0">
                <a:solidFill>
                  <a:srgbClr val="404040"/>
                </a:solidFill>
                <a:latin typeface="Calibri"/>
                <a:cs typeface="Calibri"/>
              </a:rPr>
              <a:t>t</a:t>
            </a:r>
            <a:r>
              <a:rPr sz="2000" dirty="0">
                <a:solidFill>
                  <a:srgbClr val="404040"/>
                </a:solidFill>
                <a:latin typeface="Calibri"/>
                <a:cs typeface="Calibri"/>
              </a:rPr>
              <a:t>e</a:t>
            </a:r>
            <a:r>
              <a:rPr sz="2000" spc="45" dirty="0">
                <a:solidFill>
                  <a:srgbClr val="404040"/>
                </a:solidFill>
                <a:latin typeface="Calibri"/>
                <a:cs typeface="Calibri"/>
              </a:rPr>
              <a:t>u</a:t>
            </a:r>
            <a:r>
              <a:rPr sz="2000" dirty="0">
                <a:solidFill>
                  <a:srgbClr val="404040"/>
                </a:solidFill>
                <a:latin typeface="Calibri"/>
                <a:cs typeface="Calibri"/>
              </a:rPr>
              <a:t>r</a:t>
            </a:r>
            <a:r>
              <a:rPr sz="2000" spc="-250" dirty="0">
                <a:solidFill>
                  <a:srgbClr val="404040"/>
                </a:solidFill>
                <a:latin typeface="Calibri"/>
                <a:cs typeface="Calibri"/>
              </a:rPr>
              <a:t> </a:t>
            </a:r>
            <a:r>
              <a:rPr sz="2000" spc="-10" dirty="0">
                <a:solidFill>
                  <a:srgbClr val="404040"/>
                </a:solidFill>
                <a:latin typeface="Calibri"/>
                <a:cs typeface="Calibri"/>
              </a:rPr>
              <a:t>(</a:t>
            </a:r>
            <a:r>
              <a:rPr sz="2000" spc="45" dirty="0">
                <a:solidFill>
                  <a:srgbClr val="404040"/>
                </a:solidFill>
                <a:latin typeface="Calibri"/>
                <a:cs typeface="Calibri"/>
              </a:rPr>
              <a:t>p</a:t>
            </a:r>
            <a:r>
              <a:rPr sz="2000" spc="40" dirty="0">
                <a:solidFill>
                  <a:srgbClr val="404040"/>
                </a:solidFill>
                <a:latin typeface="Calibri"/>
                <a:cs typeface="Calibri"/>
              </a:rPr>
              <a:t>a</a:t>
            </a:r>
            <a:r>
              <a:rPr sz="2000" dirty="0">
                <a:solidFill>
                  <a:srgbClr val="404040"/>
                </a:solidFill>
                <a:latin typeface="Calibri"/>
                <a:cs typeface="Calibri"/>
              </a:rPr>
              <a:t>s</a:t>
            </a:r>
            <a:r>
              <a:rPr sz="2000" spc="-135" dirty="0">
                <a:solidFill>
                  <a:srgbClr val="404040"/>
                </a:solidFill>
                <a:latin typeface="Calibri"/>
                <a:cs typeface="Calibri"/>
              </a:rPr>
              <a:t> </a:t>
            </a:r>
            <a:r>
              <a:rPr sz="2000" spc="45" dirty="0">
                <a:solidFill>
                  <a:srgbClr val="404040"/>
                </a:solidFill>
                <a:latin typeface="Calibri"/>
                <a:cs typeface="Calibri"/>
              </a:rPr>
              <a:t>d</a:t>
            </a:r>
            <a:r>
              <a:rPr sz="2000" dirty="0">
                <a:solidFill>
                  <a:srgbClr val="404040"/>
                </a:solidFill>
                <a:latin typeface="Calibri"/>
                <a:cs typeface="Calibri"/>
              </a:rPr>
              <a:t>u</a:t>
            </a:r>
            <a:r>
              <a:rPr sz="2000" spc="-105" dirty="0">
                <a:solidFill>
                  <a:srgbClr val="404040"/>
                </a:solidFill>
                <a:latin typeface="Calibri"/>
                <a:cs typeface="Calibri"/>
              </a:rPr>
              <a:t> </a:t>
            </a:r>
            <a:r>
              <a:rPr sz="2000" spc="15" dirty="0">
                <a:solidFill>
                  <a:srgbClr val="404040"/>
                </a:solidFill>
                <a:latin typeface="Calibri"/>
                <a:cs typeface="Calibri"/>
              </a:rPr>
              <a:t>s</a:t>
            </a:r>
            <a:r>
              <a:rPr sz="2000" spc="-10" dirty="0">
                <a:solidFill>
                  <a:srgbClr val="404040"/>
                </a:solidFill>
                <a:latin typeface="Calibri"/>
                <a:cs typeface="Calibri"/>
              </a:rPr>
              <a:t>y</a:t>
            </a:r>
            <a:r>
              <a:rPr sz="2000" spc="15" dirty="0">
                <a:solidFill>
                  <a:srgbClr val="404040"/>
                </a:solidFill>
                <a:latin typeface="Calibri"/>
                <a:cs typeface="Calibri"/>
              </a:rPr>
              <a:t>s</a:t>
            </a:r>
            <a:r>
              <a:rPr sz="2000" spc="25" dirty="0">
                <a:solidFill>
                  <a:srgbClr val="404040"/>
                </a:solidFill>
                <a:latin typeface="Calibri"/>
                <a:cs typeface="Calibri"/>
              </a:rPr>
              <a:t>t</a:t>
            </a:r>
            <a:r>
              <a:rPr sz="2000" dirty="0">
                <a:solidFill>
                  <a:srgbClr val="404040"/>
                </a:solidFill>
                <a:latin typeface="Calibri"/>
                <a:cs typeface="Calibri"/>
              </a:rPr>
              <a:t>èm</a:t>
            </a:r>
            <a:r>
              <a:rPr sz="2000" spc="5" dirty="0">
                <a:solidFill>
                  <a:srgbClr val="404040"/>
                </a:solidFill>
                <a:latin typeface="Calibri"/>
                <a:cs typeface="Calibri"/>
              </a:rPr>
              <a:t>e</a:t>
            </a:r>
            <a:r>
              <a:rPr sz="2000" dirty="0">
                <a:solidFill>
                  <a:srgbClr val="404040"/>
                </a:solidFill>
                <a:latin typeface="Calibri"/>
                <a:cs typeface="Calibri"/>
              </a:rPr>
              <a:t>)</a:t>
            </a:r>
            <a:endParaRPr sz="2000" dirty="0">
              <a:latin typeface="Calibri"/>
              <a:cs typeface="Calibri"/>
            </a:endParaRPr>
          </a:p>
        </p:txBody>
      </p:sp>
    </p:spTree>
    <p:extLst>
      <p:ext uri="{BB962C8B-B14F-4D97-AF65-F5344CB8AC3E}">
        <p14:creationId xmlns:p14="http://schemas.microsoft.com/office/powerpoint/2010/main" val="26666070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9200" y="710991"/>
            <a:ext cx="6477000" cy="689932"/>
          </a:xfrm>
          <a:prstGeom prst="rect">
            <a:avLst/>
          </a:prstGeom>
        </p:spPr>
        <p:txBody>
          <a:bodyPr vert="horz" wrap="square" lIns="0" tIns="12700" rIns="0" bIns="0" rtlCol="0">
            <a:spAutoFit/>
          </a:bodyPr>
          <a:lstStyle/>
          <a:p>
            <a:pPr marL="12700">
              <a:lnSpc>
                <a:spcPct val="100000"/>
              </a:lnSpc>
              <a:spcBef>
                <a:spcPts val="100"/>
              </a:spcBef>
            </a:pPr>
            <a:r>
              <a:rPr spc="-155" dirty="0" err="1"/>
              <a:t>Qu’est</a:t>
            </a:r>
            <a:r>
              <a:rPr lang="fr-FR" spc="-155" dirty="0"/>
              <a:t> ce</a:t>
            </a:r>
            <a:r>
              <a:rPr spc="100" dirty="0"/>
              <a:t> </a:t>
            </a:r>
            <a:r>
              <a:rPr spc="-95" dirty="0"/>
              <a:t>qu’un</a:t>
            </a:r>
            <a:r>
              <a:rPr spc="85" dirty="0"/>
              <a:t> </a:t>
            </a:r>
            <a:r>
              <a:rPr spc="-80" dirty="0"/>
              <a:t>Acteur?</a:t>
            </a:r>
          </a:p>
        </p:txBody>
      </p:sp>
      <p:sp>
        <p:nvSpPr>
          <p:cNvPr id="3" name="object 3"/>
          <p:cNvSpPr txBox="1"/>
          <p:nvPr/>
        </p:nvSpPr>
        <p:spPr>
          <a:xfrm>
            <a:off x="1245235" y="1929131"/>
            <a:ext cx="8584565" cy="890269"/>
          </a:xfrm>
          <a:prstGeom prst="rect">
            <a:avLst/>
          </a:prstGeom>
        </p:spPr>
        <p:txBody>
          <a:bodyPr vert="horz" wrap="square" lIns="0" tIns="84455" rIns="0" bIns="0" rtlCol="0">
            <a:spAutoFit/>
          </a:bodyPr>
          <a:lstStyle/>
          <a:p>
            <a:pPr marL="469900" indent="-457200">
              <a:lnSpc>
                <a:spcPct val="100000"/>
              </a:lnSpc>
              <a:spcBef>
                <a:spcPts val="665"/>
              </a:spcBef>
              <a:buClr>
                <a:srgbClr val="C00000"/>
              </a:buClr>
              <a:buFont typeface="Wingdings"/>
              <a:buChar char=""/>
              <a:tabLst>
                <a:tab pos="469265" algn="l"/>
                <a:tab pos="469900" algn="l"/>
                <a:tab pos="5638165" algn="l"/>
              </a:tabLst>
            </a:pPr>
            <a:r>
              <a:rPr sz="2600" spc="15" dirty="0">
                <a:solidFill>
                  <a:srgbClr val="404040"/>
                </a:solidFill>
                <a:latin typeface="Calibri"/>
                <a:cs typeface="Calibri"/>
              </a:rPr>
              <a:t>Un</a:t>
            </a:r>
            <a:r>
              <a:rPr sz="2600" spc="-55" dirty="0">
                <a:solidFill>
                  <a:srgbClr val="404040"/>
                </a:solidFill>
                <a:latin typeface="Calibri"/>
                <a:cs typeface="Calibri"/>
              </a:rPr>
              <a:t> </a:t>
            </a:r>
            <a:r>
              <a:rPr sz="2600" dirty="0">
                <a:solidFill>
                  <a:srgbClr val="404040"/>
                </a:solidFill>
                <a:latin typeface="Calibri"/>
                <a:cs typeface="Calibri"/>
              </a:rPr>
              <a:t>acteur</a:t>
            </a:r>
            <a:r>
              <a:rPr sz="2600" spc="-95" dirty="0">
                <a:solidFill>
                  <a:srgbClr val="404040"/>
                </a:solidFill>
                <a:latin typeface="Calibri"/>
                <a:cs typeface="Calibri"/>
              </a:rPr>
              <a:t> </a:t>
            </a:r>
            <a:r>
              <a:rPr sz="2600" spc="-5" dirty="0">
                <a:solidFill>
                  <a:srgbClr val="404040"/>
                </a:solidFill>
                <a:latin typeface="Calibri"/>
                <a:cs typeface="Calibri"/>
              </a:rPr>
              <a:t>représente</a:t>
            </a:r>
            <a:r>
              <a:rPr sz="2600" spc="-180" dirty="0">
                <a:solidFill>
                  <a:srgbClr val="404040"/>
                </a:solidFill>
                <a:latin typeface="Calibri"/>
                <a:cs typeface="Calibri"/>
              </a:rPr>
              <a:t> </a:t>
            </a:r>
            <a:r>
              <a:rPr sz="2600" spc="20" dirty="0">
                <a:solidFill>
                  <a:srgbClr val="404040"/>
                </a:solidFill>
                <a:latin typeface="Calibri"/>
                <a:cs typeface="Calibri"/>
              </a:rPr>
              <a:t>tout</a:t>
            </a:r>
            <a:r>
              <a:rPr sz="2600" spc="-155" dirty="0">
                <a:solidFill>
                  <a:srgbClr val="404040"/>
                </a:solidFill>
                <a:latin typeface="Calibri"/>
                <a:cs typeface="Calibri"/>
              </a:rPr>
              <a:t> </a:t>
            </a:r>
            <a:r>
              <a:rPr sz="2600" dirty="0">
                <a:solidFill>
                  <a:srgbClr val="404040"/>
                </a:solidFill>
                <a:latin typeface="Calibri"/>
                <a:cs typeface="Calibri"/>
              </a:rPr>
              <a:t>ce</a:t>
            </a:r>
            <a:r>
              <a:rPr sz="2600" spc="-185" dirty="0">
                <a:solidFill>
                  <a:srgbClr val="404040"/>
                </a:solidFill>
                <a:latin typeface="Calibri"/>
                <a:cs typeface="Calibri"/>
              </a:rPr>
              <a:t> </a:t>
            </a:r>
            <a:r>
              <a:rPr sz="2600" spc="20" dirty="0">
                <a:solidFill>
                  <a:srgbClr val="404040"/>
                </a:solidFill>
                <a:latin typeface="Calibri"/>
                <a:cs typeface="Calibri"/>
              </a:rPr>
              <a:t>qui</a:t>
            </a:r>
            <a:r>
              <a:rPr sz="2600" spc="-80" dirty="0">
                <a:solidFill>
                  <a:srgbClr val="404040"/>
                </a:solidFill>
                <a:latin typeface="Calibri"/>
                <a:cs typeface="Calibri"/>
              </a:rPr>
              <a:t> </a:t>
            </a:r>
            <a:r>
              <a:rPr sz="2600" spc="15" dirty="0">
                <a:solidFill>
                  <a:srgbClr val="404040"/>
                </a:solidFill>
                <a:latin typeface="Calibri"/>
                <a:cs typeface="Calibri"/>
              </a:rPr>
              <a:t>peut	</a:t>
            </a:r>
            <a:r>
              <a:rPr sz="2600" spc="-15" dirty="0">
                <a:solidFill>
                  <a:srgbClr val="404040"/>
                </a:solidFill>
                <a:latin typeface="Calibri"/>
                <a:cs typeface="Calibri"/>
              </a:rPr>
              <a:t>réagir</a:t>
            </a:r>
            <a:r>
              <a:rPr sz="2600" spc="-110" dirty="0">
                <a:solidFill>
                  <a:srgbClr val="404040"/>
                </a:solidFill>
                <a:latin typeface="Calibri"/>
                <a:cs typeface="Calibri"/>
              </a:rPr>
              <a:t> </a:t>
            </a:r>
            <a:r>
              <a:rPr sz="2600" spc="-10" dirty="0">
                <a:solidFill>
                  <a:srgbClr val="404040"/>
                </a:solidFill>
                <a:latin typeface="Calibri"/>
                <a:cs typeface="Calibri"/>
              </a:rPr>
              <a:t>avec</a:t>
            </a:r>
            <a:r>
              <a:rPr sz="2600" spc="-100" dirty="0">
                <a:solidFill>
                  <a:srgbClr val="404040"/>
                </a:solidFill>
                <a:latin typeface="Calibri"/>
                <a:cs typeface="Calibri"/>
              </a:rPr>
              <a:t> </a:t>
            </a:r>
            <a:r>
              <a:rPr sz="2600" dirty="0">
                <a:solidFill>
                  <a:srgbClr val="404040"/>
                </a:solidFill>
                <a:latin typeface="Calibri"/>
                <a:cs typeface="Calibri"/>
              </a:rPr>
              <a:t>le</a:t>
            </a:r>
            <a:r>
              <a:rPr sz="2600" spc="-100" dirty="0">
                <a:solidFill>
                  <a:srgbClr val="404040"/>
                </a:solidFill>
                <a:latin typeface="Calibri"/>
                <a:cs typeface="Calibri"/>
              </a:rPr>
              <a:t> </a:t>
            </a:r>
            <a:r>
              <a:rPr sz="2600" dirty="0">
                <a:solidFill>
                  <a:srgbClr val="404040"/>
                </a:solidFill>
                <a:latin typeface="Calibri"/>
                <a:cs typeface="Calibri"/>
              </a:rPr>
              <a:t>système</a:t>
            </a:r>
            <a:endParaRPr sz="2600" dirty="0">
              <a:latin typeface="Calibri"/>
              <a:cs typeface="Calibri"/>
            </a:endParaRPr>
          </a:p>
          <a:p>
            <a:pPr marL="812800" lvl="1" indent="-342900">
              <a:lnSpc>
                <a:spcPct val="100000"/>
              </a:lnSpc>
              <a:spcBef>
                <a:spcPts val="480"/>
              </a:spcBef>
              <a:buClr>
                <a:srgbClr val="1F497C"/>
              </a:buClr>
              <a:buFont typeface="Wingdings"/>
              <a:buChar char=""/>
              <a:tabLst>
                <a:tab pos="812800" algn="l"/>
              </a:tabLst>
            </a:pPr>
            <a:r>
              <a:rPr sz="2200" spc="40" dirty="0">
                <a:solidFill>
                  <a:srgbClr val="404040"/>
                </a:solidFill>
                <a:latin typeface="Calibri"/>
                <a:cs typeface="Calibri"/>
              </a:rPr>
              <a:t>O</a:t>
            </a:r>
            <a:r>
              <a:rPr sz="2200" dirty="0">
                <a:solidFill>
                  <a:srgbClr val="404040"/>
                </a:solidFill>
                <a:latin typeface="Calibri"/>
                <a:cs typeface="Calibri"/>
              </a:rPr>
              <a:t>n</a:t>
            </a:r>
            <a:r>
              <a:rPr sz="2200" spc="-55" dirty="0">
                <a:solidFill>
                  <a:srgbClr val="404040"/>
                </a:solidFill>
                <a:latin typeface="Calibri"/>
                <a:cs typeface="Calibri"/>
              </a:rPr>
              <a:t> </a:t>
            </a:r>
            <a:r>
              <a:rPr sz="2200" spc="40" dirty="0">
                <a:solidFill>
                  <a:srgbClr val="404040"/>
                </a:solidFill>
                <a:latin typeface="Calibri"/>
                <a:cs typeface="Calibri"/>
              </a:rPr>
              <a:t>p</a:t>
            </a:r>
            <a:r>
              <a:rPr sz="2200" dirty="0">
                <a:solidFill>
                  <a:srgbClr val="404040"/>
                </a:solidFill>
                <a:latin typeface="Calibri"/>
                <a:cs typeface="Calibri"/>
              </a:rPr>
              <a:t>e</a:t>
            </a:r>
            <a:r>
              <a:rPr sz="2200" spc="40" dirty="0">
                <a:solidFill>
                  <a:srgbClr val="404040"/>
                </a:solidFill>
                <a:latin typeface="Calibri"/>
                <a:cs typeface="Calibri"/>
              </a:rPr>
              <a:t>u</a:t>
            </a:r>
            <a:r>
              <a:rPr sz="2200" dirty="0">
                <a:solidFill>
                  <a:srgbClr val="404040"/>
                </a:solidFill>
                <a:latin typeface="Calibri"/>
                <a:cs typeface="Calibri"/>
              </a:rPr>
              <a:t>t</a:t>
            </a:r>
            <a:r>
              <a:rPr sz="2200" spc="-135" dirty="0">
                <a:solidFill>
                  <a:srgbClr val="404040"/>
                </a:solidFill>
                <a:latin typeface="Calibri"/>
                <a:cs typeface="Calibri"/>
              </a:rPr>
              <a:t> </a:t>
            </a:r>
            <a:r>
              <a:rPr sz="2200" spc="45" dirty="0">
                <a:solidFill>
                  <a:srgbClr val="404040"/>
                </a:solidFill>
                <a:latin typeface="Calibri"/>
                <a:cs typeface="Calibri"/>
              </a:rPr>
              <a:t>a</a:t>
            </a:r>
            <a:r>
              <a:rPr sz="2200" spc="40" dirty="0">
                <a:solidFill>
                  <a:srgbClr val="404040"/>
                </a:solidFill>
                <a:latin typeface="Calibri"/>
                <a:cs typeface="Calibri"/>
              </a:rPr>
              <a:t>d</a:t>
            </a:r>
            <a:r>
              <a:rPr sz="2200" spc="45" dirty="0">
                <a:solidFill>
                  <a:srgbClr val="404040"/>
                </a:solidFill>
                <a:latin typeface="Calibri"/>
                <a:cs typeface="Calibri"/>
              </a:rPr>
              <a:t>a</a:t>
            </a:r>
            <a:r>
              <a:rPr sz="2200" spc="40" dirty="0">
                <a:solidFill>
                  <a:srgbClr val="404040"/>
                </a:solidFill>
                <a:latin typeface="Calibri"/>
                <a:cs typeface="Calibri"/>
              </a:rPr>
              <a:t>p</a:t>
            </a:r>
            <a:r>
              <a:rPr sz="2200" spc="-40" dirty="0">
                <a:solidFill>
                  <a:srgbClr val="404040"/>
                </a:solidFill>
                <a:latin typeface="Calibri"/>
                <a:cs typeface="Calibri"/>
              </a:rPr>
              <a:t>t</a:t>
            </a:r>
            <a:r>
              <a:rPr sz="2200" spc="5" dirty="0">
                <a:solidFill>
                  <a:srgbClr val="404040"/>
                </a:solidFill>
                <a:latin typeface="Calibri"/>
                <a:cs typeface="Calibri"/>
              </a:rPr>
              <a:t>e</a:t>
            </a:r>
            <a:r>
              <a:rPr sz="2200" dirty="0">
                <a:solidFill>
                  <a:srgbClr val="404040"/>
                </a:solidFill>
                <a:latin typeface="Calibri"/>
                <a:cs typeface="Calibri"/>
              </a:rPr>
              <a:t>r</a:t>
            </a:r>
            <a:r>
              <a:rPr sz="2200" spc="-165" dirty="0">
                <a:solidFill>
                  <a:srgbClr val="404040"/>
                </a:solidFill>
                <a:latin typeface="Calibri"/>
                <a:cs typeface="Calibri"/>
              </a:rPr>
              <a:t> </a:t>
            </a:r>
            <a:r>
              <a:rPr sz="2200" spc="-5" dirty="0">
                <a:solidFill>
                  <a:srgbClr val="404040"/>
                </a:solidFill>
                <a:latin typeface="Calibri"/>
                <a:cs typeface="Calibri"/>
              </a:rPr>
              <a:t>l</a:t>
            </a:r>
            <a:r>
              <a:rPr sz="2200" spc="-55" dirty="0">
                <a:solidFill>
                  <a:srgbClr val="404040"/>
                </a:solidFill>
                <a:latin typeface="Calibri"/>
                <a:cs typeface="Calibri"/>
              </a:rPr>
              <a:t>’</a:t>
            </a:r>
            <a:r>
              <a:rPr sz="2200" spc="-5" dirty="0">
                <a:solidFill>
                  <a:srgbClr val="404040"/>
                </a:solidFill>
                <a:latin typeface="Calibri"/>
                <a:cs typeface="Calibri"/>
              </a:rPr>
              <a:t>i</a:t>
            </a:r>
            <a:r>
              <a:rPr sz="2200" spc="-35" dirty="0">
                <a:solidFill>
                  <a:srgbClr val="404040"/>
                </a:solidFill>
                <a:latin typeface="Calibri"/>
                <a:cs typeface="Calibri"/>
              </a:rPr>
              <a:t>c</a:t>
            </a:r>
            <a:r>
              <a:rPr sz="2200" spc="35" dirty="0">
                <a:solidFill>
                  <a:srgbClr val="404040"/>
                </a:solidFill>
                <a:latin typeface="Calibri"/>
                <a:cs typeface="Calibri"/>
              </a:rPr>
              <a:t>ô</a:t>
            </a:r>
            <a:r>
              <a:rPr sz="2200" spc="40" dirty="0">
                <a:solidFill>
                  <a:srgbClr val="404040"/>
                </a:solidFill>
                <a:latin typeface="Calibri"/>
                <a:cs typeface="Calibri"/>
              </a:rPr>
              <a:t>n</a:t>
            </a:r>
            <a:r>
              <a:rPr sz="2200" dirty="0">
                <a:solidFill>
                  <a:srgbClr val="404040"/>
                </a:solidFill>
                <a:latin typeface="Calibri"/>
                <a:cs typeface="Calibri"/>
              </a:rPr>
              <a:t>e</a:t>
            </a:r>
            <a:r>
              <a:rPr sz="2200" spc="-190" dirty="0">
                <a:solidFill>
                  <a:srgbClr val="404040"/>
                </a:solidFill>
                <a:latin typeface="Calibri"/>
                <a:cs typeface="Calibri"/>
              </a:rPr>
              <a:t> </a:t>
            </a:r>
            <a:r>
              <a:rPr sz="2200" dirty="0">
                <a:solidFill>
                  <a:srgbClr val="404040"/>
                </a:solidFill>
                <a:latin typeface="Calibri"/>
                <a:cs typeface="Calibri"/>
              </a:rPr>
              <a:t>à</a:t>
            </a:r>
            <a:r>
              <a:rPr sz="2200" spc="45" dirty="0">
                <a:solidFill>
                  <a:srgbClr val="404040"/>
                </a:solidFill>
                <a:latin typeface="Calibri"/>
                <a:cs typeface="Calibri"/>
              </a:rPr>
              <a:t> </a:t>
            </a:r>
            <a:r>
              <a:rPr sz="2200" spc="-5" dirty="0">
                <a:solidFill>
                  <a:srgbClr val="404040"/>
                </a:solidFill>
                <a:latin typeface="Calibri"/>
                <a:cs typeface="Calibri"/>
              </a:rPr>
              <a:t>l</a:t>
            </a:r>
            <a:r>
              <a:rPr sz="2200" dirty="0">
                <a:solidFill>
                  <a:srgbClr val="404040"/>
                </a:solidFill>
                <a:latin typeface="Calibri"/>
                <a:cs typeface="Calibri"/>
              </a:rPr>
              <a:t>a</a:t>
            </a:r>
            <a:r>
              <a:rPr sz="2200" spc="-55" dirty="0">
                <a:solidFill>
                  <a:srgbClr val="404040"/>
                </a:solidFill>
                <a:latin typeface="Calibri"/>
                <a:cs typeface="Calibri"/>
              </a:rPr>
              <a:t> </a:t>
            </a:r>
            <a:r>
              <a:rPr sz="2200" spc="40" dirty="0">
                <a:solidFill>
                  <a:srgbClr val="404040"/>
                </a:solidFill>
                <a:latin typeface="Calibri"/>
                <a:cs typeface="Calibri"/>
              </a:rPr>
              <a:t>n</a:t>
            </a:r>
            <a:r>
              <a:rPr sz="2200" spc="45" dirty="0">
                <a:solidFill>
                  <a:srgbClr val="404040"/>
                </a:solidFill>
                <a:latin typeface="Calibri"/>
                <a:cs typeface="Calibri"/>
              </a:rPr>
              <a:t>a</a:t>
            </a:r>
            <a:r>
              <a:rPr sz="2200" spc="-40" dirty="0">
                <a:solidFill>
                  <a:srgbClr val="404040"/>
                </a:solidFill>
                <a:latin typeface="Calibri"/>
                <a:cs typeface="Calibri"/>
              </a:rPr>
              <a:t>t</a:t>
            </a:r>
            <a:r>
              <a:rPr sz="2200" spc="40" dirty="0">
                <a:solidFill>
                  <a:srgbClr val="404040"/>
                </a:solidFill>
                <a:latin typeface="Calibri"/>
                <a:cs typeface="Calibri"/>
              </a:rPr>
              <a:t>u</a:t>
            </a:r>
            <a:r>
              <a:rPr sz="2200" spc="30" dirty="0">
                <a:solidFill>
                  <a:srgbClr val="404040"/>
                </a:solidFill>
                <a:latin typeface="Calibri"/>
                <a:cs typeface="Calibri"/>
              </a:rPr>
              <a:t>r</a:t>
            </a:r>
            <a:r>
              <a:rPr sz="2200" dirty="0">
                <a:solidFill>
                  <a:srgbClr val="404040"/>
                </a:solidFill>
                <a:latin typeface="Calibri"/>
                <a:cs typeface="Calibri"/>
              </a:rPr>
              <a:t>e</a:t>
            </a:r>
            <a:r>
              <a:rPr sz="2200" spc="-195" dirty="0">
                <a:solidFill>
                  <a:srgbClr val="404040"/>
                </a:solidFill>
                <a:latin typeface="Calibri"/>
                <a:cs typeface="Calibri"/>
              </a:rPr>
              <a:t> </a:t>
            </a:r>
            <a:r>
              <a:rPr sz="2200" spc="40" dirty="0">
                <a:solidFill>
                  <a:srgbClr val="404040"/>
                </a:solidFill>
                <a:latin typeface="Calibri"/>
                <a:cs typeface="Calibri"/>
              </a:rPr>
              <a:t>d</a:t>
            </a:r>
            <a:r>
              <a:rPr sz="2200" dirty="0">
                <a:solidFill>
                  <a:srgbClr val="404040"/>
                </a:solidFill>
                <a:latin typeface="Calibri"/>
                <a:cs typeface="Calibri"/>
              </a:rPr>
              <a:t>e </a:t>
            </a:r>
            <a:r>
              <a:rPr sz="2200" spc="-90" dirty="0">
                <a:solidFill>
                  <a:srgbClr val="404040"/>
                </a:solidFill>
                <a:latin typeface="Calibri"/>
                <a:cs typeface="Calibri"/>
              </a:rPr>
              <a:t> </a:t>
            </a:r>
            <a:r>
              <a:rPr sz="2200" spc="-5" dirty="0">
                <a:solidFill>
                  <a:srgbClr val="404040"/>
                </a:solidFill>
                <a:latin typeface="Calibri"/>
                <a:cs typeface="Calibri"/>
              </a:rPr>
              <a:t>l</a:t>
            </a:r>
            <a:r>
              <a:rPr sz="2200" spc="-254" dirty="0">
                <a:solidFill>
                  <a:srgbClr val="404040"/>
                </a:solidFill>
                <a:latin typeface="Calibri"/>
                <a:cs typeface="Calibri"/>
              </a:rPr>
              <a:t>’</a:t>
            </a:r>
            <a:r>
              <a:rPr sz="2200" spc="45" dirty="0">
                <a:solidFill>
                  <a:srgbClr val="404040"/>
                </a:solidFill>
                <a:latin typeface="Calibri"/>
                <a:cs typeface="Calibri"/>
              </a:rPr>
              <a:t>a</a:t>
            </a:r>
            <a:r>
              <a:rPr sz="2200" spc="-30" dirty="0">
                <a:solidFill>
                  <a:srgbClr val="404040"/>
                </a:solidFill>
                <a:latin typeface="Calibri"/>
                <a:cs typeface="Calibri"/>
              </a:rPr>
              <a:t>c</a:t>
            </a:r>
            <a:r>
              <a:rPr sz="2200" spc="-40" dirty="0">
                <a:solidFill>
                  <a:srgbClr val="404040"/>
                </a:solidFill>
                <a:latin typeface="Calibri"/>
                <a:cs typeface="Calibri"/>
              </a:rPr>
              <a:t>t</a:t>
            </a:r>
            <a:r>
              <a:rPr sz="2200" spc="5" dirty="0">
                <a:solidFill>
                  <a:srgbClr val="404040"/>
                </a:solidFill>
                <a:latin typeface="Calibri"/>
                <a:cs typeface="Calibri"/>
              </a:rPr>
              <a:t>e</a:t>
            </a:r>
            <a:r>
              <a:rPr sz="2200" spc="40" dirty="0">
                <a:solidFill>
                  <a:srgbClr val="404040"/>
                </a:solidFill>
                <a:latin typeface="Calibri"/>
                <a:cs typeface="Calibri"/>
              </a:rPr>
              <a:t>u</a:t>
            </a:r>
            <a:r>
              <a:rPr sz="2200" dirty="0">
                <a:solidFill>
                  <a:srgbClr val="404040"/>
                </a:solidFill>
                <a:latin typeface="Calibri"/>
                <a:cs typeface="Calibri"/>
              </a:rPr>
              <a:t>r</a:t>
            </a:r>
            <a:endParaRPr sz="2200" dirty="0">
              <a:latin typeface="Calibri"/>
              <a:cs typeface="Calibri"/>
            </a:endParaRPr>
          </a:p>
        </p:txBody>
      </p:sp>
      <p:sp>
        <p:nvSpPr>
          <p:cNvPr id="4" name="object 4"/>
          <p:cNvSpPr txBox="1"/>
          <p:nvPr/>
        </p:nvSpPr>
        <p:spPr>
          <a:xfrm>
            <a:off x="1219200" y="4211320"/>
            <a:ext cx="6868795" cy="1656080"/>
          </a:xfrm>
          <a:prstGeom prst="rect">
            <a:avLst/>
          </a:prstGeom>
        </p:spPr>
        <p:txBody>
          <a:bodyPr vert="horz" wrap="square" lIns="0" tIns="70485" rIns="0" bIns="0" rtlCol="0">
            <a:spAutoFit/>
          </a:bodyPr>
          <a:lstStyle/>
          <a:p>
            <a:pPr marL="355600" indent="-342900">
              <a:lnSpc>
                <a:spcPct val="100000"/>
              </a:lnSpc>
              <a:spcBef>
                <a:spcPts val="555"/>
              </a:spcBef>
              <a:buClr>
                <a:srgbClr val="1F497C"/>
              </a:buClr>
              <a:buFont typeface="Wingdings"/>
              <a:buChar char=""/>
              <a:tabLst>
                <a:tab pos="355600" algn="l"/>
              </a:tabLst>
            </a:pPr>
            <a:r>
              <a:rPr sz="2400" spc="40" dirty="0">
                <a:solidFill>
                  <a:srgbClr val="404040"/>
                </a:solidFill>
                <a:latin typeface="Calibri"/>
                <a:cs typeface="Calibri"/>
              </a:rPr>
              <a:t>Décritle</a:t>
            </a:r>
            <a:r>
              <a:rPr sz="2400" spc="-35" dirty="0">
                <a:solidFill>
                  <a:srgbClr val="404040"/>
                </a:solidFill>
                <a:latin typeface="Calibri"/>
                <a:cs typeface="Calibri"/>
              </a:rPr>
              <a:t> </a:t>
            </a:r>
            <a:r>
              <a:rPr sz="2400" spc="10" dirty="0">
                <a:solidFill>
                  <a:srgbClr val="404040"/>
                </a:solidFill>
                <a:latin typeface="Calibri"/>
                <a:cs typeface="Calibri"/>
              </a:rPr>
              <a:t>rôle</a:t>
            </a:r>
            <a:r>
              <a:rPr sz="2400" spc="-235" dirty="0">
                <a:solidFill>
                  <a:srgbClr val="404040"/>
                </a:solidFill>
                <a:latin typeface="Calibri"/>
                <a:cs typeface="Calibri"/>
              </a:rPr>
              <a:t> </a:t>
            </a:r>
            <a:r>
              <a:rPr sz="2400" spc="20" dirty="0">
                <a:solidFill>
                  <a:srgbClr val="404040"/>
                </a:solidFill>
                <a:latin typeface="Calibri"/>
                <a:cs typeface="Calibri"/>
              </a:rPr>
              <a:t>que</a:t>
            </a:r>
            <a:r>
              <a:rPr sz="2400" spc="-240" dirty="0">
                <a:solidFill>
                  <a:srgbClr val="404040"/>
                </a:solidFill>
                <a:latin typeface="Calibri"/>
                <a:cs typeface="Calibri"/>
              </a:rPr>
              <a:t> </a:t>
            </a:r>
            <a:r>
              <a:rPr sz="2400" spc="15" dirty="0">
                <a:solidFill>
                  <a:srgbClr val="404040"/>
                </a:solidFill>
                <a:latin typeface="Calibri"/>
                <a:cs typeface="Calibri"/>
              </a:rPr>
              <a:t>peut</a:t>
            </a:r>
            <a:r>
              <a:rPr sz="2400" spc="-145" dirty="0">
                <a:solidFill>
                  <a:srgbClr val="404040"/>
                </a:solidFill>
                <a:latin typeface="Calibri"/>
                <a:cs typeface="Calibri"/>
              </a:rPr>
              <a:t> </a:t>
            </a:r>
            <a:r>
              <a:rPr sz="2400" spc="15" dirty="0">
                <a:solidFill>
                  <a:srgbClr val="404040"/>
                </a:solidFill>
                <a:latin typeface="Calibri"/>
                <a:cs typeface="Calibri"/>
              </a:rPr>
              <a:t>jouer</a:t>
            </a:r>
            <a:r>
              <a:rPr sz="2400" spc="-275" dirty="0">
                <a:solidFill>
                  <a:srgbClr val="404040"/>
                </a:solidFill>
                <a:latin typeface="Calibri"/>
                <a:cs typeface="Calibri"/>
              </a:rPr>
              <a:t> </a:t>
            </a:r>
            <a:r>
              <a:rPr sz="2400" spc="-15" dirty="0">
                <a:solidFill>
                  <a:srgbClr val="404040"/>
                </a:solidFill>
                <a:latin typeface="Calibri"/>
                <a:cs typeface="Calibri"/>
              </a:rPr>
              <a:t>l’utilisateur</a:t>
            </a:r>
            <a:r>
              <a:rPr sz="2400" spc="-275" dirty="0">
                <a:solidFill>
                  <a:srgbClr val="404040"/>
                </a:solidFill>
                <a:latin typeface="Calibri"/>
                <a:cs typeface="Calibri"/>
              </a:rPr>
              <a:t> </a:t>
            </a:r>
            <a:r>
              <a:rPr sz="2400" spc="-10" dirty="0">
                <a:solidFill>
                  <a:srgbClr val="404040"/>
                </a:solidFill>
                <a:latin typeface="Calibri"/>
                <a:cs typeface="Calibri"/>
              </a:rPr>
              <a:t>d’un</a:t>
            </a:r>
            <a:r>
              <a:rPr sz="2400" spc="-204" dirty="0">
                <a:solidFill>
                  <a:srgbClr val="404040"/>
                </a:solidFill>
                <a:latin typeface="Calibri"/>
                <a:cs typeface="Calibri"/>
              </a:rPr>
              <a:t> </a:t>
            </a:r>
            <a:r>
              <a:rPr sz="2400" spc="-15" dirty="0">
                <a:solidFill>
                  <a:srgbClr val="404040"/>
                </a:solidFill>
                <a:latin typeface="Calibri"/>
                <a:cs typeface="Calibri"/>
              </a:rPr>
              <a:t>système</a:t>
            </a:r>
            <a:endParaRPr sz="2400" dirty="0">
              <a:latin typeface="Calibri"/>
              <a:cs typeface="Calibri"/>
            </a:endParaRPr>
          </a:p>
          <a:p>
            <a:pPr marL="647700" lvl="1" indent="-342900">
              <a:lnSpc>
                <a:spcPct val="100000"/>
              </a:lnSpc>
              <a:spcBef>
                <a:spcPts val="420"/>
              </a:spcBef>
              <a:buClr>
                <a:srgbClr val="1F497C"/>
              </a:buClr>
              <a:buFont typeface="Wingdings"/>
              <a:buChar char=""/>
              <a:tabLst>
                <a:tab pos="647700" algn="l"/>
              </a:tabLst>
            </a:pPr>
            <a:r>
              <a:rPr sz="2200" spc="-15" dirty="0">
                <a:solidFill>
                  <a:srgbClr val="404040"/>
                </a:solidFill>
                <a:latin typeface="Calibri"/>
                <a:cs typeface="Calibri"/>
              </a:rPr>
              <a:t>U</a:t>
            </a:r>
            <a:r>
              <a:rPr sz="2200" spc="45" dirty="0">
                <a:solidFill>
                  <a:srgbClr val="404040"/>
                </a:solidFill>
                <a:latin typeface="Calibri"/>
                <a:cs typeface="Calibri"/>
              </a:rPr>
              <a:t>n</a:t>
            </a:r>
            <a:r>
              <a:rPr sz="2200" dirty="0">
                <a:solidFill>
                  <a:srgbClr val="404040"/>
                </a:solidFill>
                <a:latin typeface="Calibri"/>
                <a:cs typeface="Calibri"/>
              </a:rPr>
              <a:t>e</a:t>
            </a:r>
            <a:r>
              <a:rPr sz="2200" spc="-95" dirty="0">
                <a:solidFill>
                  <a:srgbClr val="404040"/>
                </a:solidFill>
                <a:latin typeface="Calibri"/>
                <a:cs typeface="Calibri"/>
              </a:rPr>
              <a:t> </a:t>
            </a:r>
            <a:r>
              <a:rPr sz="2200" spc="5" dirty="0">
                <a:solidFill>
                  <a:srgbClr val="404040"/>
                </a:solidFill>
                <a:latin typeface="Calibri"/>
                <a:cs typeface="Calibri"/>
              </a:rPr>
              <a:t>e</a:t>
            </a:r>
            <a:r>
              <a:rPr sz="2200" spc="40" dirty="0">
                <a:solidFill>
                  <a:srgbClr val="404040"/>
                </a:solidFill>
                <a:latin typeface="Calibri"/>
                <a:cs typeface="Calibri"/>
              </a:rPr>
              <a:t>n</a:t>
            </a:r>
            <a:r>
              <a:rPr sz="2200" spc="-40" dirty="0">
                <a:solidFill>
                  <a:srgbClr val="404040"/>
                </a:solidFill>
                <a:latin typeface="Calibri"/>
                <a:cs typeface="Calibri"/>
              </a:rPr>
              <a:t>t</a:t>
            </a:r>
            <a:r>
              <a:rPr sz="2200" spc="-5" dirty="0">
                <a:solidFill>
                  <a:srgbClr val="404040"/>
                </a:solidFill>
                <a:latin typeface="Calibri"/>
                <a:cs typeface="Calibri"/>
              </a:rPr>
              <a:t>i</a:t>
            </a:r>
            <a:r>
              <a:rPr sz="2200" spc="-40" dirty="0">
                <a:solidFill>
                  <a:srgbClr val="404040"/>
                </a:solidFill>
                <a:latin typeface="Calibri"/>
                <a:cs typeface="Calibri"/>
              </a:rPr>
              <a:t>t</a:t>
            </a:r>
            <a:r>
              <a:rPr sz="2200" dirty="0">
                <a:solidFill>
                  <a:srgbClr val="404040"/>
                </a:solidFill>
                <a:latin typeface="Calibri"/>
                <a:cs typeface="Calibri"/>
              </a:rPr>
              <a:t>é</a:t>
            </a:r>
            <a:r>
              <a:rPr sz="2200" spc="-195" dirty="0">
                <a:solidFill>
                  <a:srgbClr val="404040"/>
                </a:solidFill>
                <a:latin typeface="Calibri"/>
                <a:cs typeface="Calibri"/>
              </a:rPr>
              <a:t> </a:t>
            </a:r>
            <a:r>
              <a:rPr sz="2200" spc="40" dirty="0">
                <a:solidFill>
                  <a:srgbClr val="404040"/>
                </a:solidFill>
                <a:latin typeface="Calibri"/>
                <a:cs typeface="Calibri"/>
              </a:rPr>
              <a:t>p</a:t>
            </a:r>
            <a:r>
              <a:rPr sz="2200" spc="5" dirty="0">
                <a:solidFill>
                  <a:srgbClr val="404040"/>
                </a:solidFill>
                <a:latin typeface="Calibri"/>
                <a:cs typeface="Calibri"/>
              </a:rPr>
              <a:t>e</a:t>
            </a:r>
            <a:r>
              <a:rPr sz="2200" spc="40" dirty="0">
                <a:solidFill>
                  <a:srgbClr val="404040"/>
                </a:solidFill>
                <a:latin typeface="Calibri"/>
                <a:cs typeface="Calibri"/>
              </a:rPr>
              <a:t>u</a:t>
            </a:r>
            <a:r>
              <a:rPr sz="2200" dirty="0">
                <a:solidFill>
                  <a:srgbClr val="404040"/>
                </a:solidFill>
                <a:latin typeface="Calibri"/>
                <a:cs typeface="Calibri"/>
              </a:rPr>
              <a:t>t</a:t>
            </a:r>
            <a:r>
              <a:rPr sz="2200" spc="-235" dirty="0">
                <a:solidFill>
                  <a:srgbClr val="404040"/>
                </a:solidFill>
                <a:latin typeface="Calibri"/>
                <a:cs typeface="Calibri"/>
              </a:rPr>
              <a:t> </a:t>
            </a:r>
            <a:r>
              <a:rPr sz="2200" spc="-30" dirty="0">
                <a:solidFill>
                  <a:srgbClr val="404040"/>
                </a:solidFill>
                <a:latin typeface="Calibri"/>
                <a:cs typeface="Calibri"/>
              </a:rPr>
              <a:t>j</a:t>
            </a:r>
            <a:r>
              <a:rPr sz="2200" spc="35" dirty="0">
                <a:solidFill>
                  <a:srgbClr val="404040"/>
                </a:solidFill>
                <a:latin typeface="Calibri"/>
                <a:cs typeface="Calibri"/>
              </a:rPr>
              <a:t>o</a:t>
            </a:r>
            <a:r>
              <a:rPr sz="2200" spc="40" dirty="0">
                <a:solidFill>
                  <a:srgbClr val="404040"/>
                </a:solidFill>
                <a:latin typeface="Calibri"/>
                <a:cs typeface="Calibri"/>
              </a:rPr>
              <a:t>u</a:t>
            </a:r>
            <a:r>
              <a:rPr sz="2200" spc="5" dirty="0">
                <a:solidFill>
                  <a:srgbClr val="404040"/>
                </a:solidFill>
                <a:latin typeface="Calibri"/>
                <a:cs typeface="Calibri"/>
              </a:rPr>
              <a:t>e</a:t>
            </a:r>
            <a:r>
              <a:rPr sz="2200" dirty="0">
                <a:solidFill>
                  <a:srgbClr val="404040"/>
                </a:solidFill>
                <a:latin typeface="Calibri"/>
                <a:cs typeface="Calibri"/>
              </a:rPr>
              <a:t>r</a:t>
            </a:r>
            <a:r>
              <a:rPr sz="2200" spc="-165" dirty="0">
                <a:solidFill>
                  <a:srgbClr val="404040"/>
                </a:solidFill>
                <a:latin typeface="Calibri"/>
                <a:cs typeface="Calibri"/>
              </a:rPr>
              <a:t> </a:t>
            </a:r>
            <a:r>
              <a:rPr sz="2200" spc="40" dirty="0">
                <a:solidFill>
                  <a:srgbClr val="404040"/>
                </a:solidFill>
                <a:latin typeface="Calibri"/>
                <a:cs typeface="Calibri"/>
              </a:rPr>
              <a:t>p</a:t>
            </a:r>
            <a:r>
              <a:rPr sz="2200" spc="-5" dirty="0">
                <a:solidFill>
                  <a:srgbClr val="404040"/>
                </a:solidFill>
                <a:latin typeface="Calibri"/>
                <a:cs typeface="Calibri"/>
              </a:rPr>
              <a:t>l</a:t>
            </a:r>
            <a:r>
              <a:rPr sz="2200" spc="40" dirty="0">
                <a:solidFill>
                  <a:srgbClr val="404040"/>
                </a:solidFill>
                <a:latin typeface="Calibri"/>
                <a:cs typeface="Calibri"/>
              </a:rPr>
              <a:t>us</a:t>
            </a:r>
            <a:r>
              <a:rPr sz="2200" spc="-5" dirty="0">
                <a:solidFill>
                  <a:srgbClr val="404040"/>
                </a:solidFill>
                <a:latin typeface="Calibri"/>
                <a:cs typeface="Calibri"/>
              </a:rPr>
              <a:t>i</a:t>
            </a:r>
            <a:r>
              <a:rPr sz="2200" spc="-95" dirty="0">
                <a:solidFill>
                  <a:srgbClr val="404040"/>
                </a:solidFill>
                <a:latin typeface="Calibri"/>
                <a:cs typeface="Calibri"/>
              </a:rPr>
              <a:t>e</a:t>
            </a:r>
            <a:r>
              <a:rPr sz="2200" spc="40" dirty="0">
                <a:solidFill>
                  <a:srgbClr val="404040"/>
                </a:solidFill>
                <a:latin typeface="Calibri"/>
                <a:cs typeface="Calibri"/>
              </a:rPr>
              <a:t>u</a:t>
            </a:r>
            <a:r>
              <a:rPr sz="2200" spc="-70" dirty="0">
                <a:solidFill>
                  <a:srgbClr val="404040"/>
                </a:solidFill>
                <a:latin typeface="Calibri"/>
                <a:cs typeface="Calibri"/>
              </a:rPr>
              <a:t>r</a:t>
            </a:r>
            <a:r>
              <a:rPr sz="2200" dirty="0">
                <a:solidFill>
                  <a:srgbClr val="404040"/>
                </a:solidFill>
                <a:latin typeface="Calibri"/>
                <a:cs typeface="Calibri"/>
              </a:rPr>
              <a:t>s</a:t>
            </a:r>
            <a:r>
              <a:rPr sz="2200" spc="-260" dirty="0">
                <a:solidFill>
                  <a:srgbClr val="404040"/>
                </a:solidFill>
                <a:latin typeface="Calibri"/>
                <a:cs typeface="Calibri"/>
              </a:rPr>
              <a:t> </a:t>
            </a:r>
            <a:r>
              <a:rPr sz="2200" spc="30" dirty="0">
                <a:solidFill>
                  <a:srgbClr val="404040"/>
                </a:solidFill>
                <a:latin typeface="Calibri"/>
                <a:cs typeface="Calibri"/>
              </a:rPr>
              <a:t>r</a:t>
            </a:r>
            <a:r>
              <a:rPr sz="2200" spc="35" dirty="0">
                <a:solidFill>
                  <a:srgbClr val="404040"/>
                </a:solidFill>
                <a:latin typeface="Calibri"/>
                <a:cs typeface="Calibri"/>
              </a:rPr>
              <a:t>ô</a:t>
            </a:r>
            <a:r>
              <a:rPr sz="2200" spc="-5" dirty="0">
                <a:solidFill>
                  <a:srgbClr val="404040"/>
                </a:solidFill>
                <a:latin typeface="Calibri"/>
                <a:cs typeface="Calibri"/>
              </a:rPr>
              <a:t>l</a:t>
            </a:r>
            <a:r>
              <a:rPr sz="2200" spc="5" dirty="0">
                <a:solidFill>
                  <a:srgbClr val="404040"/>
                </a:solidFill>
                <a:latin typeface="Calibri"/>
                <a:cs typeface="Calibri"/>
              </a:rPr>
              <a:t>e</a:t>
            </a:r>
            <a:r>
              <a:rPr sz="2200" dirty="0">
                <a:solidFill>
                  <a:srgbClr val="404040"/>
                </a:solidFill>
                <a:latin typeface="Calibri"/>
                <a:cs typeface="Calibri"/>
              </a:rPr>
              <a:t>s</a:t>
            </a:r>
            <a:endParaRPr sz="2200" dirty="0">
              <a:latin typeface="Calibri"/>
              <a:cs typeface="Calibri"/>
            </a:endParaRPr>
          </a:p>
          <a:p>
            <a:pPr marL="825500" lvl="2" indent="-342900">
              <a:lnSpc>
                <a:spcPct val="100000"/>
              </a:lnSpc>
              <a:spcBef>
                <a:spcPts val="1460"/>
              </a:spcBef>
              <a:buClr>
                <a:srgbClr val="1F497C"/>
              </a:buClr>
              <a:buFont typeface="Wingdings"/>
              <a:buChar char=""/>
              <a:tabLst>
                <a:tab pos="824865" algn="l"/>
                <a:tab pos="825500" algn="l"/>
              </a:tabLst>
            </a:pPr>
            <a:r>
              <a:rPr sz="1400" spc="-30" dirty="0">
                <a:solidFill>
                  <a:srgbClr val="404040"/>
                </a:solidFill>
                <a:latin typeface="Calibri"/>
                <a:cs typeface="Calibri"/>
              </a:rPr>
              <a:t>O</a:t>
            </a:r>
            <a:r>
              <a:rPr sz="1400" dirty="0">
                <a:solidFill>
                  <a:srgbClr val="404040"/>
                </a:solidFill>
                <a:latin typeface="Calibri"/>
                <a:cs typeface="Calibri"/>
              </a:rPr>
              <a:t>n</a:t>
            </a:r>
            <a:r>
              <a:rPr sz="1400" spc="-55" dirty="0">
                <a:solidFill>
                  <a:srgbClr val="404040"/>
                </a:solidFill>
                <a:latin typeface="Calibri"/>
                <a:cs typeface="Calibri"/>
              </a:rPr>
              <a:t> </a:t>
            </a:r>
            <a:r>
              <a:rPr sz="1400" spc="-40" dirty="0">
                <a:solidFill>
                  <a:srgbClr val="404040"/>
                </a:solidFill>
                <a:latin typeface="Calibri"/>
                <a:cs typeface="Calibri"/>
              </a:rPr>
              <a:t>p</a:t>
            </a:r>
            <a:r>
              <a:rPr sz="1400" dirty="0">
                <a:solidFill>
                  <a:srgbClr val="404040"/>
                </a:solidFill>
                <a:latin typeface="Calibri"/>
                <a:cs typeface="Calibri"/>
              </a:rPr>
              <a:t>e</a:t>
            </a:r>
            <a:r>
              <a:rPr sz="1400" spc="-40" dirty="0">
                <a:solidFill>
                  <a:srgbClr val="404040"/>
                </a:solidFill>
                <a:latin typeface="Calibri"/>
                <a:cs typeface="Calibri"/>
              </a:rPr>
              <a:t>u</a:t>
            </a:r>
            <a:r>
              <a:rPr sz="1400" dirty="0">
                <a:solidFill>
                  <a:srgbClr val="404040"/>
                </a:solidFill>
                <a:latin typeface="Calibri"/>
                <a:cs typeface="Calibri"/>
              </a:rPr>
              <a:t>t</a:t>
            </a:r>
            <a:r>
              <a:rPr sz="1400" spc="-90" dirty="0">
                <a:solidFill>
                  <a:srgbClr val="404040"/>
                </a:solidFill>
                <a:latin typeface="Calibri"/>
                <a:cs typeface="Calibri"/>
              </a:rPr>
              <a:t> </a:t>
            </a:r>
            <a:r>
              <a:rPr sz="1400" dirty="0">
                <a:solidFill>
                  <a:srgbClr val="404040"/>
                </a:solidFill>
                <a:latin typeface="Calibri"/>
                <a:cs typeface="Calibri"/>
              </a:rPr>
              <a:t>ê</a:t>
            </a:r>
            <a:r>
              <a:rPr sz="1400" spc="30" dirty="0">
                <a:solidFill>
                  <a:srgbClr val="404040"/>
                </a:solidFill>
                <a:latin typeface="Calibri"/>
                <a:cs typeface="Calibri"/>
              </a:rPr>
              <a:t>t</a:t>
            </a:r>
            <a:r>
              <a:rPr sz="1400" spc="10" dirty="0">
                <a:solidFill>
                  <a:srgbClr val="404040"/>
                </a:solidFill>
                <a:latin typeface="Calibri"/>
                <a:cs typeface="Calibri"/>
              </a:rPr>
              <a:t>r</a:t>
            </a:r>
            <a:r>
              <a:rPr sz="1400" dirty="0">
                <a:solidFill>
                  <a:srgbClr val="404040"/>
                </a:solidFill>
                <a:latin typeface="Calibri"/>
                <a:cs typeface="Calibri"/>
              </a:rPr>
              <a:t>e</a:t>
            </a:r>
            <a:r>
              <a:rPr sz="1400" spc="-114" dirty="0">
                <a:solidFill>
                  <a:srgbClr val="404040"/>
                </a:solidFill>
                <a:latin typeface="Calibri"/>
                <a:cs typeface="Calibri"/>
              </a:rPr>
              <a:t> </a:t>
            </a:r>
            <a:r>
              <a:rPr sz="1400" dirty="0">
                <a:solidFill>
                  <a:srgbClr val="404040"/>
                </a:solidFill>
                <a:latin typeface="Calibri"/>
                <a:cs typeface="Calibri"/>
              </a:rPr>
              <a:t>à</a:t>
            </a:r>
            <a:r>
              <a:rPr sz="1400" spc="-90" dirty="0">
                <a:solidFill>
                  <a:srgbClr val="404040"/>
                </a:solidFill>
                <a:latin typeface="Calibri"/>
                <a:cs typeface="Calibri"/>
              </a:rPr>
              <a:t> </a:t>
            </a:r>
            <a:r>
              <a:rPr sz="1400" spc="-25" dirty="0">
                <a:solidFill>
                  <a:srgbClr val="404040"/>
                </a:solidFill>
                <a:latin typeface="Calibri"/>
                <a:cs typeface="Calibri"/>
              </a:rPr>
              <a:t>l</a:t>
            </a:r>
            <a:r>
              <a:rPr sz="1400" dirty="0">
                <a:solidFill>
                  <a:srgbClr val="404040"/>
                </a:solidFill>
                <a:latin typeface="Calibri"/>
                <a:cs typeface="Calibri"/>
              </a:rPr>
              <a:t>a</a:t>
            </a:r>
            <a:r>
              <a:rPr sz="1400" spc="-90" dirty="0">
                <a:solidFill>
                  <a:srgbClr val="404040"/>
                </a:solidFill>
                <a:latin typeface="Calibri"/>
                <a:cs typeface="Calibri"/>
              </a:rPr>
              <a:t> </a:t>
            </a:r>
            <a:r>
              <a:rPr sz="1400" spc="-30" dirty="0">
                <a:solidFill>
                  <a:srgbClr val="404040"/>
                </a:solidFill>
                <a:latin typeface="Calibri"/>
                <a:cs typeface="Calibri"/>
              </a:rPr>
              <a:t>f</a:t>
            </a:r>
            <a:r>
              <a:rPr sz="1400" spc="-40" dirty="0">
                <a:solidFill>
                  <a:srgbClr val="404040"/>
                </a:solidFill>
                <a:latin typeface="Calibri"/>
                <a:cs typeface="Calibri"/>
              </a:rPr>
              <a:t>o</a:t>
            </a:r>
            <a:r>
              <a:rPr sz="1400" spc="-25" dirty="0">
                <a:solidFill>
                  <a:srgbClr val="404040"/>
                </a:solidFill>
                <a:latin typeface="Calibri"/>
                <a:cs typeface="Calibri"/>
              </a:rPr>
              <a:t>i</a:t>
            </a:r>
            <a:r>
              <a:rPr sz="1400" dirty="0">
                <a:solidFill>
                  <a:srgbClr val="404040"/>
                </a:solidFill>
                <a:latin typeface="Calibri"/>
                <a:cs typeface="Calibri"/>
              </a:rPr>
              <a:t>s</a:t>
            </a:r>
            <a:r>
              <a:rPr sz="1400" spc="-65" dirty="0">
                <a:solidFill>
                  <a:srgbClr val="404040"/>
                </a:solidFill>
                <a:latin typeface="Calibri"/>
                <a:cs typeface="Calibri"/>
              </a:rPr>
              <a:t> </a:t>
            </a:r>
            <a:r>
              <a:rPr sz="1400" spc="-40" dirty="0">
                <a:solidFill>
                  <a:srgbClr val="404040"/>
                </a:solidFill>
                <a:latin typeface="Calibri"/>
                <a:cs typeface="Calibri"/>
              </a:rPr>
              <a:t>p</a:t>
            </a:r>
            <a:r>
              <a:rPr sz="1400" spc="10" dirty="0">
                <a:solidFill>
                  <a:srgbClr val="404040"/>
                </a:solidFill>
                <a:latin typeface="Calibri"/>
                <a:cs typeface="Calibri"/>
              </a:rPr>
              <a:t>r</a:t>
            </a:r>
            <a:r>
              <a:rPr sz="1400" spc="-40" dirty="0">
                <a:solidFill>
                  <a:srgbClr val="404040"/>
                </a:solidFill>
                <a:latin typeface="Calibri"/>
                <a:cs typeface="Calibri"/>
              </a:rPr>
              <a:t>o</a:t>
            </a:r>
            <a:r>
              <a:rPr sz="1400" spc="-30" dirty="0">
                <a:solidFill>
                  <a:srgbClr val="404040"/>
                </a:solidFill>
                <a:latin typeface="Calibri"/>
                <a:cs typeface="Calibri"/>
              </a:rPr>
              <a:t>f</a:t>
            </a:r>
            <a:r>
              <a:rPr sz="1400" dirty="0">
                <a:solidFill>
                  <a:srgbClr val="404040"/>
                </a:solidFill>
                <a:latin typeface="Calibri"/>
                <a:cs typeface="Calibri"/>
              </a:rPr>
              <a:t>e</a:t>
            </a:r>
            <a:r>
              <a:rPr sz="1400" spc="-50" dirty="0">
                <a:solidFill>
                  <a:srgbClr val="404040"/>
                </a:solidFill>
                <a:latin typeface="Calibri"/>
                <a:cs typeface="Calibri"/>
              </a:rPr>
              <a:t>ss</a:t>
            </a:r>
            <a:r>
              <a:rPr sz="1400" dirty="0">
                <a:solidFill>
                  <a:srgbClr val="404040"/>
                </a:solidFill>
                <a:latin typeface="Calibri"/>
                <a:cs typeface="Calibri"/>
              </a:rPr>
              <a:t>e</a:t>
            </a:r>
            <a:r>
              <a:rPr sz="1400" spc="-40" dirty="0">
                <a:solidFill>
                  <a:srgbClr val="404040"/>
                </a:solidFill>
                <a:latin typeface="Calibri"/>
                <a:cs typeface="Calibri"/>
              </a:rPr>
              <a:t>u</a:t>
            </a:r>
            <a:r>
              <a:rPr sz="1400" dirty="0">
                <a:solidFill>
                  <a:srgbClr val="404040"/>
                </a:solidFill>
                <a:latin typeface="Calibri"/>
                <a:cs typeface="Calibri"/>
              </a:rPr>
              <a:t>r</a:t>
            </a:r>
            <a:r>
              <a:rPr sz="1400" spc="-105" dirty="0">
                <a:solidFill>
                  <a:srgbClr val="404040"/>
                </a:solidFill>
                <a:latin typeface="Calibri"/>
                <a:cs typeface="Calibri"/>
              </a:rPr>
              <a:t> </a:t>
            </a:r>
            <a:r>
              <a:rPr sz="1400" dirty="0">
                <a:solidFill>
                  <a:srgbClr val="404040"/>
                </a:solidFill>
                <a:latin typeface="Calibri"/>
                <a:cs typeface="Calibri"/>
              </a:rPr>
              <a:t>et</a:t>
            </a:r>
            <a:r>
              <a:rPr sz="1400" spc="-90" dirty="0">
                <a:solidFill>
                  <a:srgbClr val="404040"/>
                </a:solidFill>
                <a:latin typeface="Calibri"/>
                <a:cs typeface="Calibri"/>
              </a:rPr>
              <a:t> </a:t>
            </a:r>
            <a:r>
              <a:rPr sz="1400" spc="10" dirty="0">
                <a:solidFill>
                  <a:srgbClr val="404040"/>
                </a:solidFill>
                <a:latin typeface="Calibri"/>
                <a:cs typeface="Calibri"/>
              </a:rPr>
              <a:t>r</a:t>
            </a:r>
            <a:r>
              <a:rPr sz="1400" dirty="0">
                <a:solidFill>
                  <a:srgbClr val="404040"/>
                </a:solidFill>
                <a:latin typeface="Calibri"/>
                <a:cs typeface="Calibri"/>
              </a:rPr>
              <a:t>e</a:t>
            </a:r>
            <a:r>
              <a:rPr sz="1400" spc="-50" dirty="0">
                <a:solidFill>
                  <a:srgbClr val="404040"/>
                </a:solidFill>
                <a:latin typeface="Calibri"/>
                <a:cs typeface="Calibri"/>
              </a:rPr>
              <a:t>s</a:t>
            </a:r>
            <a:r>
              <a:rPr sz="1400" spc="-40" dirty="0">
                <a:solidFill>
                  <a:srgbClr val="404040"/>
                </a:solidFill>
                <a:latin typeface="Calibri"/>
                <a:cs typeface="Calibri"/>
              </a:rPr>
              <a:t>pon</a:t>
            </a:r>
            <a:r>
              <a:rPr sz="1400" spc="-50" dirty="0">
                <a:solidFill>
                  <a:srgbClr val="404040"/>
                </a:solidFill>
                <a:latin typeface="Calibri"/>
                <a:cs typeface="Calibri"/>
              </a:rPr>
              <a:t>s</a:t>
            </a:r>
            <a:r>
              <a:rPr sz="1400" spc="25" dirty="0">
                <a:solidFill>
                  <a:srgbClr val="404040"/>
                </a:solidFill>
                <a:latin typeface="Calibri"/>
                <a:cs typeface="Calibri"/>
              </a:rPr>
              <a:t>a</a:t>
            </a:r>
            <a:r>
              <a:rPr sz="1400" spc="-40" dirty="0">
                <a:solidFill>
                  <a:srgbClr val="404040"/>
                </a:solidFill>
                <a:latin typeface="Calibri"/>
                <a:cs typeface="Calibri"/>
              </a:rPr>
              <a:t>b</a:t>
            </a:r>
            <a:r>
              <a:rPr sz="1400" spc="-25" dirty="0">
                <a:solidFill>
                  <a:srgbClr val="404040"/>
                </a:solidFill>
                <a:latin typeface="Calibri"/>
                <a:cs typeface="Calibri"/>
              </a:rPr>
              <a:t>l</a:t>
            </a:r>
            <a:r>
              <a:rPr sz="1400" dirty="0">
                <a:solidFill>
                  <a:srgbClr val="404040"/>
                </a:solidFill>
                <a:latin typeface="Calibri"/>
                <a:cs typeface="Calibri"/>
              </a:rPr>
              <a:t>e</a:t>
            </a:r>
            <a:r>
              <a:rPr sz="1400" spc="-15" dirty="0">
                <a:solidFill>
                  <a:srgbClr val="404040"/>
                </a:solidFill>
                <a:latin typeface="Calibri"/>
                <a:cs typeface="Calibri"/>
              </a:rPr>
              <a:t> </a:t>
            </a:r>
            <a:r>
              <a:rPr sz="1400" spc="-40" dirty="0">
                <a:solidFill>
                  <a:srgbClr val="404040"/>
                </a:solidFill>
                <a:latin typeface="Calibri"/>
                <a:cs typeface="Calibri"/>
              </a:rPr>
              <a:t>d</a:t>
            </a:r>
            <a:r>
              <a:rPr sz="1400" dirty="0">
                <a:solidFill>
                  <a:srgbClr val="404040"/>
                </a:solidFill>
                <a:latin typeface="Calibri"/>
                <a:cs typeface="Calibri"/>
              </a:rPr>
              <a:t>e</a:t>
            </a:r>
            <a:r>
              <a:rPr sz="1400" spc="-114" dirty="0">
                <a:solidFill>
                  <a:srgbClr val="404040"/>
                </a:solidFill>
                <a:latin typeface="Calibri"/>
                <a:cs typeface="Calibri"/>
              </a:rPr>
              <a:t> </a:t>
            </a:r>
            <a:r>
              <a:rPr sz="1400" spc="-40" dirty="0">
                <a:solidFill>
                  <a:srgbClr val="404040"/>
                </a:solidFill>
                <a:latin typeface="Calibri"/>
                <a:cs typeface="Calibri"/>
              </a:rPr>
              <a:t>d</a:t>
            </a:r>
            <a:r>
              <a:rPr sz="1400" dirty="0">
                <a:solidFill>
                  <a:srgbClr val="404040"/>
                </a:solidFill>
                <a:latin typeface="Calibri"/>
                <a:cs typeface="Calibri"/>
              </a:rPr>
              <a:t>é</a:t>
            </a:r>
            <a:r>
              <a:rPr sz="1400" spc="-40" dirty="0">
                <a:solidFill>
                  <a:srgbClr val="404040"/>
                </a:solidFill>
                <a:latin typeface="Calibri"/>
                <a:cs typeface="Calibri"/>
              </a:rPr>
              <a:t>p</a:t>
            </a:r>
            <a:r>
              <a:rPr sz="1400" spc="25" dirty="0">
                <a:solidFill>
                  <a:srgbClr val="404040"/>
                </a:solidFill>
                <a:latin typeface="Calibri"/>
                <a:cs typeface="Calibri"/>
              </a:rPr>
              <a:t>a</a:t>
            </a:r>
            <a:r>
              <a:rPr sz="1400" spc="10" dirty="0">
                <a:solidFill>
                  <a:srgbClr val="404040"/>
                </a:solidFill>
                <a:latin typeface="Calibri"/>
                <a:cs typeface="Calibri"/>
              </a:rPr>
              <a:t>r</a:t>
            </a:r>
            <a:r>
              <a:rPr sz="1400" spc="30" dirty="0">
                <a:solidFill>
                  <a:srgbClr val="404040"/>
                </a:solidFill>
                <a:latin typeface="Calibri"/>
                <a:cs typeface="Calibri"/>
              </a:rPr>
              <a:t>t</a:t>
            </a:r>
            <a:r>
              <a:rPr sz="1400" dirty="0">
                <a:solidFill>
                  <a:srgbClr val="404040"/>
                </a:solidFill>
                <a:latin typeface="Calibri"/>
                <a:cs typeface="Calibri"/>
              </a:rPr>
              <a:t>e</a:t>
            </a:r>
            <a:r>
              <a:rPr sz="1400" spc="-20" dirty="0">
                <a:solidFill>
                  <a:srgbClr val="404040"/>
                </a:solidFill>
                <a:latin typeface="Calibri"/>
                <a:cs typeface="Calibri"/>
              </a:rPr>
              <a:t>m</a:t>
            </a:r>
            <a:r>
              <a:rPr sz="1400" dirty="0">
                <a:solidFill>
                  <a:srgbClr val="404040"/>
                </a:solidFill>
                <a:latin typeface="Calibri"/>
                <a:cs typeface="Calibri"/>
              </a:rPr>
              <a:t>e</a:t>
            </a:r>
            <a:r>
              <a:rPr sz="1400" spc="-40" dirty="0">
                <a:solidFill>
                  <a:srgbClr val="404040"/>
                </a:solidFill>
                <a:latin typeface="Calibri"/>
                <a:cs typeface="Calibri"/>
              </a:rPr>
              <a:t>n</a:t>
            </a:r>
            <a:r>
              <a:rPr sz="1400" dirty="0">
                <a:solidFill>
                  <a:srgbClr val="404040"/>
                </a:solidFill>
                <a:latin typeface="Calibri"/>
                <a:cs typeface="Calibri"/>
              </a:rPr>
              <a:t>t</a:t>
            </a:r>
            <a:endParaRPr sz="1400" dirty="0">
              <a:latin typeface="Calibri"/>
              <a:cs typeface="Calibri"/>
            </a:endParaRPr>
          </a:p>
          <a:p>
            <a:pPr lvl="2">
              <a:lnSpc>
                <a:spcPct val="100000"/>
              </a:lnSpc>
              <a:spcBef>
                <a:spcPts val="35"/>
              </a:spcBef>
              <a:buClr>
                <a:srgbClr val="1F497C"/>
              </a:buClr>
              <a:buFont typeface="Wingdings"/>
              <a:buChar char=""/>
            </a:pPr>
            <a:endParaRPr sz="1300" dirty="0">
              <a:latin typeface="Calibri"/>
              <a:cs typeface="Calibri"/>
            </a:endParaRPr>
          </a:p>
          <a:p>
            <a:pPr marL="825500" lvl="2" indent="-342900">
              <a:lnSpc>
                <a:spcPct val="100000"/>
              </a:lnSpc>
              <a:buClr>
                <a:srgbClr val="1F497C"/>
              </a:buClr>
              <a:buFont typeface="Wingdings"/>
              <a:buChar char=""/>
              <a:tabLst>
                <a:tab pos="824865" algn="l"/>
                <a:tab pos="825500" algn="l"/>
              </a:tabLst>
            </a:pPr>
            <a:r>
              <a:rPr sz="1400" spc="-50" dirty="0">
                <a:solidFill>
                  <a:srgbClr val="404040"/>
                </a:solidFill>
                <a:latin typeface="Calibri"/>
                <a:cs typeface="Calibri"/>
              </a:rPr>
              <a:t>C</a:t>
            </a:r>
            <a:r>
              <a:rPr sz="1400" spc="-40" dirty="0">
                <a:solidFill>
                  <a:srgbClr val="404040"/>
                </a:solidFill>
                <a:latin typeface="Calibri"/>
                <a:cs typeface="Calibri"/>
              </a:rPr>
              <a:t>on</a:t>
            </a:r>
            <a:r>
              <a:rPr sz="1400" spc="-50" dirty="0">
                <a:solidFill>
                  <a:srgbClr val="404040"/>
                </a:solidFill>
                <a:latin typeface="Calibri"/>
                <a:cs typeface="Calibri"/>
              </a:rPr>
              <a:t>s</a:t>
            </a:r>
            <a:r>
              <a:rPr sz="1400" dirty="0">
                <a:solidFill>
                  <a:srgbClr val="404040"/>
                </a:solidFill>
                <a:latin typeface="Calibri"/>
                <a:cs typeface="Calibri"/>
              </a:rPr>
              <a:t>e</a:t>
            </a:r>
            <a:r>
              <a:rPr sz="1400" spc="-25" dirty="0">
                <a:solidFill>
                  <a:srgbClr val="404040"/>
                </a:solidFill>
                <a:latin typeface="Calibri"/>
                <a:cs typeface="Calibri"/>
              </a:rPr>
              <a:t>ill</a:t>
            </a:r>
            <a:r>
              <a:rPr sz="1400" dirty="0">
                <a:solidFill>
                  <a:srgbClr val="404040"/>
                </a:solidFill>
                <a:latin typeface="Calibri"/>
                <a:cs typeface="Calibri"/>
              </a:rPr>
              <a:t>er</a:t>
            </a:r>
            <a:r>
              <a:rPr sz="1400" spc="-10" dirty="0">
                <a:solidFill>
                  <a:srgbClr val="404040"/>
                </a:solidFill>
                <a:latin typeface="Calibri"/>
                <a:cs typeface="Calibri"/>
              </a:rPr>
              <a:t> </a:t>
            </a:r>
            <a:r>
              <a:rPr sz="1400" dirty="0">
                <a:solidFill>
                  <a:srgbClr val="404040"/>
                </a:solidFill>
                <a:latin typeface="Calibri"/>
                <a:cs typeface="Calibri"/>
              </a:rPr>
              <a:t>et</a:t>
            </a:r>
            <a:r>
              <a:rPr sz="1400" spc="-90" dirty="0">
                <a:solidFill>
                  <a:srgbClr val="404040"/>
                </a:solidFill>
                <a:latin typeface="Calibri"/>
                <a:cs typeface="Calibri"/>
              </a:rPr>
              <a:t> </a:t>
            </a:r>
            <a:r>
              <a:rPr sz="1400" spc="-50" dirty="0">
                <a:solidFill>
                  <a:srgbClr val="404040"/>
                </a:solidFill>
                <a:latin typeface="Calibri"/>
                <a:cs typeface="Calibri"/>
              </a:rPr>
              <a:t>C</a:t>
            </a:r>
            <a:r>
              <a:rPr sz="1400" spc="-25" dirty="0">
                <a:solidFill>
                  <a:srgbClr val="404040"/>
                </a:solidFill>
                <a:latin typeface="Calibri"/>
                <a:cs typeface="Calibri"/>
              </a:rPr>
              <a:t>li</a:t>
            </a:r>
            <a:r>
              <a:rPr sz="1400" dirty="0">
                <a:solidFill>
                  <a:srgbClr val="404040"/>
                </a:solidFill>
                <a:latin typeface="Calibri"/>
                <a:cs typeface="Calibri"/>
              </a:rPr>
              <a:t>e</a:t>
            </a:r>
            <a:r>
              <a:rPr sz="1400" spc="-40" dirty="0">
                <a:solidFill>
                  <a:srgbClr val="404040"/>
                </a:solidFill>
                <a:latin typeface="Calibri"/>
                <a:cs typeface="Calibri"/>
              </a:rPr>
              <a:t>n</a:t>
            </a:r>
            <a:r>
              <a:rPr sz="1400" dirty="0">
                <a:solidFill>
                  <a:srgbClr val="404040"/>
                </a:solidFill>
                <a:latin typeface="Calibri"/>
                <a:cs typeface="Calibri"/>
              </a:rPr>
              <a:t>t</a:t>
            </a:r>
            <a:r>
              <a:rPr sz="1400" spc="-90" dirty="0">
                <a:solidFill>
                  <a:srgbClr val="404040"/>
                </a:solidFill>
                <a:latin typeface="Calibri"/>
                <a:cs typeface="Calibri"/>
              </a:rPr>
              <a:t> </a:t>
            </a:r>
            <a:r>
              <a:rPr sz="1400" spc="-40" dirty="0">
                <a:solidFill>
                  <a:srgbClr val="404040"/>
                </a:solidFill>
                <a:latin typeface="Calibri"/>
                <a:cs typeface="Calibri"/>
              </a:rPr>
              <a:t>d</a:t>
            </a:r>
            <a:r>
              <a:rPr sz="1400" spc="25" dirty="0">
                <a:solidFill>
                  <a:srgbClr val="404040"/>
                </a:solidFill>
                <a:latin typeface="Calibri"/>
                <a:cs typeface="Calibri"/>
              </a:rPr>
              <a:t>a</a:t>
            </a:r>
            <a:r>
              <a:rPr sz="1400" spc="-40" dirty="0">
                <a:solidFill>
                  <a:srgbClr val="404040"/>
                </a:solidFill>
                <a:latin typeface="Calibri"/>
                <a:cs typeface="Calibri"/>
              </a:rPr>
              <a:t>n</a:t>
            </a:r>
            <a:r>
              <a:rPr sz="1400" dirty="0">
                <a:solidFill>
                  <a:srgbClr val="404040"/>
                </a:solidFill>
                <a:latin typeface="Calibri"/>
                <a:cs typeface="Calibri"/>
              </a:rPr>
              <a:t>s</a:t>
            </a:r>
            <a:r>
              <a:rPr sz="1400" spc="-65" dirty="0">
                <a:solidFill>
                  <a:srgbClr val="404040"/>
                </a:solidFill>
                <a:latin typeface="Calibri"/>
                <a:cs typeface="Calibri"/>
              </a:rPr>
              <a:t> </a:t>
            </a:r>
            <a:r>
              <a:rPr sz="1400" spc="-40" dirty="0">
                <a:solidFill>
                  <a:srgbClr val="404040"/>
                </a:solidFill>
                <a:latin typeface="Calibri"/>
                <a:cs typeface="Calibri"/>
              </a:rPr>
              <a:t>un</a:t>
            </a:r>
            <a:r>
              <a:rPr sz="1400" dirty="0">
                <a:solidFill>
                  <a:srgbClr val="404040"/>
                </a:solidFill>
                <a:latin typeface="Calibri"/>
                <a:cs typeface="Calibri"/>
              </a:rPr>
              <a:t>e</a:t>
            </a:r>
            <a:r>
              <a:rPr sz="1400" spc="-15" dirty="0">
                <a:solidFill>
                  <a:srgbClr val="404040"/>
                </a:solidFill>
                <a:latin typeface="Calibri"/>
                <a:cs typeface="Calibri"/>
              </a:rPr>
              <a:t> </a:t>
            </a:r>
            <a:r>
              <a:rPr sz="1400" spc="-40" dirty="0">
                <a:solidFill>
                  <a:srgbClr val="404040"/>
                </a:solidFill>
                <a:latin typeface="Calibri"/>
                <a:cs typeface="Calibri"/>
              </a:rPr>
              <a:t>b</a:t>
            </a:r>
            <a:r>
              <a:rPr sz="1400" spc="25" dirty="0">
                <a:solidFill>
                  <a:srgbClr val="404040"/>
                </a:solidFill>
                <a:latin typeface="Calibri"/>
                <a:cs typeface="Calibri"/>
              </a:rPr>
              <a:t>a</a:t>
            </a:r>
            <a:r>
              <a:rPr sz="1400" spc="-40" dirty="0">
                <a:solidFill>
                  <a:srgbClr val="404040"/>
                </a:solidFill>
                <a:latin typeface="Calibri"/>
                <a:cs typeface="Calibri"/>
              </a:rPr>
              <a:t>nqu</a:t>
            </a:r>
            <a:r>
              <a:rPr sz="1400" dirty="0">
                <a:solidFill>
                  <a:srgbClr val="404040"/>
                </a:solidFill>
                <a:latin typeface="Calibri"/>
                <a:cs typeface="Calibri"/>
              </a:rPr>
              <a:t>e</a:t>
            </a:r>
            <a:endParaRPr sz="1400" dirty="0">
              <a:latin typeface="Calibri"/>
              <a:cs typeface="Calibri"/>
            </a:endParaRPr>
          </a:p>
        </p:txBody>
      </p:sp>
      <p:pic>
        <p:nvPicPr>
          <p:cNvPr id="5" name="object 5"/>
          <p:cNvPicPr/>
          <p:nvPr/>
        </p:nvPicPr>
        <p:blipFill>
          <a:blip r:embed="rId2" cstate="print"/>
          <a:stretch>
            <a:fillRect/>
          </a:stretch>
        </p:blipFill>
        <p:spPr>
          <a:xfrm>
            <a:off x="1456391" y="3145837"/>
            <a:ext cx="560294" cy="931333"/>
          </a:xfrm>
          <a:prstGeom prst="rect">
            <a:avLst/>
          </a:prstGeom>
        </p:spPr>
      </p:pic>
      <p:pic>
        <p:nvPicPr>
          <p:cNvPr id="6" name="object 6"/>
          <p:cNvPicPr/>
          <p:nvPr/>
        </p:nvPicPr>
        <p:blipFill>
          <a:blip r:embed="rId3" cstate="print"/>
          <a:stretch>
            <a:fillRect/>
          </a:stretch>
        </p:blipFill>
        <p:spPr>
          <a:xfrm>
            <a:off x="2362200" y="2997200"/>
            <a:ext cx="800100" cy="1117600"/>
          </a:xfrm>
          <a:prstGeom prst="rect">
            <a:avLst/>
          </a:prstGeom>
        </p:spPr>
      </p:pic>
      <p:pic>
        <p:nvPicPr>
          <p:cNvPr id="7" name="object 7"/>
          <p:cNvPicPr/>
          <p:nvPr/>
        </p:nvPicPr>
        <p:blipFill>
          <a:blip r:embed="rId4" cstate="print"/>
          <a:stretch>
            <a:fillRect/>
          </a:stretch>
        </p:blipFill>
        <p:spPr>
          <a:xfrm>
            <a:off x="3600608" y="3098800"/>
            <a:ext cx="818991" cy="952500"/>
          </a:xfrm>
          <a:prstGeom prst="rect">
            <a:avLst/>
          </a:prstGeom>
        </p:spPr>
      </p:pic>
    </p:spTree>
    <p:extLst>
      <p:ext uri="{BB962C8B-B14F-4D97-AF65-F5344CB8AC3E}">
        <p14:creationId xmlns:p14="http://schemas.microsoft.com/office/powerpoint/2010/main" val="35328801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219200" y="1401202"/>
            <a:ext cx="10406381" cy="2831673"/>
          </a:xfrm>
          <a:prstGeom prst="rect">
            <a:avLst/>
          </a:prstGeom>
        </p:spPr>
        <p:txBody>
          <a:bodyPr vert="horz" wrap="square" lIns="0" tIns="40640" rIns="0" bIns="0" rtlCol="0">
            <a:spAutoFit/>
          </a:bodyPr>
          <a:lstStyle/>
          <a:p>
            <a:pPr fontAlgn="base"/>
            <a:r>
              <a:rPr lang="fr-FR" sz="1867" b="1" spc="-7" dirty="0">
                <a:solidFill>
                  <a:srgbClr val="999999"/>
                </a:solidFill>
                <a:latin typeface="Roboto"/>
                <a:cs typeface="Roboto"/>
              </a:rPr>
              <a:t>Acteur principal et secondaire</a:t>
            </a:r>
          </a:p>
          <a:p>
            <a:pPr fontAlgn="base"/>
            <a:endParaRPr lang="fr-FR" sz="1867" spc="-7" dirty="0">
              <a:solidFill>
                <a:srgbClr val="999999"/>
              </a:solidFill>
              <a:latin typeface="Roboto"/>
              <a:cs typeface="Roboto"/>
            </a:endParaRPr>
          </a:p>
          <a:p>
            <a:pPr marL="285750" indent="-285750" fontAlgn="base">
              <a:buFont typeface="Arial" panose="020B0604020202020204" pitchFamily="34" charset="0"/>
              <a:buChar char="•"/>
            </a:pPr>
            <a:r>
              <a:rPr lang="fr-FR" dirty="0">
                <a:solidFill>
                  <a:schemeClr val="tx2"/>
                </a:solidFill>
              </a:rPr>
              <a:t>Un acteur est qualifié de principal pour un cas d’utilisation lorsque ce cas rend service à cet acteur. Les autres acteurs sont alors qualifiés de secondaires. Un cas d’utilisation a au plus un acteur principal. </a:t>
            </a:r>
          </a:p>
          <a:p>
            <a:pPr fontAlgn="base"/>
            <a:r>
              <a:rPr lang="fr-FR" dirty="0">
                <a:solidFill>
                  <a:schemeClr val="tx2"/>
                </a:solidFill>
              </a:rPr>
              <a:t>      Un acteur principal obtient un résultat observable du système.</a:t>
            </a:r>
            <a:endParaRPr lang="fr-FR" sz="2000" dirty="0">
              <a:solidFill>
                <a:schemeClr val="tx2"/>
              </a:solidFill>
            </a:endParaRPr>
          </a:p>
          <a:p>
            <a:pPr marL="342900" indent="-342900" fontAlgn="base">
              <a:buFont typeface="Arial" panose="020B0604020202020204" pitchFamily="34" charset="0"/>
              <a:buChar char="•"/>
            </a:pPr>
            <a:r>
              <a:rPr lang="fr-FR" dirty="0">
                <a:solidFill>
                  <a:schemeClr val="tx2"/>
                </a:solidFill>
              </a:rPr>
              <a:t>Un acteur secondaire est sollicité pour des informations complémentaires. En général, l’acteur principal initie le cas d’utilisation par ses sollicitations. </a:t>
            </a:r>
          </a:p>
          <a:p>
            <a:pPr marL="342900" indent="-342900" fontAlgn="base">
              <a:buFont typeface="Arial" panose="020B0604020202020204" pitchFamily="34" charset="0"/>
              <a:buChar char="•"/>
            </a:pPr>
            <a:r>
              <a:rPr lang="fr-FR" dirty="0">
                <a:solidFill>
                  <a:schemeClr val="tx2"/>
                </a:solidFill>
              </a:rPr>
              <a:t>Les acteurs sont externes au système</a:t>
            </a:r>
          </a:p>
          <a:p>
            <a:r>
              <a:rPr lang="fr-FR" dirty="0">
                <a:solidFill>
                  <a:schemeClr val="tx2"/>
                </a:solidFill>
              </a:rPr>
              <a:t>Le stéréotype </a:t>
            </a:r>
            <a:r>
              <a:rPr lang="fr-FR" dirty="0"/>
              <a:t>« </a:t>
            </a:r>
            <a:r>
              <a:rPr lang="fr-FR" dirty="0" err="1"/>
              <a:t>primary</a:t>
            </a:r>
            <a:r>
              <a:rPr lang="fr-FR" dirty="0"/>
              <a:t> » </a:t>
            </a:r>
            <a:r>
              <a:rPr lang="fr-FR" dirty="0">
                <a:solidFill>
                  <a:schemeClr val="tx2"/>
                </a:solidFill>
              </a:rPr>
              <a:t>vient orner l’association reliant un cas d’utilisation à son acteur principal, le stéréotype </a:t>
            </a:r>
            <a:r>
              <a:rPr lang="fr-FR" dirty="0"/>
              <a:t>« </a:t>
            </a:r>
            <a:r>
              <a:rPr lang="fr-FR" dirty="0" err="1"/>
              <a:t>secondary</a:t>
            </a:r>
            <a:r>
              <a:rPr lang="fr-FR" dirty="0"/>
              <a:t> » </a:t>
            </a:r>
            <a:r>
              <a:rPr lang="fr-FR" dirty="0">
                <a:solidFill>
                  <a:schemeClr val="tx2"/>
                </a:solidFill>
              </a:rPr>
              <a:t>est utilisé pour les acteurs secondaires.</a:t>
            </a:r>
            <a:endParaRPr lang="fr-FR" sz="2000" b="0" dirty="0">
              <a:solidFill>
                <a:schemeClr val="tx2"/>
              </a:solidFill>
              <a:effectLst/>
            </a:endParaRPr>
          </a:p>
        </p:txBody>
      </p:sp>
      <p:sp>
        <p:nvSpPr>
          <p:cNvPr id="5" name="object 2"/>
          <p:cNvSpPr txBox="1">
            <a:spLocks noGrp="1"/>
          </p:cNvSpPr>
          <p:nvPr>
            <p:ph type="title"/>
          </p:nvPr>
        </p:nvSpPr>
        <p:spPr>
          <a:xfrm>
            <a:off x="1064260" y="677776"/>
            <a:ext cx="7317740" cy="689932"/>
          </a:xfrm>
          <a:prstGeom prst="rect">
            <a:avLst/>
          </a:prstGeom>
        </p:spPr>
        <p:txBody>
          <a:bodyPr vert="horz" wrap="square" lIns="0" tIns="12700" rIns="0" bIns="0" rtlCol="0">
            <a:spAutoFit/>
          </a:bodyPr>
          <a:lstStyle/>
          <a:p>
            <a:pPr marL="12700">
              <a:lnSpc>
                <a:spcPct val="100000"/>
              </a:lnSpc>
              <a:spcBef>
                <a:spcPts val="100"/>
              </a:spcBef>
            </a:pPr>
            <a:r>
              <a:rPr spc="-155" dirty="0" err="1"/>
              <a:t>Qu’</a:t>
            </a:r>
            <a:r>
              <a:rPr lang="en-US" spc="-155" dirty="0" err="1"/>
              <a:t>Est-ce</a:t>
            </a:r>
            <a:r>
              <a:rPr lang="fr-FR" spc="100" dirty="0"/>
              <a:t> </a:t>
            </a:r>
            <a:r>
              <a:rPr spc="-95" dirty="0" err="1"/>
              <a:t>qu’un</a:t>
            </a:r>
            <a:r>
              <a:rPr spc="85" dirty="0"/>
              <a:t> </a:t>
            </a:r>
            <a:r>
              <a:rPr spc="-80" dirty="0"/>
              <a:t>Acteur?</a:t>
            </a:r>
          </a:p>
        </p:txBody>
      </p:sp>
      <p:sp>
        <p:nvSpPr>
          <p:cNvPr id="39" name="Oval 6"/>
          <p:cNvSpPr>
            <a:spLocks noChangeArrowheads="1"/>
          </p:cNvSpPr>
          <p:nvPr/>
        </p:nvSpPr>
        <p:spPr bwMode="auto">
          <a:xfrm>
            <a:off x="7010400" y="5410200"/>
            <a:ext cx="1731963" cy="57626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fr-FR" altLang="fr-FR" sz="1600">
                <a:solidFill>
                  <a:schemeClr val="tx2"/>
                </a:solidFill>
                <a:latin typeface="Trebuchet MS" panose="020B0603020202020204" pitchFamily="34" charset="0"/>
              </a:rPr>
              <a:t>Retrait Argent</a:t>
            </a:r>
          </a:p>
        </p:txBody>
      </p:sp>
      <p:sp>
        <p:nvSpPr>
          <p:cNvPr id="40" name="Rectangle 7"/>
          <p:cNvSpPr>
            <a:spLocks noChangeArrowheads="1"/>
          </p:cNvSpPr>
          <p:nvPr/>
        </p:nvSpPr>
        <p:spPr bwMode="auto">
          <a:xfrm>
            <a:off x="6434138" y="4618037"/>
            <a:ext cx="2952750" cy="20891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ar-MA" altLang="fr-FR" sz="1800">
              <a:solidFill>
                <a:schemeClr val="tx2"/>
              </a:solidFill>
            </a:endParaRPr>
          </a:p>
        </p:txBody>
      </p:sp>
      <p:grpSp>
        <p:nvGrpSpPr>
          <p:cNvPr id="41" name="Group 9"/>
          <p:cNvGrpSpPr>
            <a:grpSpLocks/>
          </p:cNvGrpSpPr>
          <p:nvPr/>
        </p:nvGrpSpPr>
        <p:grpSpPr bwMode="auto">
          <a:xfrm>
            <a:off x="5713413" y="5194300"/>
            <a:ext cx="360362" cy="649287"/>
            <a:chOff x="957" y="3475"/>
            <a:chExt cx="227" cy="409"/>
          </a:xfrm>
        </p:grpSpPr>
        <p:sp>
          <p:nvSpPr>
            <p:cNvPr id="42" name="Oval 10"/>
            <p:cNvSpPr>
              <a:spLocks noChangeArrowheads="1"/>
            </p:cNvSpPr>
            <p:nvPr/>
          </p:nvSpPr>
          <p:spPr bwMode="auto">
            <a:xfrm>
              <a:off x="975" y="3475"/>
              <a:ext cx="181" cy="18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ar-MA" altLang="fr-FR" sz="1800">
                <a:solidFill>
                  <a:schemeClr val="tx2"/>
                </a:solidFill>
              </a:endParaRPr>
            </a:p>
          </p:txBody>
        </p:sp>
        <p:sp>
          <p:nvSpPr>
            <p:cNvPr id="43" name="Line 11"/>
            <p:cNvSpPr>
              <a:spLocks noChangeShapeType="1"/>
            </p:cNvSpPr>
            <p:nvPr/>
          </p:nvSpPr>
          <p:spPr bwMode="auto">
            <a:xfrm>
              <a:off x="1066" y="3657"/>
              <a:ext cx="0" cy="18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sp>
          <p:nvSpPr>
            <p:cNvPr id="44" name="Line 12"/>
            <p:cNvSpPr>
              <a:spLocks noChangeShapeType="1"/>
            </p:cNvSpPr>
            <p:nvPr/>
          </p:nvSpPr>
          <p:spPr bwMode="auto">
            <a:xfrm>
              <a:off x="957" y="3666"/>
              <a:ext cx="22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sp>
          <p:nvSpPr>
            <p:cNvPr id="45" name="Line 13"/>
            <p:cNvSpPr>
              <a:spLocks noChangeShapeType="1"/>
            </p:cNvSpPr>
            <p:nvPr/>
          </p:nvSpPr>
          <p:spPr bwMode="auto">
            <a:xfrm flipH="1">
              <a:off x="975" y="3838"/>
              <a:ext cx="91"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sp>
          <p:nvSpPr>
            <p:cNvPr id="46" name="Line 14"/>
            <p:cNvSpPr>
              <a:spLocks noChangeShapeType="1"/>
            </p:cNvSpPr>
            <p:nvPr/>
          </p:nvSpPr>
          <p:spPr bwMode="auto">
            <a:xfrm>
              <a:off x="1066" y="3838"/>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grpSp>
      <p:sp>
        <p:nvSpPr>
          <p:cNvPr id="47" name="Text Box 15"/>
          <p:cNvSpPr txBox="1">
            <a:spLocks noChangeArrowheads="1"/>
          </p:cNvSpPr>
          <p:nvPr/>
        </p:nvSpPr>
        <p:spPr bwMode="auto">
          <a:xfrm>
            <a:off x="5497513" y="5915025"/>
            <a:ext cx="7191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fr-FR" altLang="fr-FR" sz="1800">
                <a:solidFill>
                  <a:schemeClr val="tx2"/>
                </a:solidFill>
              </a:rPr>
              <a:t>client</a:t>
            </a:r>
          </a:p>
        </p:txBody>
      </p:sp>
      <p:sp>
        <p:nvSpPr>
          <p:cNvPr id="48" name="Rectangle 16"/>
          <p:cNvSpPr>
            <a:spLocks noChangeArrowheads="1"/>
          </p:cNvSpPr>
          <p:nvPr/>
        </p:nvSpPr>
        <p:spPr bwMode="auto">
          <a:xfrm>
            <a:off x="9890125" y="5338762"/>
            <a:ext cx="1439863" cy="649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fr-FR" altLang="fr-FR" sz="1400">
                <a:solidFill>
                  <a:schemeClr val="tx2"/>
                </a:solidFill>
              </a:rPr>
              <a:t>« actor »</a:t>
            </a:r>
          </a:p>
          <a:p>
            <a:pPr algn="ctr" eaLnBrk="1" hangingPunct="1">
              <a:spcBef>
                <a:spcPct val="0"/>
              </a:spcBef>
              <a:buClrTx/>
              <a:buSzTx/>
              <a:buFontTx/>
              <a:buNone/>
            </a:pPr>
            <a:r>
              <a:rPr lang="fr-FR" altLang="fr-FR" sz="1400">
                <a:solidFill>
                  <a:schemeClr val="tx2"/>
                </a:solidFill>
              </a:rPr>
              <a:t>Sys Inter Banque</a:t>
            </a:r>
          </a:p>
        </p:txBody>
      </p:sp>
      <p:sp>
        <p:nvSpPr>
          <p:cNvPr id="49" name="Line 17"/>
          <p:cNvSpPr>
            <a:spLocks noChangeShapeType="1"/>
          </p:cNvSpPr>
          <p:nvPr/>
        </p:nvSpPr>
        <p:spPr bwMode="auto">
          <a:xfrm>
            <a:off x="5902325" y="5699125"/>
            <a:ext cx="11080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sp>
        <p:nvSpPr>
          <p:cNvPr id="50" name="Line 18"/>
          <p:cNvSpPr>
            <a:spLocks noChangeShapeType="1"/>
          </p:cNvSpPr>
          <p:nvPr/>
        </p:nvSpPr>
        <p:spPr bwMode="auto">
          <a:xfrm>
            <a:off x="8737600" y="5699125"/>
            <a:ext cx="11525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solidFill>
                <a:schemeClr val="tx2"/>
              </a:solidFill>
            </a:endParaRPr>
          </a:p>
        </p:txBody>
      </p:sp>
      <p:sp>
        <p:nvSpPr>
          <p:cNvPr id="51" name="Text Box 19"/>
          <p:cNvSpPr txBox="1">
            <a:spLocks noChangeArrowheads="1"/>
          </p:cNvSpPr>
          <p:nvPr/>
        </p:nvSpPr>
        <p:spPr bwMode="auto">
          <a:xfrm>
            <a:off x="5989638" y="5394325"/>
            <a:ext cx="10795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fr-FR" altLang="fr-FR" sz="1800">
                <a:solidFill>
                  <a:schemeClr val="tx2"/>
                </a:solidFill>
                <a:latin typeface="Monotype Corsiva" panose="03010101010201010101" pitchFamily="66" charset="0"/>
              </a:rPr>
              <a:t>« Primary»</a:t>
            </a:r>
          </a:p>
        </p:txBody>
      </p:sp>
      <p:sp>
        <p:nvSpPr>
          <p:cNvPr id="52" name="Text Box 20"/>
          <p:cNvSpPr txBox="1">
            <a:spLocks noChangeArrowheads="1"/>
          </p:cNvSpPr>
          <p:nvPr/>
        </p:nvSpPr>
        <p:spPr bwMode="auto">
          <a:xfrm>
            <a:off x="8696325" y="5424487"/>
            <a:ext cx="12239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fr-FR" altLang="fr-FR" sz="1800">
                <a:solidFill>
                  <a:schemeClr val="tx2"/>
                </a:solidFill>
                <a:latin typeface="Monotype Corsiva" panose="03010101010201010101" pitchFamily="66" charset="0"/>
              </a:rPr>
              <a:t>« Secondary»</a:t>
            </a:r>
          </a:p>
        </p:txBody>
      </p:sp>
    </p:spTree>
    <p:extLst>
      <p:ext uri="{BB962C8B-B14F-4D97-AF65-F5344CB8AC3E}">
        <p14:creationId xmlns:p14="http://schemas.microsoft.com/office/powerpoint/2010/main" val="23210374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43000" y="762000"/>
            <a:ext cx="7360920" cy="756920"/>
          </a:xfrm>
          <a:prstGeom prst="rect">
            <a:avLst/>
          </a:prstGeom>
        </p:spPr>
        <p:txBody>
          <a:bodyPr vert="horz" wrap="square" lIns="0" tIns="12700" rIns="0" bIns="0" rtlCol="0">
            <a:spAutoFit/>
          </a:bodyPr>
          <a:lstStyle/>
          <a:p>
            <a:pPr marL="12700">
              <a:lnSpc>
                <a:spcPct val="100000"/>
              </a:lnSpc>
              <a:spcBef>
                <a:spcPts val="100"/>
              </a:spcBef>
            </a:pPr>
            <a:r>
              <a:rPr spc="-80" dirty="0"/>
              <a:t>Comment</a:t>
            </a:r>
            <a:r>
              <a:rPr spc="114" dirty="0"/>
              <a:t> </a:t>
            </a:r>
            <a:r>
              <a:rPr spc="-75" dirty="0"/>
              <a:t>identifier</a:t>
            </a:r>
            <a:r>
              <a:rPr spc="145" dirty="0"/>
              <a:t> </a:t>
            </a:r>
            <a:r>
              <a:rPr spc="-45" dirty="0"/>
              <a:t>les</a:t>
            </a:r>
            <a:r>
              <a:rPr spc="-60" dirty="0"/>
              <a:t> </a:t>
            </a:r>
            <a:r>
              <a:rPr spc="-90" dirty="0"/>
              <a:t>acteurs</a:t>
            </a:r>
          </a:p>
        </p:txBody>
      </p:sp>
      <p:sp>
        <p:nvSpPr>
          <p:cNvPr id="3" name="object 3"/>
          <p:cNvSpPr txBox="1"/>
          <p:nvPr/>
        </p:nvSpPr>
        <p:spPr>
          <a:xfrm>
            <a:off x="1371600" y="1828800"/>
            <a:ext cx="8343900" cy="3724275"/>
          </a:xfrm>
          <a:prstGeom prst="rect">
            <a:avLst/>
          </a:prstGeom>
        </p:spPr>
        <p:txBody>
          <a:bodyPr vert="horz" wrap="square" lIns="0" tIns="92075" rIns="0" bIns="0" rtlCol="0">
            <a:spAutoFit/>
          </a:bodyPr>
          <a:lstStyle/>
          <a:p>
            <a:pPr marL="272415" marR="3017520" indent="-272415" algn="r">
              <a:lnSpc>
                <a:spcPct val="100000"/>
              </a:lnSpc>
              <a:spcBef>
                <a:spcPts val="725"/>
              </a:spcBef>
              <a:buClr>
                <a:srgbClr val="C00000"/>
              </a:buClr>
              <a:buSzPct val="95833"/>
              <a:buFont typeface="Wingdings"/>
              <a:buChar char=""/>
              <a:tabLst>
                <a:tab pos="272415" algn="l"/>
              </a:tabLst>
            </a:pPr>
            <a:r>
              <a:rPr sz="2400" spc="-40" dirty="0">
                <a:solidFill>
                  <a:srgbClr val="404040"/>
                </a:solidFill>
                <a:latin typeface="Calibri"/>
                <a:cs typeface="Calibri"/>
              </a:rPr>
              <a:t>U</a:t>
            </a:r>
            <a:r>
              <a:rPr sz="2400" dirty="0">
                <a:solidFill>
                  <a:srgbClr val="404040"/>
                </a:solidFill>
                <a:latin typeface="Calibri"/>
                <a:cs typeface="Calibri"/>
              </a:rPr>
              <a:t>n</a:t>
            </a:r>
            <a:r>
              <a:rPr sz="2400" spc="95" dirty="0">
                <a:solidFill>
                  <a:srgbClr val="404040"/>
                </a:solidFill>
                <a:latin typeface="Calibri"/>
                <a:cs typeface="Calibri"/>
              </a:rPr>
              <a:t> </a:t>
            </a:r>
            <a:r>
              <a:rPr sz="2400" spc="-50" dirty="0">
                <a:solidFill>
                  <a:srgbClr val="404040"/>
                </a:solidFill>
                <a:latin typeface="Calibri"/>
                <a:cs typeface="Calibri"/>
              </a:rPr>
              <a:t>a</a:t>
            </a:r>
            <a:r>
              <a:rPr sz="2400" spc="-20" dirty="0">
                <a:solidFill>
                  <a:srgbClr val="404040"/>
                </a:solidFill>
                <a:latin typeface="Calibri"/>
                <a:cs typeface="Calibri"/>
              </a:rPr>
              <a:t>c</a:t>
            </a:r>
            <a:r>
              <a:rPr sz="2400" spc="-5" dirty="0">
                <a:solidFill>
                  <a:srgbClr val="404040"/>
                </a:solidFill>
                <a:latin typeface="Calibri"/>
                <a:cs typeface="Calibri"/>
              </a:rPr>
              <a:t>t</a:t>
            </a:r>
            <a:r>
              <a:rPr sz="2400" spc="5" dirty="0">
                <a:solidFill>
                  <a:srgbClr val="404040"/>
                </a:solidFill>
                <a:latin typeface="Calibri"/>
                <a:cs typeface="Calibri"/>
              </a:rPr>
              <a:t>e</a:t>
            </a:r>
            <a:r>
              <a:rPr sz="2400" spc="35" dirty="0">
                <a:solidFill>
                  <a:srgbClr val="404040"/>
                </a:solidFill>
                <a:latin typeface="Calibri"/>
                <a:cs typeface="Calibri"/>
              </a:rPr>
              <a:t>u</a:t>
            </a:r>
            <a:r>
              <a:rPr sz="2400" dirty="0">
                <a:solidFill>
                  <a:srgbClr val="404040"/>
                </a:solidFill>
                <a:latin typeface="Calibri"/>
                <a:cs typeface="Calibri"/>
              </a:rPr>
              <a:t>r</a:t>
            </a:r>
            <a:r>
              <a:rPr sz="2400" spc="120" dirty="0">
                <a:solidFill>
                  <a:srgbClr val="404040"/>
                </a:solidFill>
                <a:latin typeface="Calibri"/>
                <a:cs typeface="Calibri"/>
              </a:rPr>
              <a:t> </a:t>
            </a:r>
            <a:r>
              <a:rPr sz="2400" spc="-65" dirty="0">
                <a:solidFill>
                  <a:srgbClr val="404040"/>
                </a:solidFill>
                <a:latin typeface="Calibri"/>
                <a:cs typeface="Calibri"/>
              </a:rPr>
              <a:t>n</a:t>
            </a:r>
            <a:r>
              <a:rPr sz="2400" spc="-305" dirty="0">
                <a:solidFill>
                  <a:srgbClr val="404040"/>
                </a:solidFill>
                <a:latin typeface="Calibri"/>
                <a:cs typeface="Calibri"/>
              </a:rPr>
              <a:t>’</a:t>
            </a:r>
            <a:r>
              <a:rPr sz="2400" spc="-95" dirty="0">
                <a:solidFill>
                  <a:srgbClr val="404040"/>
                </a:solidFill>
                <a:latin typeface="Calibri"/>
                <a:cs typeface="Calibri"/>
              </a:rPr>
              <a:t>e</a:t>
            </a:r>
            <a:r>
              <a:rPr sz="2400" spc="-140" dirty="0">
                <a:solidFill>
                  <a:srgbClr val="404040"/>
                </a:solidFill>
                <a:latin typeface="Calibri"/>
                <a:cs typeface="Calibri"/>
              </a:rPr>
              <a:t>s</a:t>
            </a:r>
            <a:r>
              <a:rPr sz="2400" dirty="0">
                <a:solidFill>
                  <a:srgbClr val="404040"/>
                </a:solidFill>
                <a:latin typeface="Calibri"/>
                <a:cs typeface="Calibri"/>
              </a:rPr>
              <a:t>t</a:t>
            </a:r>
            <a:r>
              <a:rPr sz="2400" spc="155" dirty="0">
                <a:solidFill>
                  <a:srgbClr val="404040"/>
                </a:solidFill>
                <a:latin typeface="Calibri"/>
                <a:cs typeface="Calibri"/>
              </a:rPr>
              <a:t> </a:t>
            </a:r>
            <a:r>
              <a:rPr sz="2400" spc="35" dirty="0">
                <a:solidFill>
                  <a:srgbClr val="404040"/>
                </a:solidFill>
                <a:latin typeface="Calibri"/>
                <a:cs typeface="Calibri"/>
              </a:rPr>
              <a:t>p</a:t>
            </a:r>
            <a:r>
              <a:rPr sz="2400" spc="-50" dirty="0">
                <a:solidFill>
                  <a:srgbClr val="404040"/>
                </a:solidFill>
                <a:latin typeface="Calibri"/>
                <a:cs typeface="Calibri"/>
              </a:rPr>
              <a:t>a</a:t>
            </a:r>
            <a:r>
              <a:rPr sz="2400" dirty="0">
                <a:solidFill>
                  <a:srgbClr val="404040"/>
                </a:solidFill>
                <a:latin typeface="Calibri"/>
                <a:cs typeface="Calibri"/>
              </a:rPr>
              <a:t>s</a:t>
            </a:r>
            <a:r>
              <a:rPr sz="2400" spc="15" dirty="0">
                <a:solidFill>
                  <a:srgbClr val="404040"/>
                </a:solidFill>
                <a:latin typeface="Calibri"/>
                <a:cs typeface="Calibri"/>
              </a:rPr>
              <a:t> </a:t>
            </a:r>
            <a:r>
              <a:rPr sz="2400" spc="-35" dirty="0">
                <a:solidFill>
                  <a:srgbClr val="404040"/>
                </a:solidFill>
                <a:latin typeface="Calibri"/>
                <a:cs typeface="Calibri"/>
              </a:rPr>
              <a:t>f</a:t>
            </a:r>
            <a:r>
              <a:rPr sz="2400" spc="30" dirty="0">
                <a:solidFill>
                  <a:srgbClr val="404040"/>
                </a:solidFill>
                <a:latin typeface="Calibri"/>
                <a:cs typeface="Calibri"/>
              </a:rPr>
              <a:t>o</a:t>
            </a:r>
            <a:r>
              <a:rPr sz="2400" spc="-40" dirty="0">
                <a:solidFill>
                  <a:srgbClr val="404040"/>
                </a:solidFill>
                <a:latin typeface="Calibri"/>
                <a:cs typeface="Calibri"/>
              </a:rPr>
              <a:t>r</a:t>
            </a:r>
            <a:r>
              <a:rPr sz="2400" spc="-15" dirty="0">
                <a:solidFill>
                  <a:srgbClr val="404040"/>
                </a:solidFill>
                <a:latin typeface="Calibri"/>
                <a:cs typeface="Calibri"/>
              </a:rPr>
              <a:t>c</a:t>
            </a:r>
            <a:r>
              <a:rPr sz="2400" spc="5" dirty="0">
                <a:solidFill>
                  <a:srgbClr val="404040"/>
                </a:solidFill>
                <a:latin typeface="Calibri"/>
                <a:cs typeface="Calibri"/>
              </a:rPr>
              <a:t>é</a:t>
            </a:r>
            <a:r>
              <a:rPr sz="2400" spc="-20" dirty="0">
                <a:solidFill>
                  <a:srgbClr val="404040"/>
                </a:solidFill>
                <a:latin typeface="Calibri"/>
                <a:cs typeface="Calibri"/>
              </a:rPr>
              <a:t>m</a:t>
            </a:r>
            <a:r>
              <a:rPr sz="2400" spc="5" dirty="0">
                <a:solidFill>
                  <a:srgbClr val="404040"/>
                </a:solidFill>
                <a:latin typeface="Calibri"/>
                <a:cs typeface="Calibri"/>
              </a:rPr>
              <a:t>e</a:t>
            </a:r>
            <a:r>
              <a:rPr sz="2400" spc="35" dirty="0">
                <a:solidFill>
                  <a:srgbClr val="404040"/>
                </a:solidFill>
                <a:latin typeface="Calibri"/>
                <a:cs typeface="Calibri"/>
              </a:rPr>
              <a:t>n</a:t>
            </a:r>
            <a:r>
              <a:rPr sz="2400" dirty="0">
                <a:solidFill>
                  <a:srgbClr val="404040"/>
                </a:solidFill>
                <a:latin typeface="Calibri"/>
                <a:cs typeface="Calibri"/>
              </a:rPr>
              <a:t>t</a:t>
            </a:r>
            <a:r>
              <a:rPr sz="2400" spc="-250" dirty="0">
                <a:solidFill>
                  <a:srgbClr val="404040"/>
                </a:solidFill>
                <a:latin typeface="Calibri"/>
                <a:cs typeface="Calibri"/>
              </a:rPr>
              <a:t> </a:t>
            </a:r>
            <a:r>
              <a:rPr sz="2400" spc="35" dirty="0">
                <a:solidFill>
                  <a:srgbClr val="404040"/>
                </a:solidFill>
                <a:latin typeface="Calibri"/>
                <a:cs typeface="Calibri"/>
              </a:rPr>
              <a:t>u</a:t>
            </a:r>
            <a:r>
              <a:rPr sz="2400" spc="-5" dirty="0">
                <a:solidFill>
                  <a:srgbClr val="404040"/>
                </a:solidFill>
                <a:latin typeface="Calibri"/>
                <a:cs typeface="Calibri"/>
              </a:rPr>
              <a:t>t</a:t>
            </a:r>
            <a:r>
              <a:rPr sz="2400" spc="45" dirty="0">
                <a:solidFill>
                  <a:srgbClr val="404040"/>
                </a:solidFill>
                <a:latin typeface="Calibri"/>
                <a:cs typeface="Calibri"/>
              </a:rPr>
              <a:t>ili</a:t>
            </a:r>
            <a:r>
              <a:rPr sz="2400" spc="-40" dirty="0">
                <a:solidFill>
                  <a:srgbClr val="404040"/>
                </a:solidFill>
                <a:latin typeface="Calibri"/>
                <a:cs typeface="Calibri"/>
              </a:rPr>
              <a:t>s</a:t>
            </a:r>
            <a:r>
              <a:rPr sz="2400" spc="-50" dirty="0">
                <a:solidFill>
                  <a:srgbClr val="404040"/>
                </a:solidFill>
                <a:latin typeface="Calibri"/>
                <a:cs typeface="Calibri"/>
              </a:rPr>
              <a:t>a</a:t>
            </a:r>
            <a:r>
              <a:rPr sz="2400" spc="-5" dirty="0">
                <a:solidFill>
                  <a:srgbClr val="404040"/>
                </a:solidFill>
                <a:latin typeface="Calibri"/>
                <a:cs typeface="Calibri"/>
              </a:rPr>
              <a:t>t</a:t>
            </a:r>
            <a:r>
              <a:rPr sz="2400" spc="5" dirty="0">
                <a:solidFill>
                  <a:srgbClr val="404040"/>
                </a:solidFill>
                <a:latin typeface="Calibri"/>
                <a:cs typeface="Calibri"/>
              </a:rPr>
              <a:t>e</a:t>
            </a:r>
            <a:r>
              <a:rPr sz="2400" spc="35" dirty="0">
                <a:solidFill>
                  <a:srgbClr val="404040"/>
                </a:solidFill>
                <a:latin typeface="Calibri"/>
                <a:cs typeface="Calibri"/>
              </a:rPr>
              <a:t>ur</a:t>
            </a:r>
            <a:endParaRPr sz="2400" dirty="0">
              <a:latin typeface="Calibri"/>
              <a:cs typeface="Calibri"/>
            </a:endParaRPr>
          </a:p>
          <a:p>
            <a:pPr marL="291465" marR="3077845" lvl="1" indent="-291465" algn="r">
              <a:lnSpc>
                <a:spcPct val="100000"/>
              </a:lnSpc>
              <a:spcBef>
                <a:spcPts val="515"/>
              </a:spcBef>
              <a:buClr>
                <a:srgbClr val="1F497C"/>
              </a:buClr>
              <a:buFont typeface="Wingdings"/>
              <a:buChar char=""/>
              <a:tabLst>
                <a:tab pos="291465" algn="l"/>
                <a:tab pos="292100" algn="l"/>
              </a:tabLst>
            </a:pPr>
            <a:r>
              <a:rPr sz="2000" spc="-25" dirty="0">
                <a:solidFill>
                  <a:srgbClr val="404040"/>
                </a:solidFill>
                <a:latin typeface="Calibri"/>
                <a:cs typeface="Calibri"/>
              </a:rPr>
              <a:t>O</a:t>
            </a:r>
            <a:r>
              <a:rPr sz="2000" spc="45" dirty="0">
                <a:solidFill>
                  <a:srgbClr val="404040"/>
                </a:solidFill>
                <a:latin typeface="Calibri"/>
                <a:cs typeface="Calibri"/>
              </a:rPr>
              <a:t>ub</a:t>
            </a:r>
            <a:r>
              <a:rPr sz="2000" spc="40" dirty="0">
                <a:solidFill>
                  <a:srgbClr val="404040"/>
                </a:solidFill>
                <a:latin typeface="Calibri"/>
                <a:cs typeface="Calibri"/>
              </a:rPr>
              <a:t>li</a:t>
            </a:r>
            <a:r>
              <a:rPr sz="2000" dirty="0">
                <a:solidFill>
                  <a:srgbClr val="404040"/>
                </a:solidFill>
                <a:latin typeface="Calibri"/>
                <a:cs typeface="Calibri"/>
              </a:rPr>
              <a:t>er</a:t>
            </a:r>
            <a:r>
              <a:rPr sz="2000" spc="-150" dirty="0">
                <a:solidFill>
                  <a:srgbClr val="404040"/>
                </a:solidFill>
                <a:latin typeface="Calibri"/>
                <a:cs typeface="Calibri"/>
              </a:rPr>
              <a:t> </a:t>
            </a:r>
            <a:r>
              <a:rPr sz="2000" spc="45" dirty="0">
                <a:solidFill>
                  <a:srgbClr val="404040"/>
                </a:solidFill>
                <a:latin typeface="Calibri"/>
                <a:cs typeface="Calibri"/>
              </a:rPr>
              <a:t>u</a:t>
            </a:r>
            <a:r>
              <a:rPr sz="2000" dirty="0">
                <a:solidFill>
                  <a:srgbClr val="404040"/>
                </a:solidFill>
                <a:latin typeface="Calibri"/>
                <a:cs typeface="Calibri"/>
              </a:rPr>
              <a:t>n</a:t>
            </a:r>
            <a:r>
              <a:rPr sz="2000" spc="-105" dirty="0">
                <a:solidFill>
                  <a:srgbClr val="404040"/>
                </a:solidFill>
                <a:latin typeface="Calibri"/>
                <a:cs typeface="Calibri"/>
              </a:rPr>
              <a:t> </a:t>
            </a:r>
            <a:r>
              <a:rPr sz="2000" spc="40" dirty="0">
                <a:solidFill>
                  <a:srgbClr val="404040"/>
                </a:solidFill>
                <a:latin typeface="Calibri"/>
                <a:cs typeface="Calibri"/>
              </a:rPr>
              <a:t>a</a:t>
            </a:r>
            <a:r>
              <a:rPr sz="2000" spc="-50" dirty="0">
                <a:solidFill>
                  <a:srgbClr val="404040"/>
                </a:solidFill>
                <a:latin typeface="Calibri"/>
                <a:cs typeface="Calibri"/>
              </a:rPr>
              <a:t>c</a:t>
            </a:r>
            <a:r>
              <a:rPr sz="2000" spc="30" dirty="0">
                <a:solidFill>
                  <a:srgbClr val="404040"/>
                </a:solidFill>
                <a:latin typeface="Calibri"/>
                <a:cs typeface="Calibri"/>
              </a:rPr>
              <a:t>t</a:t>
            </a:r>
            <a:r>
              <a:rPr sz="2000" dirty="0">
                <a:solidFill>
                  <a:srgbClr val="404040"/>
                </a:solidFill>
                <a:latin typeface="Calibri"/>
                <a:cs typeface="Calibri"/>
              </a:rPr>
              <a:t>e</a:t>
            </a:r>
            <a:r>
              <a:rPr sz="2000" spc="45" dirty="0">
                <a:solidFill>
                  <a:srgbClr val="404040"/>
                </a:solidFill>
                <a:latin typeface="Calibri"/>
                <a:cs typeface="Calibri"/>
              </a:rPr>
              <a:t>u</a:t>
            </a:r>
            <a:r>
              <a:rPr sz="2000" dirty="0">
                <a:solidFill>
                  <a:srgbClr val="404040"/>
                </a:solidFill>
                <a:latin typeface="Calibri"/>
                <a:cs typeface="Calibri"/>
              </a:rPr>
              <a:t>r</a:t>
            </a:r>
            <a:r>
              <a:rPr sz="2000" spc="-150" dirty="0">
                <a:solidFill>
                  <a:srgbClr val="404040"/>
                </a:solidFill>
                <a:latin typeface="Calibri"/>
                <a:cs typeface="Calibri"/>
              </a:rPr>
              <a:t> </a:t>
            </a:r>
            <a:r>
              <a:rPr sz="2000" dirty="0">
                <a:solidFill>
                  <a:srgbClr val="404040"/>
                </a:solidFill>
                <a:latin typeface="Calibri"/>
                <a:cs typeface="Calibri"/>
              </a:rPr>
              <a:t>=&gt;</a:t>
            </a:r>
            <a:r>
              <a:rPr sz="2000" spc="50" dirty="0">
                <a:solidFill>
                  <a:srgbClr val="404040"/>
                </a:solidFill>
                <a:latin typeface="Calibri"/>
                <a:cs typeface="Calibri"/>
              </a:rPr>
              <a:t> </a:t>
            </a:r>
            <a:r>
              <a:rPr sz="2000" spc="15" dirty="0">
                <a:solidFill>
                  <a:srgbClr val="404040"/>
                </a:solidFill>
                <a:latin typeface="Calibri"/>
                <a:cs typeface="Calibri"/>
              </a:rPr>
              <a:t>s</a:t>
            </a:r>
            <a:r>
              <a:rPr sz="2000" dirty="0">
                <a:solidFill>
                  <a:srgbClr val="404040"/>
                </a:solidFill>
                <a:latin typeface="Calibri"/>
                <a:cs typeface="Calibri"/>
              </a:rPr>
              <a:t>e</a:t>
            </a:r>
            <a:r>
              <a:rPr sz="2000" spc="-50" dirty="0">
                <a:solidFill>
                  <a:srgbClr val="404040"/>
                </a:solidFill>
                <a:latin typeface="Calibri"/>
                <a:cs typeface="Calibri"/>
              </a:rPr>
              <a:t> </a:t>
            </a:r>
            <a:r>
              <a:rPr sz="2000" spc="30" dirty="0">
                <a:solidFill>
                  <a:srgbClr val="404040"/>
                </a:solidFill>
                <a:latin typeface="Calibri"/>
                <a:cs typeface="Calibri"/>
              </a:rPr>
              <a:t>t</a:t>
            </a:r>
            <a:r>
              <a:rPr sz="2000" dirty="0">
                <a:solidFill>
                  <a:srgbClr val="404040"/>
                </a:solidFill>
                <a:latin typeface="Calibri"/>
                <a:cs typeface="Calibri"/>
              </a:rPr>
              <a:t>r</a:t>
            </a:r>
            <a:r>
              <a:rPr sz="2000" spc="45" dirty="0">
                <a:solidFill>
                  <a:srgbClr val="404040"/>
                </a:solidFill>
                <a:latin typeface="Calibri"/>
                <a:cs typeface="Calibri"/>
              </a:rPr>
              <a:t>o</a:t>
            </a:r>
            <a:r>
              <a:rPr sz="2000" dirty="0">
                <a:solidFill>
                  <a:srgbClr val="404040"/>
                </a:solidFill>
                <a:latin typeface="Calibri"/>
                <a:cs typeface="Calibri"/>
              </a:rPr>
              <a:t>m</a:t>
            </a:r>
            <a:r>
              <a:rPr sz="2000" spc="45" dirty="0">
                <a:solidFill>
                  <a:srgbClr val="404040"/>
                </a:solidFill>
                <a:latin typeface="Calibri"/>
                <a:cs typeface="Calibri"/>
              </a:rPr>
              <a:t>p</a:t>
            </a:r>
            <a:r>
              <a:rPr sz="2000" dirty="0">
                <a:solidFill>
                  <a:srgbClr val="404040"/>
                </a:solidFill>
                <a:latin typeface="Calibri"/>
                <a:cs typeface="Calibri"/>
              </a:rPr>
              <a:t>er</a:t>
            </a:r>
            <a:r>
              <a:rPr sz="2000" spc="-150" dirty="0">
                <a:solidFill>
                  <a:srgbClr val="404040"/>
                </a:solidFill>
                <a:latin typeface="Calibri"/>
                <a:cs typeface="Calibri"/>
              </a:rPr>
              <a:t> </a:t>
            </a:r>
            <a:r>
              <a:rPr sz="2000" spc="15" dirty="0">
                <a:solidFill>
                  <a:srgbClr val="404040"/>
                </a:solidFill>
                <a:latin typeface="Calibri"/>
                <a:cs typeface="Calibri"/>
              </a:rPr>
              <a:t>s</a:t>
            </a:r>
            <a:r>
              <a:rPr sz="2000" spc="45" dirty="0">
                <a:solidFill>
                  <a:srgbClr val="404040"/>
                </a:solidFill>
                <a:latin typeface="Calibri"/>
                <a:cs typeface="Calibri"/>
              </a:rPr>
              <a:t>u</a:t>
            </a:r>
            <a:r>
              <a:rPr sz="2000" dirty="0">
                <a:solidFill>
                  <a:srgbClr val="404040"/>
                </a:solidFill>
                <a:latin typeface="Calibri"/>
                <a:cs typeface="Calibri"/>
              </a:rPr>
              <a:t>r</a:t>
            </a:r>
            <a:r>
              <a:rPr sz="2000" spc="-150" dirty="0">
                <a:solidFill>
                  <a:srgbClr val="404040"/>
                </a:solidFill>
                <a:latin typeface="Calibri"/>
                <a:cs typeface="Calibri"/>
              </a:rPr>
              <a:t> </a:t>
            </a:r>
            <a:r>
              <a:rPr sz="2000" spc="40" dirty="0">
                <a:solidFill>
                  <a:srgbClr val="404040"/>
                </a:solidFill>
                <a:latin typeface="Calibri"/>
                <a:cs typeface="Calibri"/>
              </a:rPr>
              <a:t>l</a:t>
            </a:r>
            <a:r>
              <a:rPr sz="2000" dirty="0">
                <a:solidFill>
                  <a:srgbClr val="404040"/>
                </a:solidFill>
                <a:latin typeface="Calibri"/>
                <a:cs typeface="Calibri"/>
              </a:rPr>
              <a:t>’</a:t>
            </a:r>
            <a:r>
              <a:rPr sz="2000" spc="40" dirty="0">
                <a:solidFill>
                  <a:srgbClr val="404040"/>
                </a:solidFill>
                <a:latin typeface="Calibri"/>
                <a:cs typeface="Calibri"/>
              </a:rPr>
              <a:t>i</a:t>
            </a:r>
            <a:r>
              <a:rPr sz="2000" spc="45" dirty="0">
                <a:solidFill>
                  <a:srgbClr val="404040"/>
                </a:solidFill>
                <a:latin typeface="Calibri"/>
                <a:cs typeface="Calibri"/>
              </a:rPr>
              <a:t>n</a:t>
            </a:r>
            <a:r>
              <a:rPr sz="2000" spc="30" dirty="0">
                <a:solidFill>
                  <a:srgbClr val="404040"/>
                </a:solidFill>
                <a:latin typeface="Calibri"/>
                <a:cs typeface="Calibri"/>
              </a:rPr>
              <a:t>t</a:t>
            </a:r>
            <a:r>
              <a:rPr sz="2000" dirty="0">
                <a:solidFill>
                  <a:srgbClr val="404040"/>
                </a:solidFill>
                <a:latin typeface="Calibri"/>
                <a:cs typeface="Calibri"/>
              </a:rPr>
              <a:t>er</a:t>
            </a:r>
            <a:r>
              <a:rPr sz="2000" spc="-15" dirty="0">
                <a:solidFill>
                  <a:srgbClr val="404040"/>
                </a:solidFill>
                <a:latin typeface="Calibri"/>
                <a:cs typeface="Calibri"/>
              </a:rPr>
              <a:t>f</a:t>
            </a:r>
            <a:r>
              <a:rPr sz="2000" spc="-60" dirty="0">
                <a:solidFill>
                  <a:srgbClr val="404040"/>
                </a:solidFill>
                <a:latin typeface="Calibri"/>
                <a:cs typeface="Calibri"/>
              </a:rPr>
              <a:t>a</a:t>
            </a:r>
            <a:r>
              <a:rPr sz="2000" spc="-50" dirty="0">
                <a:solidFill>
                  <a:srgbClr val="404040"/>
                </a:solidFill>
                <a:latin typeface="Calibri"/>
                <a:cs typeface="Calibri"/>
              </a:rPr>
              <a:t>c</a:t>
            </a:r>
            <a:r>
              <a:rPr sz="2000" dirty="0">
                <a:solidFill>
                  <a:srgbClr val="404040"/>
                </a:solidFill>
                <a:latin typeface="Calibri"/>
                <a:cs typeface="Calibri"/>
              </a:rPr>
              <a:t>e</a:t>
            </a:r>
            <a:endParaRPr sz="2000" dirty="0">
              <a:latin typeface="Calibri"/>
              <a:cs typeface="Calibri"/>
            </a:endParaRPr>
          </a:p>
          <a:p>
            <a:pPr marL="469900" lvl="1" indent="-292100">
              <a:lnSpc>
                <a:spcPct val="100000"/>
              </a:lnSpc>
              <a:spcBef>
                <a:spcPts val="505"/>
              </a:spcBef>
              <a:buClr>
                <a:srgbClr val="1F497C"/>
              </a:buClr>
              <a:buFont typeface="Wingdings"/>
              <a:buChar char=""/>
              <a:tabLst>
                <a:tab pos="469265" algn="l"/>
                <a:tab pos="469900" algn="l"/>
              </a:tabLst>
            </a:pPr>
            <a:r>
              <a:rPr sz="2000" spc="-45" dirty="0">
                <a:solidFill>
                  <a:srgbClr val="404040"/>
                </a:solidFill>
                <a:latin typeface="Calibri"/>
                <a:cs typeface="Calibri"/>
              </a:rPr>
              <a:t>L</a:t>
            </a:r>
            <a:r>
              <a:rPr sz="2000" dirty="0">
                <a:solidFill>
                  <a:srgbClr val="404040"/>
                </a:solidFill>
                <a:latin typeface="Calibri"/>
                <a:cs typeface="Calibri"/>
              </a:rPr>
              <a:t>e</a:t>
            </a:r>
            <a:r>
              <a:rPr sz="2000" spc="50" dirty="0">
                <a:solidFill>
                  <a:srgbClr val="404040"/>
                </a:solidFill>
                <a:latin typeface="Calibri"/>
                <a:cs typeface="Calibri"/>
              </a:rPr>
              <a:t> </a:t>
            </a:r>
            <a:r>
              <a:rPr sz="2000" spc="45" dirty="0">
                <a:solidFill>
                  <a:srgbClr val="404040"/>
                </a:solidFill>
                <a:latin typeface="Calibri"/>
                <a:cs typeface="Calibri"/>
              </a:rPr>
              <a:t>no</a:t>
            </a:r>
            <a:r>
              <a:rPr sz="2000" dirty="0">
                <a:solidFill>
                  <a:srgbClr val="404040"/>
                </a:solidFill>
                <a:latin typeface="Calibri"/>
                <a:cs typeface="Calibri"/>
              </a:rPr>
              <a:t>m</a:t>
            </a:r>
            <a:r>
              <a:rPr sz="2000" spc="-150" dirty="0">
                <a:solidFill>
                  <a:srgbClr val="404040"/>
                </a:solidFill>
                <a:latin typeface="Calibri"/>
                <a:cs typeface="Calibri"/>
              </a:rPr>
              <a:t> </a:t>
            </a:r>
            <a:r>
              <a:rPr sz="2000" spc="45" dirty="0">
                <a:solidFill>
                  <a:srgbClr val="404040"/>
                </a:solidFill>
                <a:latin typeface="Calibri"/>
                <a:cs typeface="Calibri"/>
              </a:rPr>
              <a:t>d</a:t>
            </a:r>
            <a:r>
              <a:rPr sz="2000" dirty="0">
                <a:solidFill>
                  <a:srgbClr val="404040"/>
                </a:solidFill>
                <a:latin typeface="Calibri"/>
                <a:cs typeface="Calibri"/>
              </a:rPr>
              <a:t>e</a:t>
            </a:r>
            <a:r>
              <a:rPr sz="2000" spc="-50" dirty="0">
                <a:solidFill>
                  <a:srgbClr val="404040"/>
                </a:solidFill>
                <a:latin typeface="Calibri"/>
                <a:cs typeface="Calibri"/>
              </a:rPr>
              <a:t> </a:t>
            </a:r>
            <a:r>
              <a:rPr sz="2000" spc="40" dirty="0">
                <a:solidFill>
                  <a:srgbClr val="404040"/>
                </a:solidFill>
                <a:latin typeface="Calibri"/>
                <a:cs typeface="Calibri"/>
              </a:rPr>
              <a:t>l</a:t>
            </a:r>
            <a:r>
              <a:rPr sz="2000" spc="-105" dirty="0">
                <a:solidFill>
                  <a:srgbClr val="404040"/>
                </a:solidFill>
                <a:latin typeface="Calibri"/>
                <a:cs typeface="Calibri"/>
              </a:rPr>
              <a:t>’</a:t>
            </a:r>
            <a:r>
              <a:rPr sz="2000" spc="40" dirty="0">
                <a:solidFill>
                  <a:srgbClr val="404040"/>
                </a:solidFill>
                <a:latin typeface="Calibri"/>
                <a:cs typeface="Calibri"/>
              </a:rPr>
              <a:t>a</a:t>
            </a:r>
            <a:r>
              <a:rPr sz="2000" spc="-50" dirty="0">
                <a:solidFill>
                  <a:srgbClr val="404040"/>
                </a:solidFill>
                <a:latin typeface="Calibri"/>
                <a:cs typeface="Calibri"/>
              </a:rPr>
              <a:t>c</a:t>
            </a:r>
            <a:r>
              <a:rPr sz="2000" spc="30" dirty="0">
                <a:solidFill>
                  <a:srgbClr val="404040"/>
                </a:solidFill>
                <a:latin typeface="Calibri"/>
                <a:cs typeface="Calibri"/>
              </a:rPr>
              <a:t>t</a:t>
            </a:r>
            <a:r>
              <a:rPr sz="2000" dirty="0">
                <a:solidFill>
                  <a:srgbClr val="404040"/>
                </a:solidFill>
                <a:latin typeface="Calibri"/>
                <a:cs typeface="Calibri"/>
              </a:rPr>
              <a:t>e</a:t>
            </a:r>
            <a:r>
              <a:rPr sz="2000" spc="-55" dirty="0">
                <a:solidFill>
                  <a:srgbClr val="404040"/>
                </a:solidFill>
                <a:latin typeface="Calibri"/>
                <a:cs typeface="Calibri"/>
              </a:rPr>
              <a:t>u</a:t>
            </a:r>
            <a:r>
              <a:rPr sz="2000" dirty="0">
                <a:solidFill>
                  <a:srgbClr val="404040"/>
                </a:solidFill>
                <a:latin typeface="Calibri"/>
                <a:cs typeface="Calibri"/>
              </a:rPr>
              <a:t>r</a:t>
            </a:r>
            <a:r>
              <a:rPr sz="2000" spc="-150" dirty="0">
                <a:solidFill>
                  <a:srgbClr val="404040"/>
                </a:solidFill>
                <a:latin typeface="Calibri"/>
                <a:cs typeface="Calibri"/>
              </a:rPr>
              <a:t> </a:t>
            </a:r>
            <a:r>
              <a:rPr sz="2000" dirty="0">
                <a:solidFill>
                  <a:srgbClr val="404040"/>
                </a:solidFill>
                <a:latin typeface="Calibri"/>
                <a:cs typeface="Calibri"/>
              </a:rPr>
              <a:t>re</a:t>
            </a:r>
            <a:r>
              <a:rPr sz="2000" spc="-15" dirty="0">
                <a:solidFill>
                  <a:srgbClr val="404040"/>
                </a:solidFill>
                <a:latin typeface="Calibri"/>
                <a:cs typeface="Calibri"/>
              </a:rPr>
              <a:t>f</a:t>
            </a:r>
            <a:r>
              <a:rPr sz="2000" spc="40" dirty="0">
                <a:solidFill>
                  <a:srgbClr val="404040"/>
                </a:solidFill>
                <a:latin typeface="Calibri"/>
                <a:cs typeface="Calibri"/>
              </a:rPr>
              <a:t>l</a:t>
            </a:r>
            <a:r>
              <a:rPr sz="2000" dirty="0">
                <a:solidFill>
                  <a:srgbClr val="404040"/>
                </a:solidFill>
                <a:latin typeface="Calibri"/>
                <a:cs typeface="Calibri"/>
              </a:rPr>
              <a:t>è</a:t>
            </a:r>
            <a:r>
              <a:rPr sz="2000" spc="-70" dirty="0">
                <a:solidFill>
                  <a:srgbClr val="404040"/>
                </a:solidFill>
                <a:latin typeface="Calibri"/>
                <a:cs typeface="Calibri"/>
              </a:rPr>
              <a:t>t</a:t>
            </a:r>
            <a:r>
              <a:rPr sz="2000" dirty="0">
                <a:solidFill>
                  <a:srgbClr val="404040"/>
                </a:solidFill>
                <a:latin typeface="Calibri"/>
                <a:cs typeface="Calibri"/>
              </a:rPr>
              <a:t>e</a:t>
            </a:r>
            <a:r>
              <a:rPr sz="2000" spc="-150" dirty="0">
                <a:solidFill>
                  <a:srgbClr val="404040"/>
                </a:solidFill>
                <a:latin typeface="Calibri"/>
                <a:cs typeface="Calibri"/>
              </a:rPr>
              <a:t> </a:t>
            </a:r>
            <a:r>
              <a:rPr sz="2000" spc="15" dirty="0">
                <a:solidFill>
                  <a:srgbClr val="404040"/>
                </a:solidFill>
                <a:latin typeface="Calibri"/>
                <a:cs typeface="Calibri"/>
              </a:rPr>
              <a:t>s</a:t>
            </a:r>
            <a:r>
              <a:rPr sz="2000" spc="45" dirty="0">
                <a:solidFill>
                  <a:srgbClr val="404040"/>
                </a:solidFill>
                <a:latin typeface="Calibri"/>
                <a:cs typeface="Calibri"/>
              </a:rPr>
              <a:t>o</a:t>
            </a:r>
            <a:r>
              <a:rPr sz="2000" dirty="0">
                <a:solidFill>
                  <a:srgbClr val="404040"/>
                </a:solidFill>
                <a:latin typeface="Calibri"/>
                <a:cs typeface="Calibri"/>
              </a:rPr>
              <a:t>n</a:t>
            </a:r>
            <a:r>
              <a:rPr sz="2000" spc="-105" dirty="0">
                <a:solidFill>
                  <a:srgbClr val="404040"/>
                </a:solidFill>
                <a:latin typeface="Calibri"/>
                <a:cs typeface="Calibri"/>
              </a:rPr>
              <a:t> </a:t>
            </a:r>
            <a:r>
              <a:rPr sz="2000" b="1" spc="-15" dirty="0">
                <a:solidFill>
                  <a:srgbClr val="1F497C"/>
                </a:solidFill>
                <a:latin typeface="Calibri"/>
                <a:cs typeface="Calibri"/>
              </a:rPr>
              <a:t>r</a:t>
            </a:r>
            <a:r>
              <a:rPr sz="2000" b="1" spc="20" dirty="0">
                <a:solidFill>
                  <a:srgbClr val="1F497C"/>
                </a:solidFill>
                <a:latin typeface="Calibri"/>
                <a:cs typeface="Calibri"/>
              </a:rPr>
              <a:t>ô</a:t>
            </a:r>
            <a:r>
              <a:rPr sz="2000" b="1" spc="5" dirty="0">
                <a:solidFill>
                  <a:srgbClr val="1F497C"/>
                </a:solidFill>
                <a:latin typeface="Calibri"/>
                <a:cs typeface="Calibri"/>
              </a:rPr>
              <a:t>l</a:t>
            </a:r>
            <a:r>
              <a:rPr sz="2000" b="1" dirty="0">
                <a:solidFill>
                  <a:srgbClr val="1F497C"/>
                </a:solidFill>
                <a:latin typeface="Calibri"/>
                <a:cs typeface="Calibri"/>
              </a:rPr>
              <a:t>e</a:t>
            </a:r>
            <a:endParaRPr sz="2000" dirty="0">
              <a:latin typeface="Calibri"/>
              <a:cs typeface="Calibri"/>
            </a:endParaRPr>
          </a:p>
          <a:p>
            <a:pPr marL="284480" indent="-272415">
              <a:lnSpc>
                <a:spcPct val="100000"/>
              </a:lnSpc>
              <a:spcBef>
                <a:spcPts val="400"/>
              </a:spcBef>
              <a:buClr>
                <a:srgbClr val="C00000"/>
              </a:buClr>
              <a:buSzPct val="95833"/>
              <a:buFont typeface="Wingdings"/>
              <a:buChar char=""/>
              <a:tabLst>
                <a:tab pos="285115" algn="l"/>
              </a:tabLst>
            </a:pPr>
            <a:r>
              <a:rPr sz="2400" spc="-70" dirty="0">
                <a:solidFill>
                  <a:srgbClr val="404040"/>
                </a:solidFill>
                <a:latin typeface="Calibri"/>
                <a:cs typeface="Calibri"/>
              </a:rPr>
              <a:t>T</a:t>
            </a:r>
            <a:r>
              <a:rPr sz="2400" spc="-40" dirty="0">
                <a:solidFill>
                  <a:srgbClr val="404040"/>
                </a:solidFill>
                <a:latin typeface="Calibri"/>
                <a:cs typeface="Calibri"/>
              </a:rPr>
              <a:t>r</a:t>
            </a:r>
            <a:r>
              <a:rPr sz="2400" spc="30" dirty="0">
                <a:solidFill>
                  <a:srgbClr val="404040"/>
                </a:solidFill>
                <a:latin typeface="Calibri"/>
                <a:cs typeface="Calibri"/>
              </a:rPr>
              <a:t>o</a:t>
            </a:r>
            <a:r>
              <a:rPr sz="2400" spc="35" dirty="0">
                <a:solidFill>
                  <a:srgbClr val="404040"/>
                </a:solidFill>
                <a:latin typeface="Calibri"/>
                <a:cs typeface="Calibri"/>
              </a:rPr>
              <a:t>u</a:t>
            </a:r>
            <a:r>
              <a:rPr sz="2400" spc="15" dirty="0">
                <a:solidFill>
                  <a:srgbClr val="404040"/>
                </a:solidFill>
                <a:latin typeface="Calibri"/>
                <a:cs typeface="Calibri"/>
              </a:rPr>
              <a:t>v</a:t>
            </a:r>
            <a:r>
              <a:rPr sz="2400" spc="5" dirty="0">
                <a:solidFill>
                  <a:srgbClr val="404040"/>
                </a:solidFill>
                <a:latin typeface="Calibri"/>
                <a:cs typeface="Calibri"/>
              </a:rPr>
              <a:t>e</a:t>
            </a:r>
            <a:r>
              <a:rPr sz="2400" dirty="0">
                <a:solidFill>
                  <a:srgbClr val="404040"/>
                </a:solidFill>
                <a:latin typeface="Calibri"/>
                <a:cs typeface="Calibri"/>
              </a:rPr>
              <a:t>r</a:t>
            </a:r>
            <a:r>
              <a:rPr sz="2400" spc="-280" dirty="0">
                <a:solidFill>
                  <a:srgbClr val="404040"/>
                </a:solidFill>
                <a:latin typeface="Calibri"/>
                <a:cs typeface="Calibri"/>
              </a:rPr>
              <a:t> </a:t>
            </a:r>
            <a:r>
              <a:rPr sz="2400" spc="45" dirty="0">
                <a:solidFill>
                  <a:srgbClr val="404040"/>
                </a:solidFill>
                <a:latin typeface="Calibri"/>
                <a:cs typeface="Calibri"/>
              </a:rPr>
              <a:t>l</a:t>
            </a:r>
            <a:r>
              <a:rPr sz="2400" dirty="0">
                <a:solidFill>
                  <a:srgbClr val="404040"/>
                </a:solidFill>
                <a:latin typeface="Calibri"/>
                <a:cs typeface="Calibri"/>
              </a:rPr>
              <a:t>es</a:t>
            </a:r>
            <a:r>
              <a:rPr sz="2400" spc="-80" dirty="0">
                <a:solidFill>
                  <a:srgbClr val="404040"/>
                </a:solidFill>
                <a:latin typeface="Calibri"/>
                <a:cs typeface="Calibri"/>
              </a:rPr>
              <a:t> </a:t>
            </a:r>
            <a:r>
              <a:rPr sz="2400" spc="35" dirty="0">
                <a:solidFill>
                  <a:srgbClr val="404040"/>
                </a:solidFill>
                <a:latin typeface="Calibri"/>
                <a:cs typeface="Calibri"/>
              </a:rPr>
              <a:t>d</a:t>
            </a:r>
            <a:r>
              <a:rPr sz="2400" spc="45" dirty="0">
                <a:solidFill>
                  <a:srgbClr val="404040"/>
                </a:solidFill>
                <a:latin typeface="Calibri"/>
                <a:cs typeface="Calibri"/>
              </a:rPr>
              <a:t>i</a:t>
            </a:r>
            <a:r>
              <a:rPr sz="2400" spc="-35" dirty="0">
                <a:solidFill>
                  <a:srgbClr val="404040"/>
                </a:solidFill>
                <a:latin typeface="Calibri"/>
                <a:cs typeface="Calibri"/>
              </a:rPr>
              <a:t>f</a:t>
            </a:r>
            <a:r>
              <a:rPr sz="2400" spc="-135" dirty="0">
                <a:solidFill>
                  <a:srgbClr val="404040"/>
                </a:solidFill>
                <a:latin typeface="Calibri"/>
                <a:cs typeface="Calibri"/>
              </a:rPr>
              <a:t>f</a:t>
            </a:r>
            <a:r>
              <a:rPr sz="2400" spc="5" dirty="0">
                <a:solidFill>
                  <a:srgbClr val="404040"/>
                </a:solidFill>
                <a:latin typeface="Calibri"/>
                <a:cs typeface="Calibri"/>
              </a:rPr>
              <a:t>é</a:t>
            </a:r>
            <a:r>
              <a:rPr sz="2400" spc="-40" dirty="0">
                <a:solidFill>
                  <a:srgbClr val="404040"/>
                </a:solidFill>
                <a:latin typeface="Calibri"/>
                <a:cs typeface="Calibri"/>
              </a:rPr>
              <a:t>r</a:t>
            </a:r>
            <a:r>
              <a:rPr sz="2400" spc="5" dirty="0">
                <a:solidFill>
                  <a:srgbClr val="404040"/>
                </a:solidFill>
                <a:latin typeface="Calibri"/>
                <a:cs typeface="Calibri"/>
              </a:rPr>
              <a:t>e</a:t>
            </a:r>
            <a:r>
              <a:rPr sz="2400" spc="35" dirty="0">
                <a:solidFill>
                  <a:srgbClr val="404040"/>
                </a:solidFill>
                <a:latin typeface="Calibri"/>
                <a:cs typeface="Calibri"/>
              </a:rPr>
              <a:t>n</a:t>
            </a:r>
            <a:r>
              <a:rPr sz="2400" spc="-5" dirty="0">
                <a:solidFill>
                  <a:srgbClr val="404040"/>
                </a:solidFill>
                <a:latin typeface="Calibri"/>
                <a:cs typeface="Calibri"/>
              </a:rPr>
              <a:t>t</a:t>
            </a:r>
            <a:r>
              <a:rPr sz="2400" dirty="0">
                <a:solidFill>
                  <a:srgbClr val="404040"/>
                </a:solidFill>
                <a:latin typeface="Calibri"/>
                <a:cs typeface="Calibri"/>
              </a:rPr>
              <a:t>s</a:t>
            </a:r>
            <a:r>
              <a:rPr sz="2400" spc="-180" dirty="0">
                <a:solidFill>
                  <a:srgbClr val="404040"/>
                </a:solidFill>
                <a:latin typeface="Calibri"/>
                <a:cs typeface="Calibri"/>
              </a:rPr>
              <a:t> </a:t>
            </a:r>
            <a:r>
              <a:rPr sz="2400" spc="-40" dirty="0">
                <a:solidFill>
                  <a:srgbClr val="404040"/>
                </a:solidFill>
                <a:latin typeface="Calibri"/>
                <a:cs typeface="Calibri"/>
              </a:rPr>
              <a:t>r</a:t>
            </a:r>
            <a:r>
              <a:rPr sz="2400" spc="35" dirty="0">
                <a:solidFill>
                  <a:srgbClr val="404040"/>
                </a:solidFill>
                <a:latin typeface="Calibri"/>
                <a:cs typeface="Calibri"/>
              </a:rPr>
              <a:t>ô</a:t>
            </a:r>
            <a:r>
              <a:rPr sz="2400" spc="45" dirty="0">
                <a:solidFill>
                  <a:srgbClr val="404040"/>
                </a:solidFill>
                <a:latin typeface="Calibri"/>
                <a:cs typeface="Calibri"/>
              </a:rPr>
              <a:t>l</a:t>
            </a:r>
            <a:r>
              <a:rPr sz="2400" spc="5" dirty="0">
                <a:solidFill>
                  <a:srgbClr val="404040"/>
                </a:solidFill>
                <a:latin typeface="Calibri"/>
                <a:cs typeface="Calibri"/>
              </a:rPr>
              <a:t>e</a:t>
            </a:r>
            <a:r>
              <a:rPr sz="2400" dirty="0">
                <a:solidFill>
                  <a:srgbClr val="404040"/>
                </a:solidFill>
                <a:latin typeface="Calibri"/>
                <a:cs typeface="Calibri"/>
              </a:rPr>
              <a:t>s</a:t>
            </a:r>
            <a:r>
              <a:rPr sz="2400" spc="-185" dirty="0">
                <a:solidFill>
                  <a:srgbClr val="404040"/>
                </a:solidFill>
                <a:latin typeface="Calibri"/>
                <a:cs typeface="Calibri"/>
              </a:rPr>
              <a:t> </a:t>
            </a:r>
            <a:r>
              <a:rPr sz="2400" spc="35" dirty="0">
                <a:solidFill>
                  <a:srgbClr val="404040"/>
                </a:solidFill>
                <a:latin typeface="Calibri"/>
                <a:cs typeface="Calibri"/>
              </a:rPr>
              <a:t>d</a:t>
            </a:r>
            <a:r>
              <a:rPr sz="2400" dirty="0">
                <a:solidFill>
                  <a:srgbClr val="404040"/>
                </a:solidFill>
                <a:latin typeface="Calibri"/>
                <a:cs typeface="Calibri"/>
              </a:rPr>
              <a:t>es</a:t>
            </a:r>
            <a:r>
              <a:rPr sz="2400" spc="-80" dirty="0">
                <a:solidFill>
                  <a:srgbClr val="404040"/>
                </a:solidFill>
                <a:latin typeface="Calibri"/>
                <a:cs typeface="Calibri"/>
              </a:rPr>
              <a:t> </a:t>
            </a:r>
            <a:r>
              <a:rPr sz="2400" spc="35" dirty="0">
                <a:solidFill>
                  <a:srgbClr val="404040"/>
                </a:solidFill>
                <a:latin typeface="Calibri"/>
                <a:cs typeface="Calibri"/>
              </a:rPr>
              <a:t>u</a:t>
            </a:r>
            <a:r>
              <a:rPr sz="2400" spc="-5" dirty="0">
                <a:solidFill>
                  <a:srgbClr val="404040"/>
                </a:solidFill>
                <a:latin typeface="Calibri"/>
                <a:cs typeface="Calibri"/>
              </a:rPr>
              <a:t>t</a:t>
            </a:r>
            <a:r>
              <a:rPr sz="2400" spc="45" dirty="0">
                <a:solidFill>
                  <a:srgbClr val="404040"/>
                </a:solidFill>
                <a:latin typeface="Calibri"/>
                <a:cs typeface="Calibri"/>
              </a:rPr>
              <a:t>ili</a:t>
            </a:r>
            <a:r>
              <a:rPr sz="2400" spc="-40" dirty="0">
                <a:solidFill>
                  <a:srgbClr val="404040"/>
                </a:solidFill>
                <a:latin typeface="Calibri"/>
                <a:cs typeface="Calibri"/>
              </a:rPr>
              <a:t>s</a:t>
            </a:r>
            <a:r>
              <a:rPr sz="2400" spc="-50" dirty="0">
                <a:solidFill>
                  <a:srgbClr val="404040"/>
                </a:solidFill>
                <a:latin typeface="Calibri"/>
                <a:cs typeface="Calibri"/>
              </a:rPr>
              <a:t>a</a:t>
            </a:r>
            <a:r>
              <a:rPr sz="2400" spc="-5" dirty="0">
                <a:solidFill>
                  <a:srgbClr val="404040"/>
                </a:solidFill>
                <a:latin typeface="Calibri"/>
                <a:cs typeface="Calibri"/>
              </a:rPr>
              <a:t>t</a:t>
            </a:r>
            <a:r>
              <a:rPr sz="2400" spc="5" dirty="0">
                <a:solidFill>
                  <a:srgbClr val="404040"/>
                </a:solidFill>
                <a:latin typeface="Calibri"/>
                <a:cs typeface="Calibri"/>
              </a:rPr>
              <a:t>e</a:t>
            </a:r>
            <a:r>
              <a:rPr sz="2400" spc="35" dirty="0">
                <a:solidFill>
                  <a:srgbClr val="404040"/>
                </a:solidFill>
                <a:latin typeface="Calibri"/>
                <a:cs typeface="Calibri"/>
              </a:rPr>
              <a:t>u</a:t>
            </a:r>
            <a:r>
              <a:rPr sz="2400" spc="-40" dirty="0">
                <a:solidFill>
                  <a:srgbClr val="404040"/>
                </a:solidFill>
                <a:latin typeface="Calibri"/>
                <a:cs typeface="Calibri"/>
              </a:rPr>
              <a:t>r</a:t>
            </a:r>
            <a:r>
              <a:rPr sz="2400" dirty="0">
                <a:solidFill>
                  <a:srgbClr val="404040"/>
                </a:solidFill>
                <a:latin typeface="Calibri"/>
                <a:cs typeface="Calibri"/>
              </a:rPr>
              <a:t>s</a:t>
            </a:r>
            <a:endParaRPr sz="2400" dirty="0">
              <a:latin typeface="Calibri"/>
              <a:cs typeface="Calibri"/>
            </a:endParaRPr>
          </a:p>
          <a:p>
            <a:pPr marL="469900" lvl="1" indent="-292100">
              <a:lnSpc>
                <a:spcPct val="100000"/>
              </a:lnSpc>
              <a:spcBef>
                <a:spcPts val="915"/>
              </a:spcBef>
              <a:buClr>
                <a:srgbClr val="1F497C"/>
              </a:buClr>
              <a:buFont typeface="Wingdings"/>
              <a:buChar char=""/>
              <a:tabLst>
                <a:tab pos="469265" algn="l"/>
                <a:tab pos="469900" algn="l"/>
              </a:tabLst>
            </a:pPr>
            <a:r>
              <a:rPr sz="2000" spc="15" dirty="0">
                <a:solidFill>
                  <a:srgbClr val="404040"/>
                </a:solidFill>
                <a:latin typeface="Calibri"/>
                <a:cs typeface="Calibri"/>
              </a:rPr>
              <a:t>Responsable</a:t>
            </a:r>
            <a:r>
              <a:rPr sz="2000" spc="-250" dirty="0">
                <a:solidFill>
                  <a:srgbClr val="404040"/>
                </a:solidFill>
                <a:latin typeface="Calibri"/>
                <a:cs typeface="Calibri"/>
              </a:rPr>
              <a:t> </a:t>
            </a:r>
            <a:r>
              <a:rPr sz="2000" dirty="0">
                <a:solidFill>
                  <a:srgbClr val="404040"/>
                </a:solidFill>
                <a:latin typeface="Calibri"/>
                <a:cs typeface="Calibri"/>
              </a:rPr>
              <a:t>clientèle,</a:t>
            </a:r>
            <a:r>
              <a:rPr sz="2000" spc="-150" dirty="0">
                <a:solidFill>
                  <a:srgbClr val="404040"/>
                </a:solidFill>
                <a:latin typeface="Calibri"/>
                <a:cs typeface="Calibri"/>
              </a:rPr>
              <a:t> </a:t>
            </a:r>
            <a:r>
              <a:rPr sz="2000" spc="-5" dirty="0">
                <a:solidFill>
                  <a:srgbClr val="404040"/>
                </a:solidFill>
                <a:latin typeface="Calibri"/>
                <a:cs typeface="Calibri"/>
              </a:rPr>
              <a:t>responsable</a:t>
            </a:r>
            <a:r>
              <a:rPr sz="2000" spc="-145" dirty="0">
                <a:solidFill>
                  <a:srgbClr val="404040"/>
                </a:solidFill>
                <a:latin typeface="Calibri"/>
                <a:cs typeface="Calibri"/>
              </a:rPr>
              <a:t> </a:t>
            </a:r>
            <a:r>
              <a:rPr sz="2000" spc="-30" dirty="0">
                <a:solidFill>
                  <a:srgbClr val="404040"/>
                </a:solidFill>
                <a:latin typeface="Calibri"/>
                <a:cs typeface="Calibri"/>
              </a:rPr>
              <a:t>d’agence,</a:t>
            </a:r>
            <a:r>
              <a:rPr sz="2000" spc="355" dirty="0">
                <a:solidFill>
                  <a:srgbClr val="404040"/>
                </a:solidFill>
                <a:latin typeface="Calibri"/>
                <a:cs typeface="Calibri"/>
              </a:rPr>
              <a:t> </a:t>
            </a:r>
            <a:r>
              <a:rPr sz="2000" spc="-15" dirty="0">
                <a:solidFill>
                  <a:srgbClr val="404040"/>
                </a:solidFill>
                <a:latin typeface="Calibri"/>
                <a:cs typeface="Calibri"/>
              </a:rPr>
              <a:t>administrateur…</a:t>
            </a:r>
            <a:endParaRPr sz="2000" dirty="0">
              <a:latin typeface="Calibri"/>
              <a:cs typeface="Calibri"/>
            </a:endParaRPr>
          </a:p>
          <a:p>
            <a:pPr marL="284480" indent="-272415">
              <a:lnSpc>
                <a:spcPct val="100000"/>
              </a:lnSpc>
              <a:spcBef>
                <a:spcPts val="605"/>
              </a:spcBef>
              <a:buClr>
                <a:srgbClr val="C00000"/>
              </a:buClr>
              <a:buSzPct val="95833"/>
              <a:buFont typeface="Wingdings"/>
              <a:buChar char=""/>
              <a:tabLst>
                <a:tab pos="285115" algn="l"/>
              </a:tabLst>
            </a:pPr>
            <a:r>
              <a:rPr sz="2400" spc="10" dirty="0">
                <a:solidFill>
                  <a:srgbClr val="404040"/>
                </a:solidFill>
                <a:latin typeface="Calibri"/>
                <a:cs typeface="Calibri"/>
              </a:rPr>
              <a:t>Identifier</a:t>
            </a:r>
            <a:r>
              <a:rPr sz="2400" spc="15" dirty="0">
                <a:solidFill>
                  <a:srgbClr val="404040"/>
                </a:solidFill>
                <a:latin typeface="Calibri"/>
                <a:cs typeface="Calibri"/>
              </a:rPr>
              <a:t> les</a:t>
            </a:r>
            <a:r>
              <a:rPr sz="2400" spc="-75" dirty="0">
                <a:solidFill>
                  <a:srgbClr val="404040"/>
                </a:solidFill>
                <a:latin typeface="Calibri"/>
                <a:cs typeface="Calibri"/>
              </a:rPr>
              <a:t> </a:t>
            </a:r>
            <a:r>
              <a:rPr sz="2400" spc="-10" dirty="0">
                <a:solidFill>
                  <a:srgbClr val="404040"/>
                </a:solidFill>
                <a:latin typeface="Calibri"/>
                <a:cs typeface="Calibri"/>
              </a:rPr>
              <a:t>autres</a:t>
            </a:r>
            <a:r>
              <a:rPr sz="2400" spc="-80" dirty="0">
                <a:solidFill>
                  <a:srgbClr val="404040"/>
                </a:solidFill>
                <a:latin typeface="Calibri"/>
                <a:cs typeface="Calibri"/>
              </a:rPr>
              <a:t> </a:t>
            </a:r>
            <a:r>
              <a:rPr sz="2400" spc="-15" dirty="0">
                <a:solidFill>
                  <a:srgbClr val="404040"/>
                </a:solidFill>
                <a:latin typeface="Calibri"/>
                <a:cs typeface="Calibri"/>
              </a:rPr>
              <a:t>systèmes</a:t>
            </a:r>
            <a:r>
              <a:rPr sz="2400" spc="-280" dirty="0">
                <a:solidFill>
                  <a:srgbClr val="404040"/>
                </a:solidFill>
                <a:latin typeface="Calibri"/>
                <a:cs typeface="Calibri"/>
              </a:rPr>
              <a:t> </a:t>
            </a:r>
            <a:r>
              <a:rPr sz="2400" spc="-5" dirty="0">
                <a:solidFill>
                  <a:srgbClr val="404040"/>
                </a:solidFill>
                <a:latin typeface="Calibri"/>
                <a:cs typeface="Calibri"/>
              </a:rPr>
              <a:t>(imprimantes,</a:t>
            </a:r>
            <a:r>
              <a:rPr sz="2400" spc="-140" dirty="0">
                <a:solidFill>
                  <a:srgbClr val="404040"/>
                </a:solidFill>
                <a:latin typeface="Calibri"/>
                <a:cs typeface="Calibri"/>
              </a:rPr>
              <a:t> </a:t>
            </a:r>
            <a:r>
              <a:rPr sz="2400" spc="15" dirty="0">
                <a:solidFill>
                  <a:srgbClr val="404040"/>
                </a:solidFill>
                <a:latin typeface="Calibri"/>
                <a:cs typeface="Calibri"/>
              </a:rPr>
              <a:t>logiciel)</a:t>
            </a:r>
            <a:endParaRPr sz="2400" dirty="0">
              <a:latin typeface="Calibri"/>
              <a:cs typeface="Calibri"/>
            </a:endParaRPr>
          </a:p>
          <a:p>
            <a:pPr marL="284480" indent="-272415">
              <a:lnSpc>
                <a:spcPct val="100000"/>
              </a:lnSpc>
              <a:spcBef>
                <a:spcPts val="515"/>
              </a:spcBef>
              <a:buClr>
                <a:srgbClr val="C00000"/>
              </a:buClr>
              <a:buSzPct val="95833"/>
              <a:buFont typeface="Wingdings"/>
              <a:buChar char=""/>
              <a:tabLst>
                <a:tab pos="285115" algn="l"/>
              </a:tabLst>
            </a:pPr>
            <a:r>
              <a:rPr sz="2400" spc="-10" dirty="0">
                <a:solidFill>
                  <a:srgbClr val="404040"/>
                </a:solidFill>
                <a:latin typeface="Calibri"/>
                <a:cs typeface="Calibri"/>
              </a:rPr>
              <a:t>Vérifier</a:t>
            </a:r>
            <a:r>
              <a:rPr sz="2400" spc="-80" dirty="0">
                <a:solidFill>
                  <a:srgbClr val="404040"/>
                </a:solidFill>
                <a:latin typeface="Calibri"/>
                <a:cs typeface="Calibri"/>
              </a:rPr>
              <a:t> </a:t>
            </a:r>
            <a:r>
              <a:rPr sz="2400" spc="20" dirty="0">
                <a:solidFill>
                  <a:srgbClr val="404040"/>
                </a:solidFill>
                <a:latin typeface="Calibri"/>
                <a:cs typeface="Calibri"/>
              </a:rPr>
              <a:t>que</a:t>
            </a:r>
            <a:r>
              <a:rPr sz="2400" spc="-35" dirty="0">
                <a:solidFill>
                  <a:srgbClr val="404040"/>
                </a:solidFill>
                <a:latin typeface="Calibri"/>
                <a:cs typeface="Calibri"/>
              </a:rPr>
              <a:t> </a:t>
            </a:r>
            <a:r>
              <a:rPr sz="2400" spc="15" dirty="0">
                <a:solidFill>
                  <a:srgbClr val="404040"/>
                </a:solidFill>
                <a:latin typeface="Calibri"/>
                <a:cs typeface="Calibri"/>
              </a:rPr>
              <a:t>les</a:t>
            </a:r>
            <a:r>
              <a:rPr sz="2400" spc="-75" dirty="0">
                <a:solidFill>
                  <a:srgbClr val="404040"/>
                </a:solidFill>
                <a:latin typeface="Calibri"/>
                <a:cs typeface="Calibri"/>
              </a:rPr>
              <a:t> </a:t>
            </a:r>
            <a:r>
              <a:rPr sz="2400" spc="-15" dirty="0">
                <a:solidFill>
                  <a:srgbClr val="404040"/>
                </a:solidFill>
                <a:latin typeface="Calibri"/>
                <a:cs typeface="Calibri"/>
              </a:rPr>
              <a:t>acteurs</a:t>
            </a:r>
            <a:r>
              <a:rPr sz="2400" spc="-180" dirty="0">
                <a:solidFill>
                  <a:srgbClr val="404040"/>
                </a:solidFill>
                <a:latin typeface="Calibri"/>
                <a:cs typeface="Calibri"/>
              </a:rPr>
              <a:t> </a:t>
            </a:r>
            <a:r>
              <a:rPr sz="2400" spc="-5" dirty="0">
                <a:solidFill>
                  <a:srgbClr val="404040"/>
                </a:solidFill>
                <a:latin typeface="Calibri"/>
                <a:cs typeface="Calibri"/>
              </a:rPr>
              <a:t>interagissent</a:t>
            </a:r>
            <a:r>
              <a:rPr sz="2400" spc="-245" dirty="0">
                <a:solidFill>
                  <a:srgbClr val="404040"/>
                </a:solidFill>
                <a:latin typeface="Calibri"/>
                <a:cs typeface="Calibri"/>
              </a:rPr>
              <a:t> </a:t>
            </a:r>
            <a:r>
              <a:rPr sz="2400" spc="-10" dirty="0">
                <a:solidFill>
                  <a:srgbClr val="404040"/>
                </a:solidFill>
                <a:latin typeface="Calibri"/>
                <a:cs typeface="Calibri"/>
              </a:rPr>
              <a:t>avec</a:t>
            </a:r>
            <a:r>
              <a:rPr sz="2400" spc="-155" dirty="0">
                <a:solidFill>
                  <a:srgbClr val="404040"/>
                </a:solidFill>
                <a:latin typeface="Calibri"/>
                <a:cs typeface="Calibri"/>
              </a:rPr>
              <a:t> </a:t>
            </a:r>
            <a:r>
              <a:rPr sz="2400" spc="20" dirty="0">
                <a:solidFill>
                  <a:srgbClr val="404040"/>
                </a:solidFill>
                <a:latin typeface="Calibri"/>
                <a:cs typeface="Calibri"/>
              </a:rPr>
              <a:t>le</a:t>
            </a:r>
            <a:r>
              <a:rPr sz="2400" spc="-35" dirty="0">
                <a:solidFill>
                  <a:srgbClr val="404040"/>
                </a:solidFill>
                <a:latin typeface="Calibri"/>
                <a:cs typeface="Calibri"/>
              </a:rPr>
              <a:t> </a:t>
            </a:r>
            <a:r>
              <a:rPr sz="2400" spc="-15" dirty="0">
                <a:solidFill>
                  <a:srgbClr val="404040"/>
                </a:solidFill>
                <a:latin typeface="Calibri"/>
                <a:cs typeface="Calibri"/>
              </a:rPr>
              <a:t>système</a:t>
            </a:r>
            <a:endParaRPr sz="2400" dirty="0">
              <a:latin typeface="Calibri"/>
              <a:cs typeface="Calibri"/>
            </a:endParaRPr>
          </a:p>
          <a:p>
            <a:pPr marL="469900" lvl="1" indent="-292100">
              <a:lnSpc>
                <a:spcPct val="100000"/>
              </a:lnSpc>
              <a:spcBef>
                <a:spcPts val="919"/>
              </a:spcBef>
              <a:buClr>
                <a:srgbClr val="1F497C"/>
              </a:buClr>
              <a:buFont typeface="Wingdings"/>
              <a:buChar char=""/>
              <a:tabLst>
                <a:tab pos="469265" algn="l"/>
                <a:tab pos="469900" algn="l"/>
              </a:tabLst>
            </a:pPr>
            <a:r>
              <a:rPr sz="2000" spc="-15" dirty="0">
                <a:solidFill>
                  <a:srgbClr val="404040"/>
                </a:solidFill>
                <a:latin typeface="Calibri"/>
                <a:cs typeface="Calibri"/>
              </a:rPr>
              <a:t>Les</a:t>
            </a:r>
            <a:r>
              <a:rPr sz="2000" spc="65" dirty="0">
                <a:solidFill>
                  <a:srgbClr val="404040"/>
                </a:solidFill>
                <a:latin typeface="Calibri"/>
                <a:cs typeface="Calibri"/>
              </a:rPr>
              <a:t> </a:t>
            </a:r>
            <a:r>
              <a:rPr sz="2000" spc="15" dirty="0">
                <a:solidFill>
                  <a:srgbClr val="404040"/>
                </a:solidFill>
                <a:latin typeface="Calibri"/>
                <a:cs typeface="Calibri"/>
              </a:rPr>
              <a:t>clients</a:t>
            </a:r>
            <a:r>
              <a:rPr sz="2000" spc="-135" dirty="0">
                <a:solidFill>
                  <a:srgbClr val="404040"/>
                </a:solidFill>
                <a:latin typeface="Calibri"/>
                <a:cs typeface="Calibri"/>
              </a:rPr>
              <a:t> </a:t>
            </a:r>
            <a:r>
              <a:rPr sz="2000" spc="20" dirty="0">
                <a:solidFill>
                  <a:srgbClr val="404040"/>
                </a:solidFill>
                <a:latin typeface="Calibri"/>
                <a:cs typeface="Calibri"/>
              </a:rPr>
              <a:t>d’un</a:t>
            </a:r>
            <a:r>
              <a:rPr sz="2000" spc="-105" dirty="0">
                <a:solidFill>
                  <a:srgbClr val="404040"/>
                </a:solidFill>
                <a:latin typeface="Calibri"/>
                <a:cs typeface="Calibri"/>
              </a:rPr>
              <a:t> </a:t>
            </a:r>
            <a:r>
              <a:rPr sz="2000" spc="30" dirty="0" err="1">
                <a:solidFill>
                  <a:srgbClr val="404040"/>
                </a:solidFill>
                <a:latin typeface="Calibri"/>
                <a:cs typeface="Calibri"/>
              </a:rPr>
              <a:t>magasin</a:t>
            </a:r>
            <a:r>
              <a:rPr lang="fr-FR" sz="2000" spc="30" dirty="0">
                <a:solidFill>
                  <a:srgbClr val="404040"/>
                </a:solidFill>
                <a:latin typeface="Calibri"/>
                <a:cs typeface="Calibri"/>
              </a:rPr>
              <a:t> </a:t>
            </a:r>
            <a:r>
              <a:rPr sz="2000" spc="30" dirty="0">
                <a:solidFill>
                  <a:srgbClr val="404040"/>
                </a:solidFill>
                <a:latin typeface="Calibri"/>
                <a:cs typeface="Calibri"/>
              </a:rPr>
              <a:t>ne</a:t>
            </a:r>
            <a:r>
              <a:rPr sz="2000" spc="-150" dirty="0">
                <a:solidFill>
                  <a:srgbClr val="404040"/>
                </a:solidFill>
                <a:latin typeface="Calibri"/>
                <a:cs typeface="Calibri"/>
              </a:rPr>
              <a:t> </a:t>
            </a:r>
            <a:r>
              <a:rPr sz="2000" spc="25" dirty="0">
                <a:solidFill>
                  <a:srgbClr val="404040"/>
                </a:solidFill>
                <a:latin typeface="Calibri"/>
                <a:cs typeface="Calibri"/>
              </a:rPr>
              <a:t>sont</a:t>
            </a:r>
            <a:r>
              <a:rPr sz="2000" spc="-125" dirty="0">
                <a:solidFill>
                  <a:srgbClr val="404040"/>
                </a:solidFill>
                <a:latin typeface="Calibri"/>
                <a:cs typeface="Calibri"/>
              </a:rPr>
              <a:t> </a:t>
            </a:r>
            <a:r>
              <a:rPr sz="2000" spc="25" dirty="0">
                <a:solidFill>
                  <a:srgbClr val="404040"/>
                </a:solidFill>
                <a:latin typeface="Calibri"/>
                <a:cs typeface="Calibri"/>
              </a:rPr>
              <a:t>pas</a:t>
            </a:r>
            <a:r>
              <a:rPr sz="2000" spc="-135" dirty="0">
                <a:solidFill>
                  <a:srgbClr val="404040"/>
                </a:solidFill>
                <a:latin typeface="Calibri"/>
                <a:cs typeface="Calibri"/>
              </a:rPr>
              <a:t> </a:t>
            </a:r>
            <a:r>
              <a:rPr sz="2000" spc="15" dirty="0">
                <a:solidFill>
                  <a:srgbClr val="404040"/>
                </a:solidFill>
                <a:latin typeface="Calibri"/>
                <a:cs typeface="Calibri"/>
              </a:rPr>
              <a:t>des</a:t>
            </a:r>
            <a:r>
              <a:rPr sz="2000" spc="-135" dirty="0">
                <a:solidFill>
                  <a:srgbClr val="404040"/>
                </a:solidFill>
                <a:latin typeface="Calibri"/>
                <a:cs typeface="Calibri"/>
              </a:rPr>
              <a:t> </a:t>
            </a:r>
            <a:r>
              <a:rPr sz="2000" spc="5" dirty="0">
                <a:solidFill>
                  <a:srgbClr val="404040"/>
                </a:solidFill>
                <a:latin typeface="Calibri"/>
                <a:cs typeface="Calibri"/>
              </a:rPr>
              <a:t>acteurs</a:t>
            </a:r>
            <a:r>
              <a:rPr sz="2000" spc="-135" dirty="0">
                <a:solidFill>
                  <a:srgbClr val="404040"/>
                </a:solidFill>
                <a:latin typeface="Calibri"/>
                <a:cs typeface="Calibri"/>
              </a:rPr>
              <a:t> </a:t>
            </a:r>
            <a:r>
              <a:rPr sz="2000" spc="30" dirty="0">
                <a:solidFill>
                  <a:srgbClr val="404040"/>
                </a:solidFill>
                <a:latin typeface="Calibri"/>
                <a:cs typeface="Calibri"/>
              </a:rPr>
              <a:t>pour</a:t>
            </a:r>
            <a:r>
              <a:rPr sz="2000" spc="-150" dirty="0">
                <a:solidFill>
                  <a:srgbClr val="404040"/>
                </a:solidFill>
                <a:latin typeface="Calibri"/>
                <a:cs typeface="Calibri"/>
              </a:rPr>
              <a:t> </a:t>
            </a:r>
            <a:r>
              <a:rPr sz="2000" spc="20" dirty="0">
                <a:solidFill>
                  <a:srgbClr val="404040"/>
                </a:solidFill>
                <a:latin typeface="Calibri"/>
                <a:cs typeface="Calibri"/>
              </a:rPr>
              <a:t>le</a:t>
            </a:r>
            <a:r>
              <a:rPr sz="2000" spc="350" dirty="0">
                <a:solidFill>
                  <a:srgbClr val="404040"/>
                </a:solidFill>
                <a:latin typeface="Calibri"/>
                <a:cs typeface="Calibri"/>
              </a:rPr>
              <a:t> </a:t>
            </a:r>
            <a:r>
              <a:rPr sz="2000" spc="5" dirty="0">
                <a:solidFill>
                  <a:srgbClr val="404040"/>
                </a:solidFill>
                <a:latin typeface="Calibri"/>
                <a:cs typeface="Calibri"/>
              </a:rPr>
              <a:t>système</a:t>
            </a:r>
            <a:r>
              <a:rPr sz="2000" spc="-150" dirty="0">
                <a:solidFill>
                  <a:srgbClr val="404040"/>
                </a:solidFill>
                <a:latin typeface="Calibri"/>
                <a:cs typeface="Calibri"/>
              </a:rPr>
              <a:t> </a:t>
            </a:r>
            <a:r>
              <a:rPr sz="2000" spc="20" dirty="0">
                <a:solidFill>
                  <a:srgbClr val="404040"/>
                </a:solidFill>
                <a:latin typeface="Calibri"/>
                <a:cs typeface="Calibri"/>
              </a:rPr>
              <a:t>de</a:t>
            </a:r>
            <a:r>
              <a:rPr sz="2000" spc="-150" dirty="0">
                <a:solidFill>
                  <a:srgbClr val="404040"/>
                </a:solidFill>
                <a:latin typeface="Calibri"/>
                <a:cs typeface="Calibri"/>
              </a:rPr>
              <a:t> </a:t>
            </a:r>
            <a:r>
              <a:rPr sz="2000" spc="20" dirty="0">
                <a:solidFill>
                  <a:srgbClr val="404040"/>
                </a:solidFill>
                <a:latin typeface="Calibri"/>
                <a:cs typeface="Calibri"/>
              </a:rPr>
              <a:t>la</a:t>
            </a:r>
            <a:r>
              <a:rPr sz="2000" spc="-114" dirty="0">
                <a:solidFill>
                  <a:srgbClr val="404040"/>
                </a:solidFill>
                <a:latin typeface="Calibri"/>
                <a:cs typeface="Calibri"/>
              </a:rPr>
              <a:t> </a:t>
            </a:r>
            <a:r>
              <a:rPr sz="2000" spc="10" dirty="0">
                <a:solidFill>
                  <a:srgbClr val="404040"/>
                </a:solidFill>
                <a:latin typeface="Calibri"/>
                <a:cs typeface="Calibri"/>
              </a:rPr>
              <a:t>caisse</a:t>
            </a:r>
            <a:endParaRPr sz="2000" dirty="0">
              <a:latin typeface="Calibri"/>
              <a:cs typeface="Calibri"/>
            </a:endParaRPr>
          </a:p>
          <a:p>
            <a:pPr marL="469900" lvl="1" indent="-292100">
              <a:lnSpc>
                <a:spcPct val="100000"/>
              </a:lnSpc>
              <a:spcBef>
                <a:spcPts val="600"/>
              </a:spcBef>
              <a:buClr>
                <a:srgbClr val="1F497C"/>
              </a:buClr>
              <a:buFont typeface="Wingdings"/>
              <a:buChar char=""/>
              <a:tabLst>
                <a:tab pos="469265" algn="l"/>
                <a:tab pos="469900" algn="l"/>
              </a:tabLst>
            </a:pPr>
            <a:r>
              <a:rPr sz="2000" spc="-45" dirty="0">
                <a:solidFill>
                  <a:srgbClr val="404040"/>
                </a:solidFill>
                <a:latin typeface="Calibri"/>
                <a:cs typeface="Calibri"/>
              </a:rPr>
              <a:t>L</a:t>
            </a:r>
            <a:r>
              <a:rPr sz="2000" dirty="0">
                <a:solidFill>
                  <a:srgbClr val="404040"/>
                </a:solidFill>
                <a:latin typeface="Calibri"/>
                <a:cs typeface="Calibri"/>
              </a:rPr>
              <a:t>a</a:t>
            </a:r>
            <a:r>
              <a:rPr sz="2000" spc="-15" dirty="0">
                <a:solidFill>
                  <a:srgbClr val="404040"/>
                </a:solidFill>
                <a:latin typeface="Calibri"/>
                <a:cs typeface="Calibri"/>
              </a:rPr>
              <a:t> </a:t>
            </a:r>
            <a:r>
              <a:rPr sz="2000" spc="-50" dirty="0">
                <a:solidFill>
                  <a:srgbClr val="404040"/>
                </a:solidFill>
                <a:latin typeface="Calibri"/>
                <a:cs typeface="Calibri"/>
              </a:rPr>
              <a:t>c</a:t>
            </a:r>
            <a:r>
              <a:rPr sz="2000" spc="40" dirty="0">
                <a:solidFill>
                  <a:srgbClr val="404040"/>
                </a:solidFill>
                <a:latin typeface="Calibri"/>
                <a:cs typeface="Calibri"/>
              </a:rPr>
              <a:t>ai</a:t>
            </a:r>
            <a:r>
              <a:rPr sz="2000" spc="15" dirty="0">
                <a:solidFill>
                  <a:srgbClr val="404040"/>
                </a:solidFill>
                <a:latin typeface="Calibri"/>
                <a:cs typeface="Calibri"/>
              </a:rPr>
              <a:t>ss</a:t>
            </a:r>
            <a:r>
              <a:rPr sz="2000" spc="40" dirty="0">
                <a:solidFill>
                  <a:srgbClr val="404040"/>
                </a:solidFill>
                <a:latin typeface="Calibri"/>
                <a:cs typeface="Calibri"/>
              </a:rPr>
              <a:t>i</a:t>
            </a:r>
            <a:r>
              <a:rPr sz="2000" dirty="0">
                <a:solidFill>
                  <a:srgbClr val="404040"/>
                </a:solidFill>
                <a:latin typeface="Calibri"/>
                <a:cs typeface="Calibri"/>
              </a:rPr>
              <a:t>ère</a:t>
            </a:r>
            <a:r>
              <a:rPr sz="2000" spc="-150" dirty="0">
                <a:solidFill>
                  <a:srgbClr val="404040"/>
                </a:solidFill>
                <a:latin typeface="Calibri"/>
                <a:cs typeface="Calibri"/>
              </a:rPr>
              <a:t> </a:t>
            </a:r>
            <a:r>
              <a:rPr sz="2000" dirty="0">
                <a:solidFill>
                  <a:srgbClr val="404040"/>
                </a:solidFill>
                <a:latin typeface="Calibri"/>
                <a:cs typeface="Calibri"/>
              </a:rPr>
              <a:t>e</a:t>
            </a:r>
            <a:r>
              <a:rPr sz="2000" spc="15" dirty="0">
                <a:solidFill>
                  <a:srgbClr val="404040"/>
                </a:solidFill>
                <a:latin typeface="Calibri"/>
                <a:cs typeface="Calibri"/>
              </a:rPr>
              <a:t>s</a:t>
            </a:r>
            <a:r>
              <a:rPr sz="2000" dirty="0">
                <a:solidFill>
                  <a:srgbClr val="404040"/>
                </a:solidFill>
                <a:latin typeface="Calibri"/>
                <a:cs typeface="Calibri"/>
              </a:rPr>
              <a:t>t</a:t>
            </a:r>
            <a:r>
              <a:rPr sz="2000" spc="-125" dirty="0">
                <a:solidFill>
                  <a:srgbClr val="404040"/>
                </a:solidFill>
                <a:latin typeface="Calibri"/>
                <a:cs typeface="Calibri"/>
              </a:rPr>
              <a:t> </a:t>
            </a:r>
            <a:r>
              <a:rPr sz="2000" spc="40" dirty="0">
                <a:solidFill>
                  <a:srgbClr val="404040"/>
                </a:solidFill>
                <a:latin typeface="Calibri"/>
                <a:cs typeface="Calibri"/>
              </a:rPr>
              <a:t>l</a:t>
            </a:r>
            <a:r>
              <a:rPr sz="2000" spc="-105" dirty="0">
                <a:solidFill>
                  <a:srgbClr val="404040"/>
                </a:solidFill>
                <a:latin typeface="Calibri"/>
                <a:cs typeface="Calibri"/>
              </a:rPr>
              <a:t>’</a:t>
            </a:r>
            <a:r>
              <a:rPr sz="2000" spc="40" dirty="0">
                <a:solidFill>
                  <a:srgbClr val="404040"/>
                </a:solidFill>
                <a:latin typeface="Calibri"/>
                <a:cs typeface="Calibri"/>
              </a:rPr>
              <a:t>a</a:t>
            </a:r>
            <a:r>
              <a:rPr sz="2000" spc="-50" dirty="0">
                <a:solidFill>
                  <a:srgbClr val="404040"/>
                </a:solidFill>
                <a:latin typeface="Calibri"/>
                <a:cs typeface="Calibri"/>
              </a:rPr>
              <a:t>c</a:t>
            </a:r>
            <a:r>
              <a:rPr sz="2000" spc="30" dirty="0">
                <a:solidFill>
                  <a:srgbClr val="404040"/>
                </a:solidFill>
                <a:latin typeface="Calibri"/>
                <a:cs typeface="Calibri"/>
              </a:rPr>
              <a:t>t</a:t>
            </a:r>
            <a:r>
              <a:rPr sz="2000" dirty="0">
                <a:solidFill>
                  <a:srgbClr val="404040"/>
                </a:solidFill>
                <a:latin typeface="Calibri"/>
                <a:cs typeface="Calibri"/>
              </a:rPr>
              <a:t>e</a:t>
            </a:r>
            <a:r>
              <a:rPr sz="2000" spc="-55" dirty="0">
                <a:solidFill>
                  <a:srgbClr val="404040"/>
                </a:solidFill>
                <a:latin typeface="Calibri"/>
                <a:cs typeface="Calibri"/>
              </a:rPr>
              <a:t>u</a:t>
            </a:r>
            <a:r>
              <a:rPr sz="2000" dirty="0">
                <a:solidFill>
                  <a:srgbClr val="404040"/>
                </a:solidFill>
                <a:latin typeface="Calibri"/>
                <a:cs typeface="Calibri"/>
              </a:rPr>
              <a:t>r</a:t>
            </a:r>
            <a:endParaRPr sz="2000" dirty="0">
              <a:latin typeface="Calibri"/>
              <a:cs typeface="Calibri"/>
            </a:endParaRPr>
          </a:p>
        </p:txBody>
      </p:sp>
    </p:spTree>
    <p:extLst>
      <p:ext uri="{BB962C8B-B14F-4D97-AF65-F5344CB8AC3E}">
        <p14:creationId xmlns:p14="http://schemas.microsoft.com/office/powerpoint/2010/main" val="36645897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4724400" y="5181600"/>
            <a:ext cx="2133600" cy="1066800"/>
          </a:xfrm>
          <a:custGeom>
            <a:avLst/>
            <a:gdLst/>
            <a:ahLst/>
            <a:cxnLst/>
            <a:rect l="l" t="t" r="r" b="b"/>
            <a:pathLst>
              <a:path w="2133600" h="1066800">
                <a:moveTo>
                  <a:pt x="1066800" y="0"/>
                </a:moveTo>
                <a:lnTo>
                  <a:pt x="1004131" y="906"/>
                </a:lnTo>
                <a:lnTo>
                  <a:pt x="942416" y="3595"/>
                </a:lnTo>
                <a:lnTo>
                  <a:pt x="881752" y="8013"/>
                </a:lnTo>
                <a:lnTo>
                  <a:pt x="822239" y="14110"/>
                </a:lnTo>
                <a:lnTo>
                  <a:pt x="763979" y="21838"/>
                </a:lnTo>
                <a:lnTo>
                  <a:pt x="707072" y="31145"/>
                </a:lnTo>
                <a:lnTo>
                  <a:pt x="651616" y="41981"/>
                </a:lnTo>
                <a:lnTo>
                  <a:pt x="597714" y="54295"/>
                </a:lnTo>
                <a:lnTo>
                  <a:pt x="545463" y="68036"/>
                </a:lnTo>
                <a:lnTo>
                  <a:pt x="494967" y="83155"/>
                </a:lnTo>
                <a:lnTo>
                  <a:pt x="446323" y="99602"/>
                </a:lnTo>
                <a:lnTo>
                  <a:pt x="399634" y="117325"/>
                </a:lnTo>
                <a:lnTo>
                  <a:pt x="354998" y="136274"/>
                </a:lnTo>
                <a:lnTo>
                  <a:pt x="312515" y="156400"/>
                </a:lnTo>
                <a:lnTo>
                  <a:pt x="272285" y="177651"/>
                </a:lnTo>
                <a:lnTo>
                  <a:pt x="234411" y="199976"/>
                </a:lnTo>
                <a:lnTo>
                  <a:pt x="198991" y="223326"/>
                </a:lnTo>
                <a:lnTo>
                  <a:pt x="166124" y="247652"/>
                </a:lnTo>
                <a:lnTo>
                  <a:pt x="135912" y="272901"/>
                </a:lnTo>
                <a:lnTo>
                  <a:pt x="83855" y="325969"/>
                </a:lnTo>
                <a:lnTo>
                  <a:pt x="43618" y="382126"/>
                </a:lnTo>
                <a:lnTo>
                  <a:pt x="16003" y="440973"/>
                </a:lnTo>
                <a:lnTo>
                  <a:pt x="1811" y="502104"/>
                </a:lnTo>
                <a:lnTo>
                  <a:pt x="0" y="533400"/>
                </a:lnTo>
                <a:lnTo>
                  <a:pt x="1811" y="564771"/>
                </a:lnTo>
                <a:lnTo>
                  <a:pt x="16003" y="626021"/>
                </a:lnTo>
                <a:lnTo>
                  <a:pt x="43618" y="684946"/>
                </a:lnTo>
                <a:lnTo>
                  <a:pt x="83855" y="741151"/>
                </a:lnTo>
                <a:lnTo>
                  <a:pt x="135912" y="794236"/>
                </a:lnTo>
                <a:lnTo>
                  <a:pt x="166124" y="819484"/>
                </a:lnTo>
                <a:lnTo>
                  <a:pt x="198991" y="843803"/>
                </a:lnTo>
                <a:lnTo>
                  <a:pt x="234411" y="867142"/>
                </a:lnTo>
                <a:lnTo>
                  <a:pt x="272285" y="889453"/>
                </a:lnTo>
                <a:lnTo>
                  <a:pt x="312515" y="910685"/>
                </a:lnTo>
                <a:lnTo>
                  <a:pt x="354998" y="930788"/>
                </a:lnTo>
                <a:lnTo>
                  <a:pt x="399634" y="949713"/>
                </a:lnTo>
                <a:lnTo>
                  <a:pt x="446323" y="967411"/>
                </a:lnTo>
                <a:lnTo>
                  <a:pt x="494967" y="983831"/>
                </a:lnTo>
                <a:lnTo>
                  <a:pt x="545463" y="998923"/>
                </a:lnTo>
                <a:lnTo>
                  <a:pt x="597714" y="1012638"/>
                </a:lnTo>
                <a:lnTo>
                  <a:pt x="651616" y="1024925"/>
                </a:lnTo>
                <a:lnTo>
                  <a:pt x="707072" y="1035736"/>
                </a:lnTo>
                <a:lnTo>
                  <a:pt x="763979" y="1045020"/>
                </a:lnTo>
                <a:lnTo>
                  <a:pt x="822239" y="1052728"/>
                </a:lnTo>
                <a:lnTo>
                  <a:pt x="881752" y="1058809"/>
                </a:lnTo>
                <a:lnTo>
                  <a:pt x="942416" y="1063215"/>
                </a:lnTo>
                <a:lnTo>
                  <a:pt x="1004131" y="1065894"/>
                </a:lnTo>
                <a:lnTo>
                  <a:pt x="1066800" y="1066800"/>
                </a:lnTo>
                <a:lnTo>
                  <a:pt x="1129543" y="1065894"/>
                </a:lnTo>
                <a:lnTo>
                  <a:pt x="1191324" y="1063215"/>
                </a:lnTo>
                <a:lnTo>
                  <a:pt x="1252042" y="1058809"/>
                </a:lnTo>
                <a:lnTo>
                  <a:pt x="1311598" y="1052728"/>
                </a:lnTo>
                <a:lnTo>
                  <a:pt x="1369895" y="1045020"/>
                </a:lnTo>
                <a:lnTo>
                  <a:pt x="1426829" y="1035736"/>
                </a:lnTo>
                <a:lnTo>
                  <a:pt x="1482304" y="1024925"/>
                </a:lnTo>
                <a:lnTo>
                  <a:pt x="1536217" y="1012638"/>
                </a:lnTo>
                <a:lnTo>
                  <a:pt x="1588472" y="998923"/>
                </a:lnTo>
                <a:lnTo>
                  <a:pt x="1638969" y="983831"/>
                </a:lnTo>
                <a:lnTo>
                  <a:pt x="1687606" y="967411"/>
                </a:lnTo>
                <a:lnTo>
                  <a:pt x="1734285" y="949713"/>
                </a:lnTo>
                <a:lnTo>
                  <a:pt x="1778906" y="930788"/>
                </a:lnTo>
                <a:lnTo>
                  <a:pt x="1821369" y="910685"/>
                </a:lnTo>
                <a:lnTo>
                  <a:pt x="1861577" y="889453"/>
                </a:lnTo>
                <a:lnTo>
                  <a:pt x="1899427" y="867142"/>
                </a:lnTo>
                <a:lnTo>
                  <a:pt x="1934823" y="843803"/>
                </a:lnTo>
                <a:lnTo>
                  <a:pt x="1967661" y="819484"/>
                </a:lnTo>
                <a:lnTo>
                  <a:pt x="1997845" y="794236"/>
                </a:lnTo>
                <a:lnTo>
                  <a:pt x="2049851" y="741151"/>
                </a:lnTo>
                <a:lnTo>
                  <a:pt x="2090041" y="684946"/>
                </a:lnTo>
                <a:lnTo>
                  <a:pt x="2117619" y="626021"/>
                </a:lnTo>
                <a:lnTo>
                  <a:pt x="2131791" y="564771"/>
                </a:lnTo>
                <a:lnTo>
                  <a:pt x="2133600" y="533398"/>
                </a:lnTo>
                <a:lnTo>
                  <a:pt x="2126430" y="471277"/>
                </a:lnTo>
                <a:lnTo>
                  <a:pt x="2105456" y="411239"/>
                </a:lnTo>
                <a:lnTo>
                  <a:pt x="2071472" y="353687"/>
                </a:lnTo>
                <a:lnTo>
                  <a:pt x="2025276" y="299022"/>
                </a:lnTo>
                <a:lnTo>
                  <a:pt x="1967661" y="247652"/>
                </a:lnTo>
                <a:lnTo>
                  <a:pt x="1934823" y="223326"/>
                </a:lnTo>
                <a:lnTo>
                  <a:pt x="1899427" y="199976"/>
                </a:lnTo>
                <a:lnTo>
                  <a:pt x="1861577" y="177651"/>
                </a:lnTo>
                <a:lnTo>
                  <a:pt x="1821369" y="156400"/>
                </a:lnTo>
                <a:lnTo>
                  <a:pt x="1778906" y="136274"/>
                </a:lnTo>
                <a:lnTo>
                  <a:pt x="1734285" y="117325"/>
                </a:lnTo>
                <a:lnTo>
                  <a:pt x="1687606" y="99602"/>
                </a:lnTo>
                <a:lnTo>
                  <a:pt x="1638969" y="83155"/>
                </a:lnTo>
                <a:lnTo>
                  <a:pt x="1588472" y="68036"/>
                </a:lnTo>
                <a:lnTo>
                  <a:pt x="1536217" y="54295"/>
                </a:lnTo>
                <a:lnTo>
                  <a:pt x="1482304" y="41981"/>
                </a:lnTo>
                <a:lnTo>
                  <a:pt x="1426829" y="31145"/>
                </a:lnTo>
                <a:lnTo>
                  <a:pt x="1369895" y="21838"/>
                </a:lnTo>
                <a:lnTo>
                  <a:pt x="1311598" y="14110"/>
                </a:lnTo>
                <a:lnTo>
                  <a:pt x="1252042" y="8013"/>
                </a:lnTo>
                <a:lnTo>
                  <a:pt x="1191324" y="3595"/>
                </a:lnTo>
                <a:lnTo>
                  <a:pt x="1129543" y="906"/>
                </a:lnTo>
                <a:lnTo>
                  <a:pt x="1066800" y="0"/>
                </a:lnTo>
                <a:close/>
              </a:path>
            </a:pathLst>
          </a:custGeom>
          <a:solidFill>
            <a:srgbClr val="FFFFCC"/>
          </a:solidFill>
        </p:spPr>
        <p:txBody>
          <a:bodyPr wrap="square" lIns="0" tIns="0" rIns="0" bIns="0" rtlCol="0"/>
          <a:lstStyle/>
          <a:p>
            <a:endParaRPr dirty="0"/>
          </a:p>
        </p:txBody>
      </p:sp>
      <p:sp>
        <p:nvSpPr>
          <p:cNvPr id="4" name="object 4"/>
          <p:cNvSpPr txBox="1"/>
          <p:nvPr/>
        </p:nvSpPr>
        <p:spPr>
          <a:xfrm>
            <a:off x="1066800" y="1828678"/>
            <a:ext cx="10667999" cy="4021742"/>
          </a:xfrm>
          <a:prstGeom prst="rect">
            <a:avLst/>
          </a:prstGeom>
        </p:spPr>
        <p:txBody>
          <a:bodyPr vert="horz" wrap="square" lIns="0" tIns="97155" rIns="0" bIns="0" rtlCol="0">
            <a:spAutoFit/>
          </a:bodyPr>
          <a:lstStyle/>
          <a:p>
            <a:pPr marL="241300" indent="-228600">
              <a:lnSpc>
                <a:spcPct val="100000"/>
              </a:lnSpc>
              <a:spcBef>
                <a:spcPts val="765"/>
              </a:spcBef>
              <a:buClr>
                <a:srgbClr val="E48312"/>
              </a:buClr>
              <a:buSzPct val="95000"/>
              <a:buFont typeface="Wingdings"/>
              <a:buChar char=""/>
              <a:tabLst>
                <a:tab pos="241300" algn="l"/>
              </a:tabLst>
            </a:pPr>
            <a:r>
              <a:rPr sz="2000" spc="15" dirty="0">
                <a:solidFill>
                  <a:srgbClr val="404040"/>
                </a:solidFill>
                <a:latin typeface="Calibri"/>
                <a:cs typeface="Calibri"/>
              </a:rPr>
              <a:t>U</a:t>
            </a:r>
            <a:r>
              <a:rPr sz="2000" dirty="0">
                <a:solidFill>
                  <a:srgbClr val="404040"/>
                </a:solidFill>
                <a:latin typeface="Calibri"/>
                <a:cs typeface="Calibri"/>
              </a:rPr>
              <a:t>n</a:t>
            </a:r>
            <a:r>
              <a:rPr sz="2000" spc="-5" dirty="0">
                <a:solidFill>
                  <a:srgbClr val="404040"/>
                </a:solidFill>
                <a:latin typeface="Calibri"/>
                <a:cs typeface="Calibri"/>
              </a:rPr>
              <a:t> </a:t>
            </a:r>
            <a:r>
              <a:rPr sz="2000" dirty="0">
                <a:solidFill>
                  <a:srgbClr val="404040"/>
                </a:solidFill>
                <a:latin typeface="Calibri"/>
                <a:cs typeface="Calibri"/>
              </a:rPr>
              <a:t>e</a:t>
            </a:r>
            <a:r>
              <a:rPr sz="2000" spc="45" dirty="0">
                <a:solidFill>
                  <a:srgbClr val="404040"/>
                </a:solidFill>
                <a:latin typeface="Calibri"/>
                <a:cs typeface="Calibri"/>
              </a:rPr>
              <a:t>n</a:t>
            </a:r>
            <a:r>
              <a:rPr sz="2000" spc="15" dirty="0">
                <a:solidFill>
                  <a:srgbClr val="404040"/>
                </a:solidFill>
                <a:latin typeface="Calibri"/>
                <a:cs typeface="Calibri"/>
              </a:rPr>
              <a:t>s</a:t>
            </a:r>
            <a:r>
              <a:rPr sz="2000" dirty="0">
                <a:solidFill>
                  <a:srgbClr val="404040"/>
                </a:solidFill>
                <a:latin typeface="Calibri"/>
                <a:cs typeface="Calibri"/>
              </a:rPr>
              <a:t>em</a:t>
            </a:r>
            <a:r>
              <a:rPr sz="2000" spc="45" dirty="0">
                <a:solidFill>
                  <a:srgbClr val="404040"/>
                </a:solidFill>
                <a:latin typeface="Calibri"/>
                <a:cs typeface="Calibri"/>
              </a:rPr>
              <a:t>b</a:t>
            </a:r>
            <a:r>
              <a:rPr sz="2000" spc="40" dirty="0">
                <a:solidFill>
                  <a:srgbClr val="404040"/>
                </a:solidFill>
                <a:latin typeface="Calibri"/>
                <a:cs typeface="Calibri"/>
              </a:rPr>
              <a:t>l</a:t>
            </a:r>
            <a:r>
              <a:rPr sz="2000" dirty="0">
                <a:solidFill>
                  <a:srgbClr val="404040"/>
                </a:solidFill>
                <a:latin typeface="Calibri"/>
                <a:cs typeface="Calibri"/>
              </a:rPr>
              <a:t>e</a:t>
            </a:r>
            <a:r>
              <a:rPr sz="2000" spc="-150" dirty="0">
                <a:solidFill>
                  <a:srgbClr val="404040"/>
                </a:solidFill>
                <a:latin typeface="Calibri"/>
                <a:cs typeface="Calibri"/>
              </a:rPr>
              <a:t> </a:t>
            </a:r>
            <a:r>
              <a:rPr sz="2000" spc="45" dirty="0">
                <a:solidFill>
                  <a:srgbClr val="404040"/>
                </a:solidFill>
                <a:latin typeface="Calibri"/>
                <a:cs typeface="Calibri"/>
              </a:rPr>
              <a:t>d</a:t>
            </a:r>
            <a:r>
              <a:rPr sz="2000" dirty="0">
                <a:solidFill>
                  <a:srgbClr val="404040"/>
                </a:solidFill>
                <a:latin typeface="Calibri"/>
                <a:cs typeface="Calibri"/>
              </a:rPr>
              <a:t>’</a:t>
            </a:r>
            <a:r>
              <a:rPr sz="2000" spc="40" dirty="0">
                <a:solidFill>
                  <a:srgbClr val="404040"/>
                </a:solidFill>
                <a:latin typeface="Calibri"/>
                <a:cs typeface="Calibri"/>
              </a:rPr>
              <a:t>i</a:t>
            </a:r>
            <a:r>
              <a:rPr sz="2000" spc="45" dirty="0">
                <a:solidFill>
                  <a:srgbClr val="404040"/>
                </a:solidFill>
                <a:latin typeface="Calibri"/>
                <a:cs typeface="Calibri"/>
              </a:rPr>
              <a:t>n</a:t>
            </a:r>
            <a:r>
              <a:rPr sz="2000" spc="15" dirty="0">
                <a:solidFill>
                  <a:srgbClr val="404040"/>
                </a:solidFill>
                <a:latin typeface="Calibri"/>
                <a:cs typeface="Calibri"/>
              </a:rPr>
              <a:t>s</a:t>
            </a:r>
            <a:r>
              <a:rPr sz="2000" spc="30" dirty="0">
                <a:solidFill>
                  <a:srgbClr val="404040"/>
                </a:solidFill>
                <a:latin typeface="Calibri"/>
                <a:cs typeface="Calibri"/>
              </a:rPr>
              <a:t>t</a:t>
            </a:r>
            <a:r>
              <a:rPr sz="2000" spc="40" dirty="0">
                <a:solidFill>
                  <a:srgbClr val="404040"/>
                </a:solidFill>
                <a:latin typeface="Calibri"/>
                <a:cs typeface="Calibri"/>
              </a:rPr>
              <a:t>a</a:t>
            </a:r>
            <a:r>
              <a:rPr sz="2000" spc="45" dirty="0">
                <a:solidFill>
                  <a:srgbClr val="404040"/>
                </a:solidFill>
                <a:latin typeface="Calibri"/>
                <a:cs typeface="Calibri"/>
              </a:rPr>
              <a:t>n</a:t>
            </a:r>
            <a:r>
              <a:rPr sz="2000" spc="-50" dirty="0">
                <a:solidFill>
                  <a:srgbClr val="404040"/>
                </a:solidFill>
                <a:latin typeface="Calibri"/>
                <a:cs typeface="Calibri"/>
              </a:rPr>
              <a:t>c</a:t>
            </a:r>
            <a:r>
              <a:rPr sz="2000" dirty="0">
                <a:solidFill>
                  <a:srgbClr val="404040"/>
                </a:solidFill>
                <a:latin typeface="Calibri"/>
                <a:cs typeface="Calibri"/>
              </a:rPr>
              <a:t>e</a:t>
            </a:r>
            <a:r>
              <a:rPr sz="2000" spc="-150" dirty="0">
                <a:solidFill>
                  <a:srgbClr val="404040"/>
                </a:solidFill>
                <a:latin typeface="Calibri"/>
                <a:cs typeface="Calibri"/>
              </a:rPr>
              <a:t> </a:t>
            </a:r>
            <a:r>
              <a:rPr sz="2000" spc="45" dirty="0">
                <a:solidFill>
                  <a:srgbClr val="404040"/>
                </a:solidFill>
                <a:latin typeface="Calibri"/>
                <a:cs typeface="Calibri"/>
              </a:rPr>
              <a:t>d</a:t>
            </a:r>
            <a:r>
              <a:rPr sz="2000" dirty="0">
                <a:solidFill>
                  <a:srgbClr val="404040"/>
                </a:solidFill>
                <a:latin typeface="Calibri"/>
                <a:cs typeface="Calibri"/>
              </a:rPr>
              <a:t>e</a:t>
            </a:r>
            <a:r>
              <a:rPr sz="2000" spc="-150" dirty="0">
                <a:solidFill>
                  <a:srgbClr val="404040"/>
                </a:solidFill>
                <a:latin typeface="Calibri"/>
                <a:cs typeface="Calibri"/>
              </a:rPr>
              <a:t> </a:t>
            </a:r>
            <a:r>
              <a:rPr sz="2000" spc="30" dirty="0">
                <a:solidFill>
                  <a:srgbClr val="404040"/>
                </a:solidFill>
                <a:latin typeface="Calibri"/>
                <a:cs typeface="Calibri"/>
              </a:rPr>
              <a:t>C</a:t>
            </a:r>
            <a:r>
              <a:rPr sz="2000" spc="15" dirty="0">
                <a:solidFill>
                  <a:srgbClr val="404040"/>
                </a:solidFill>
                <a:latin typeface="Calibri"/>
                <a:cs typeface="Calibri"/>
              </a:rPr>
              <a:t>U</a:t>
            </a:r>
            <a:r>
              <a:rPr sz="2000" dirty="0">
                <a:solidFill>
                  <a:srgbClr val="404040"/>
                </a:solidFill>
                <a:latin typeface="Calibri"/>
                <a:cs typeface="Calibri"/>
              </a:rPr>
              <a:t>s</a:t>
            </a:r>
            <a:endParaRPr sz="2000" dirty="0">
              <a:latin typeface="Calibri"/>
              <a:cs typeface="Calibri"/>
            </a:endParaRPr>
          </a:p>
          <a:p>
            <a:pPr marL="762000" marR="5080" lvl="1" indent="-279400">
              <a:lnSpc>
                <a:spcPct val="100699"/>
              </a:lnSpc>
              <a:spcBef>
                <a:spcPts val="780"/>
              </a:spcBef>
              <a:buClr>
                <a:srgbClr val="1F497C"/>
              </a:buClr>
              <a:buFont typeface="Wingdings"/>
              <a:buChar char=""/>
              <a:tabLst>
                <a:tab pos="761365" algn="l"/>
                <a:tab pos="762000" algn="l"/>
                <a:tab pos="6095365" algn="l"/>
              </a:tabLst>
            </a:pPr>
            <a:r>
              <a:rPr sz="2400" spc="20" dirty="0">
                <a:latin typeface="Calibri"/>
                <a:cs typeface="Calibri"/>
              </a:rPr>
              <a:t>C</a:t>
            </a:r>
            <a:r>
              <a:rPr sz="2400" spc="35" dirty="0">
                <a:latin typeface="Calibri"/>
                <a:cs typeface="Calibri"/>
              </a:rPr>
              <a:t>h</a:t>
            </a:r>
            <a:r>
              <a:rPr sz="2400" spc="-50" dirty="0">
                <a:latin typeface="Calibri"/>
                <a:cs typeface="Calibri"/>
              </a:rPr>
              <a:t>a</a:t>
            </a:r>
            <a:r>
              <a:rPr sz="2400" spc="35" dirty="0">
                <a:latin typeface="Calibri"/>
                <a:cs typeface="Calibri"/>
              </a:rPr>
              <a:t>qu</a:t>
            </a:r>
            <a:r>
              <a:rPr sz="2400" dirty="0">
                <a:latin typeface="Calibri"/>
                <a:cs typeface="Calibri"/>
              </a:rPr>
              <a:t>e</a:t>
            </a:r>
            <a:r>
              <a:rPr sz="2400" spc="-140" dirty="0">
                <a:latin typeface="Calibri"/>
                <a:cs typeface="Calibri"/>
              </a:rPr>
              <a:t> </a:t>
            </a:r>
            <a:r>
              <a:rPr sz="2400" spc="45" dirty="0">
                <a:latin typeface="Calibri"/>
                <a:cs typeface="Calibri"/>
              </a:rPr>
              <a:t>i</a:t>
            </a:r>
            <a:r>
              <a:rPr sz="2400" spc="35" dirty="0">
                <a:latin typeface="Calibri"/>
                <a:cs typeface="Calibri"/>
              </a:rPr>
              <a:t>n</a:t>
            </a:r>
            <a:r>
              <a:rPr sz="2400" spc="-40" dirty="0">
                <a:latin typeface="Calibri"/>
                <a:cs typeface="Calibri"/>
              </a:rPr>
              <a:t>s</a:t>
            </a:r>
            <a:r>
              <a:rPr sz="2400" spc="-5" dirty="0">
                <a:latin typeface="Calibri"/>
                <a:cs typeface="Calibri"/>
              </a:rPr>
              <a:t>t</a:t>
            </a:r>
            <a:r>
              <a:rPr sz="2400" spc="-55" dirty="0">
                <a:latin typeface="Calibri"/>
                <a:cs typeface="Calibri"/>
              </a:rPr>
              <a:t>a</a:t>
            </a:r>
            <a:r>
              <a:rPr sz="2400" spc="35" dirty="0">
                <a:latin typeface="Calibri"/>
                <a:cs typeface="Calibri"/>
              </a:rPr>
              <a:t>n</a:t>
            </a:r>
            <a:r>
              <a:rPr sz="2400" spc="-15" dirty="0">
                <a:latin typeface="Calibri"/>
                <a:cs typeface="Calibri"/>
              </a:rPr>
              <a:t>c</a:t>
            </a:r>
            <a:r>
              <a:rPr sz="2400" dirty="0">
                <a:latin typeface="Calibri"/>
                <a:cs typeface="Calibri"/>
              </a:rPr>
              <a:t>e</a:t>
            </a:r>
            <a:r>
              <a:rPr sz="2400" spc="-140" dirty="0">
                <a:latin typeface="Calibri"/>
                <a:cs typeface="Calibri"/>
              </a:rPr>
              <a:t> </a:t>
            </a:r>
            <a:r>
              <a:rPr sz="2400" spc="5" dirty="0">
                <a:latin typeface="Calibri"/>
                <a:cs typeface="Calibri"/>
              </a:rPr>
              <a:t>e</a:t>
            </a:r>
            <a:r>
              <a:rPr sz="2400" spc="-40" dirty="0">
                <a:latin typeface="Calibri"/>
                <a:cs typeface="Calibri"/>
              </a:rPr>
              <a:t>s</a:t>
            </a:r>
            <a:r>
              <a:rPr sz="2400" dirty="0">
                <a:latin typeface="Calibri"/>
                <a:cs typeface="Calibri"/>
              </a:rPr>
              <a:t>t</a:t>
            </a:r>
            <a:r>
              <a:rPr sz="2400" spc="-50" dirty="0">
                <a:latin typeface="Calibri"/>
                <a:cs typeface="Calibri"/>
              </a:rPr>
              <a:t> </a:t>
            </a:r>
            <a:r>
              <a:rPr sz="2400" spc="35" dirty="0">
                <a:latin typeface="Calibri"/>
                <a:cs typeface="Calibri"/>
              </a:rPr>
              <a:t>un</a:t>
            </a:r>
            <a:r>
              <a:rPr sz="2400" dirty="0">
                <a:latin typeface="Calibri"/>
                <a:cs typeface="Calibri"/>
              </a:rPr>
              <a:t>e</a:t>
            </a:r>
            <a:r>
              <a:rPr sz="2400" spc="-140" dirty="0">
                <a:latin typeface="Calibri"/>
                <a:cs typeface="Calibri"/>
              </a:rPr>
              <a:t> </a:t>
            </a:r>
            <a:r>
              <a:rPr sz="2400" spc="-40" dirty="0">
                <a:latin typeface="Calibri"/>
                <a:cs typeface="Calibri"/>
              </a:rPr>
              <a:t>s</a:t>
            </a:r>
            <a:r>
              <a:rPr sz="2400" spc="5" dirty="0">
                <a:latin typeface="Calibri"/>
                <a:cs typeface="Calibri"/>
              </a:rPr>
              <a:t>é</a:t>
            </a:r>
            <a:r>
              <a:rPr sz="2400" spc="35" dirty="0">
                <a:latin typeface="Calibri"/>
                <a:cs typeface="Calibri"/>
              </a:rPr>
              <a:t>qu</a:t>
            </a:r>
            <a:r>
              <a:rPr sz="2400" dirty="0">
                <a:latin typeface="Calibri"/>
                <a:cs typeface="Calibri"/>
              </a:rPr>
              <a:t>e</a:t>
            </a:r>
            <a:r>
              <a:rPr sz="2400" spc="35" dirty="0">
                <a:latin typeface="Calibri"/>
                <a:cs typeface="Calibri"/>
              </a:rPr>
              <a:t>n</a:t>
            </a:r>
            <a:r>
              <a:rPr sz="2400" spc="-20" dirty="0">
                <a:latin typeface="Calibri"/>
                <a:cs typeface="Calibri"/>
              </a:rPr>
              <a:t>c</a:t>
            </a:r>
            <a:r>
              <a:rPr sz="2400" dirty="0">
                <a:latin typeface="Calibri"/>
                <a:cs typeface="Calibri"/>
              </a:rPr>
              <a:t>e</a:t>
            </a:r>
            <a:r>
              <a:rPr sz="2400" spc="-130" dirty="0">
                <a:latin typeface="Calibri"/>
                <a:cs typeface="Calibri"/>
              </a:rPr>
              <a:t> </a:t>
            </a:r>
            <a:r>
              <a:rPr sz="2400" spc="35" dirty="0">
                <a:latin typeface="Calibri"/>
                <a:cs typeface="Calibri"/>
              </a:rPr>
              <a:t>d</a:t>
            </a:r>
            <a:r>
              <a:rPr sz="2400" spc="-200" dirty="0">
                <a:latin typeface="Calibri"/>
                <a:cs typeface="Calibri"/>
              </a:rPr>
              <a:t>’</a:t>
            </a:r>
            <a:r>
              <a:rPr sz="2400" spc="-50" dirty="0">
                <a:solidFill>
                  <a:srgbClr val="1F497C"/>
                </a:solidFill>
                <a:latin typeface="Calibri"/>
                <a:cs typeface="Calibri"/>
              </a:rPr>
              <a:t>a</a:t>
            </a:r>
            <a:r>
              <a:rPr sz="2400" spc="-20" dirty="0">
                <a:solidFill>
                  <a:srgbClr val="1F497C"/>
                </a:solidFill>
                <a:latin typeface="Calibri"/>
                <a:cs typeface="Calibri"/>
              </a:rPr>
              <a:t>c</a:t>
            </a:r>
            <a:r>
              <a:rPr sz="2400" spc="-5" dirty="0">
                <a:solidFill>
                  <a:srgbClr val="1F497C"/>
                </a:solidFill>
                <a:latin typeface="Calibri"/>
                <a:cs typeface="Calibri"/>
              </a:rPr>
              <a:t>t</a:t>
            </a:r>
            <a:r>
              <a:rPr sz="2400" spc="45" dirty="0">
                <a:solidFill>
                  <a:srgbClr val="1F497C"/>
                </a:solidFill>
                <a:latin typeface="Calibri"/>
                <a:cs typeface="Calibri"/>
              </a:rPr>
              <a:t>i</a:t>
            </a:r>
            <a:r>
              <a:rPr sz="2400" spc="30" dirty="0">
                <a:solidFill>
                  <a:srgbClr val="1F497C"/>
                </a:solidFill>
                <a:latin typeface="Calibri"/>
                <a:cs typeface="Calibri"/>
              </a:rPr>
              <a:t>o</a:t>
            </a:r>
            <a:r>
              <a:rPr sz="2400" spc="35" dirty="0">
                <a:solidFill>
                  <a:srgbClr val="1F497C"/>
                </a:solidFill>
                <a:latin typeface="Calibri"/>
                <a:cs typeface="Calibri"/>
              </a:rPr>
              <a:t>n</a:t>
            </a:r>
            <a:r>
              <a:rPr sz="2400" dirty="0">
                <a:solidFill>
                  <a:srgbClr val="1F497C"/>
                </a:solidFill>
                <a:latin typeface="Calibri"/>
                <a:cs typeface="Calibri"/>
              </a:rPr>
              <a:t>s</a:t>
            </a:r>
            <a:r>
              <a:rPr sz="2400" spc="-280" dirty="0">
                <a:solidFill>
                  <a:srgbClr val="1F497C"/>
                </a:solidFill>
                <a:latin typeface="Calibri"/>
                <a:cs typeface="Calibri"/>
              </a:rPr>
              <a:t> </a:t>
            </a:r>
            <a:r>
              <a:rPr sz="2400" spc="35" dirty="0">
                <a:latin typeface="Calibri"/>
                <a:cs typeface="Calibri"/>
              </a:rPr>
              <a:t>qu</a:t>
            </a:r>
            <a:r>
              <a:rPr sz="2400" spc="-105" dirty="0">
                <a:latin typeface="Calibri"/>
                <a:cs typeface="Calibri"/>
              </a:rPr>
              <a:t>’</a:t>
            </a:r>
            <a:r>
              <a:rPr sz="2400" spc="35" dirty="0">
                <a:latin typeface="Calibri"/>
                <a:cs typeface="Calibri"/>
              </a:rPr>
              <a:t>u</a:t>
            </a:r>
            <a:r>
              <a:rPr sz="2400" dirty="0">
                <a:latin typeface="Calibri"/>
                <a:cs typeface="Calibri"/>
              </a:rPr>
              <a:t>n</a:t>
            </a:r>
            <a:r>
              <a:rPr sz="2400" spc="-105" dirty="0">
                <a:latin typeface="Calibri"/>
                <a:cs typeface="Calibri"/>
              </a:rPr>
              <a:t> </a:t>
            </a:r>
            <a:r>
              <a:rPr sz="2400" spc="-40" dirty="0">
                <a:latin typeface="Calibri"/>
                <a:cs typeface="Calibri"/>
              </a:rPr>
              <a:t>s</a:t>
            </a:r>
            <a:r>
              <a:rPr sz="2400" spc="10" dirty="0">
                <a:latin typeface="Calibri"/>
                <a:cs typeface="Calibri"/>
              </a:rPr>
              <a:t>y</a:t>
            </a:r>
            <a:r>
              <a:rPr sz="2400" spc="-40" dirty="0">
                <a:latin typeface="Calibri"/>
                <a:cs typeface="Calibri"/>
              </a:rPr>
              <a:t>s</a:t>
            </a:r>
            <a:r>
              <a:rPr sz="2400" spc="-10" dirty="0">
                <a:latin typeface="Calibri"/>
                <a:cs typeface="Calibri"/>
              </a:rPr>
              <a:t>t</a:t>
            </a:r>
            <a:r>
              <a:rPr sz="2400" spc="5" dirty="0">
                <a:latin typeface="Calibri"/>
                <a:cs typeface="Calibri"/>
              </a:rPr>
              <a:t>è</a:t>
            </a:r>
            <a:r>
              <a:rPr sz="2400" spc="-20" dirty="0">
                <a:latin typeface="Calibri"/>
                <a:cs typeface="Calibri"/>
              </a:rPr>
              <a:t>m</a:t>
            </a:r>
            <a:r>
              <a:rPr sz="2400" dirty="0">
                <a:latin typeface="Calibri"/>
                <a:cs typeface="Calibri"/>
              </a:rPr>
              <a:t>e</a:t>
            </a:r>
            <a:r>
              <a:rPr sz="2400" spc="265" dirty="0">
                <a:latin typeface="Calibri"/>
                <a:cs typeface="Calibri"/>
              </a:rPr>
              <a:t> </a:t>
            </a:r>
            <a:r>
              <a:rPr sz="2400" spc="-40" dirty="0">
                <a:latin typeface="Calibri"/>
                <a:cs typeface="Calibri"/>
              </a:rPr>
              <a:t>r</a:t>
            </a:r>
            <a:r>
              <a:rPr sz="2400" spc="5" dirty="0">
                <a:latin typeface="Calibri"/>
                <a:cs typeface="Calibri"/>
              </a:rPr>
              <a:t>é</a:t>
            </a:r>
            <a:r>
              <a:rPr sz="2400" spc="-50" dirty="0">
                <a:latin typeface="Calibri"/>
                <a:cs typeface="Calibri"/>
              </a:rPr>
              <a:t>a</a:t>
            </a:r>
            <a:r>
              <a:rPr sz="2400" spc="45" dirty="0">
                <a:latin typeface="Calibri"/>
                <a:cs typeface="Calibri"/>
              </a:rPr>
              <a:t>li</a:t>
            </a:r>
            <a:r>
              <a:rPr sz="2400" spc="-40" dirty="0">
                <a:latin typeface="Calibri"/>
                <a:cs typeface="Calibri"/>
              </a:rPr>
              <a:t>s</a:t>
            </a:r>
            <a:r>
              <a:rPr sz="2400" dirty="0">
                <a:latin typeface="Calibri"/>
                <a:cs typeface="Calibri"/>
              </a:rPr>
              <a:t>e</a:t>
            </a:r>
            <a:r>
              <a:rPr sz="2400" spc="-40" dirty="0">
                <a:latin typeface="Calibri"/>
                <a:cs typeface="Calibri"/>
              </a:rPr>
              <a:t> </a:t>
            </a:r>
            <a:r>
              <a:rPr sz="2400" spc="5" dirty="0">
                <a:latin typeface="Calibri"/>
                <a:cs typeface="Calibri"/>
              </a:rPr>
              <a:t>e</a:t>
            </a:r>
            <a:r>
              <a:rPr sz="2400" dirty="0">
                <a:latin typeface="Calibri"/>
                <a:cs typeface="Calibri"/>
              </a:rPr>
              <a:t>t</a:t>
            </a:r>
            <a:r>
              <a:rPr sz="2400" spc="-50" dirty="0">
                <a:latin typeface="Calibri"/>
                <a:cs typeface="Calibri"/>
              </a:rPr>
              <a:t> </a:t>
            </a:r>
            <a:r>
              <a:rPr sz="2400" spc="35" dirty="0">
                <a:latin typeface="Calibri"/>
                <a:cs typeface="Calibri"/>
              </a:rPr>
              <a:t>qui  </a:t>
            </a:r>
            <a:r>
              <a:rPr sz="2400" spc="20" dirty="0">
                <a:latin typeface="Calibri"/>
                <a:cs typeface="Calibri"/>
              </a:rPr>
              <a:t>produit</a:t>
            </a:r>
            <a:r>
              <a:rPr sz="2400" spc="-245" dirty="0">
                <a:latin typeface="Calibri"/>
                <a:cs typeface="Calibri"/>
              </a:rPr>
              <a:t> </a:t>
            </a:r>
            <a:r>
              <a:rPr sz="2400" spc="15" dirty="0">
                <a:latin typeface="Calibri"/>
                <a:cs typeface="Calibri"/>
              </a:rPr>
              <a:t>un</a:t>
            </a:r>
            <a:r>
              <a:rPr sz="2400" spc="-100" dirty="0">
                <a:latin typeface="Calibri"/>
                <a:cs typeface="Calibri"/>
              </a:rPr>
              <a:t> </a:t>
            </a:r>
            <a:r>
              <a:rPr sz="2400" spc="-10" dirty="0">
                <a:solidFill>
                  <a:srgbClr val="1F497C"/>
                </a:solidFill>
                <a:latin typeface="Calibri"/>
                <a:cs typeface="Calibri"/>
              </a:rPr>
              <a:t>résultat</a:t>
            </a:r>
            <a:r>
              <a:rPr sz="2400" spc="-145" dirty="0">
                <a:solidFill>
                  <a:srgbClr val="1F497C"/>
                </a:solidFill>
                <a:latin typeface="Calibri"/>
                <a:cs typeface="Calibri"/>
              </a:rPr>
              <a:t> </a:t>
            </a:r>
            <a:r>
              <a:rPr sz="2400" spc="20" dirty="0">
                <a:solidFill>
                  <a:srgbClr val="1F497C"/>
                </a:solidFill>
                <a:latin typeface="Calibri"/>
                <a:cs typeface="Calibri"/>
              </a:rPr>
              <a:t>visible</a:t>
            </a:r>
            <a:r>
              <a:rPr sz="2400" spc="-240" dirty="0">
                <a:solidFill>
                  <a:srgbClr val="1F497C"/>
                </a:solidFill>
                <a:latin typeface="Calibri"/>
                <a:cs typeface="Calibri"/>
              </a:rPr>
              <a:t> </a:t>
            </a:r>
            <a:r>
              <a:rPr sz="2400" spc="-5" dirty="0">
                <a:latin typeface="Calibri"/>
                <a:cs typeface="Calibri"/>
              </a:rPr>
              <a:t>par</a:t>
            </a:r>
            <a:r>
              <a:rPr sz="2400" spc="30" dirty="0">
                <a:latin typeface="Calibri"/>
                <a:cs typeface="Calibri"/>
              </a:rPr>
              <a:t> </a:t>
            </a:r>
            <a:r>
              <a:rPr sz="2400" u="heavy" spc="-25" dirty="0">
                <a:uFill>
                  <a:solidFill>
                    <a:srgbClr val="000000"/>
                  </a:solidFill>
                </a:uFill>
                <a:latin typeface="Calibri"/>
                <a:cs typeface="Calibri"/>
              </a:rPr>
              <a:t>au</a:t>
            </a:r>
            <a:r>
              <a:rPr sz="2400" u="heavy" spc="105" dirty="0">
                <a:uFill>
                  <a:solidFill>
                    <a:srgbClr val="000000"/>
                  </a:solidFill>
                </a:uFill>
                <a:latin typeface="Calibri"/>
                <a:cs typeface="Calibri"/>
              </a:rPr>
              <a:t> </a:t>
            </a:r>
            <a:r>
              <a:rPr sz="2400" u="heavy" spc="15" dirty="0" err="1">
                <a:uFill>
                  <a:solidFill>
                    <a:srgbClr val="000000"/>
                  </a:solidFill>
                </a:uFill>
                <a:latin typeface="Calibri"/>
                <a:cs typeface="Calibri"/>
              </a:rPr>
              <a:t>moins</a:t>
            </a:r>
            <a:r>
              <a:rPr sz="2400" u="heavy" spc="-175" dirty="0">
                <a:uFill>
                  <a:solidFill>
                    <a:srgbClr val="000000"/>
                  </a:solidFill>
                </a:uFill>
                <a:latin typeface="Calibri"/>
                <a:cs typeface="Calibri"/>
              </a:rPr>
              <a:t> </a:t>
            </a:r>
            <a:r>
              <a:rPr sz="2400" u="heavy" spc="15" dirty="0">
                <a:uFill>
                  <a:solidFill>
                    <a:srgbClr val="000000"/>
                  </a:solidFill>
                </a:uFill>
                <a:latin typeface="Calibri"/>
                <a:cs typeface="Calibri"/>
              </a:rPr>
              <a:t>un</a:t>
            </a:r>
            <a:r>
              <a:rPr lang="fr-FR" sz="2400" spc="15" dirty="0">
                <a:uFill>
                  <a:solidFill>
                    <a:srgbClr val="000000"/>
                  </a:solidFill>
                </a:uFill>
                <a:latin typeface="Calibri"/>
                <a:cs typeface="Calibri"/>
              </a:rPr>
              <a:t> </a:t>
            </a:r>
            <a:r>
              <a:rPr sz="2400" spc="-40" dirty="0" err="1">
                <a:latin typeface="Calibri"/>
                <a:cs typeface="Calibri"/>
              </a:rPr>
              <a:t>acteur</a:t>
            </a:r>
            <a:r>
              <a:rPr sz="2400" spc="-40" dirty="0">
                <a:latin typeface="Calibri"/>
                <a:cs typeface="Calibri"/>
              </a:rPr>
              <a:t>.</a:t>
            </a:r>
            <a:endParaRPr sz="2400" dirty="0">
              <a:latin typeface="Calibri"/>
              <a:cs typeface="Calibri"/>
            </a:endParaRPr>
          </a:p>
          <a:p>
            <a:pPr marL="774700" marR="175895" lvl="1" indent="-292100">
              <a:lnSpc>
                <a:spcPts val="2800"/>
              </a:lnSpc>
              <a:spcBef>
                <a:spcPts val="780"/>
              </a:spcBef>
              <a:buClr>
                <a:srgbClr val="1F497C"/>
              </a:buClr>
              <a:buFont typeface="Wingdings"/>
              <a:buChar char=""/>
              <a:tabLst>
                <a:tab pos="774065" algn="l"/>
                <a:tab pos="774700" algn="l"/>
              </a:tabLst>
            </a:pPr>
            <a:r>
              <a:rPr sz="2400" spc="-20" dirty="0">
                <a:latin typeface="Calibri"/>
                <a:cs typeface="Calibri"/>
              </a:rPr>
              <a:t>Un</a:t>
            </a:r>
            <a:r>
              <a:rPr sz="2400" spc="-5" dirty="0">
                <a:latin typeface="Calibri"/>
                <a:cs typeface="Calibri"/>
              </a:rPr>
              <a:t> </a:t>
            </a:r>
            <a:r>
              <a:rPr sz="2400" i="1" spc="-25" dirty="0">
                <a:latin typeface="Calibri"/>
                <a:cs typeface="Calibri"/>
              </a:rPr>
              <a:t>Use</a:t>
            </a:r>
            <a:r>
              <a:rPr sz="2400" i="1" spc="110" dirty="0">
                <a:latin typeface="Calibri"/>
                <a:cs typeface="Calibri"/>
              </a:rPr>
              <a:t> </a:t>
            </a:r>
            <a:r>
              <a:rPr sz="2400" i="1" spc="-10" dirty="0">
                <a:latin typeface="Calibri"/>
                <a:cs typeface="Calibri"/>
              </a:rPr>
              <a:t>Case</a:t>
            </a:r>
            <a:r>
              <a:rPr sz="2400" i="1" spc="10" dirty="0">
                <a:latin typeface="Calibri"/>
                <a:cs typeface="Calibri"/>
              </a:rPr>
              <a:t> </a:t>
            </a:r>
            <a:r>
              <a:rPr sz="2400" spc="-5" dirty="0">
                <a:latin typeface="Calibri"/>
                <a:cs typeface="Calibri"/>
              </a:rPr>
              <a:t>représente</a:t>
            </a:r>
            <a:r>
              <a:rPr sz="2400" spc="-240" dirty="0">
                <a:latin typeface="Calibri"/>
                <a:cs typeface="Calibri"/>
              </a:rPr>
              <a:t> </a:t>
            </a:r>
            <a:r>
              <a:rPr sz="2400" spc="15" dirty="0">
                <a:latin typeface="Calibri"/>
                <a:cs typeface="Calibri"/>
              </a:rPr>
              <a:t>un</a:t>
            </a:r>
            <a:r>
              <a:rPr sz="2400" dirty="0">
                <a:latin typeface="Calibri"/>
                <a:cs typeface="Calibri"/>
              </a:rPr>
              <a:t> </a:t>
            </a:r>
            <a:r>
              <a:rPr sz="2400" spc="10" dirty="0">
                <a:latin typeface="Calibri"/>
                <a:cs typeface="Calibri"/>
              </a:rPr>
              <a:t>dialogue</a:t>
            </a:r>
            <a:r>
              <a:rPr sz="2400" spc="-240" dirty="0">
                <a:latin typeface="Calibri"/>
                <a:cs typeface="Calibri"/>
              </a:rPr>
              <a:t> </a:t>
            </a:r>
            <a:r>
              <a:rPr sz="2400" dirty="0">
                <a:latin typeface="Calibri"/>
                <a:cs typeface="Calibri"/>
              </a:rPr>
              <a:t>entre</a:t>
            </a:r>
            <a:r>
              <a:rPr sz="2400" spc="-140" dirty="0">
                <a:latin typeface="Calibri"/>
                <a:cs typeface="Calibri"/>
              </a:rPr>
              <a:t> </a:t>
            </a:r>
            <a:r>
              <a:rPr sz="2400" spc="15" dirty="0">
                <a:latin typeface="Calibri"/>
                <a:cs typeface="Calibri"/>
              </a:rPr>
              <a:t>un</a:t>
            </a:r>
            <a:r>
              <a:rPr sz="2400" dirty="0">
                <a:latin typeface="Calibri"/>
                <a:cs typeface="Calibri"/>
              </a:rPr>
              <a:t> </a:t>
            </a:r>
            <a:r>
              <a:rPr sz="2400" spc="15" dirty="0">
                <a:latin typeface="Calibri"/>
                <a:cs typeface="Calibri"/>
              </a:rPr>
              <a:t>ou</a:t>
            </a:r>
            <a:r>
              <a:rPr sz="2400" spc="-105" dirty="0">
                <a:latin typeface="Calibri"/>
                <a:cs typeface="Calibri"/>
              </a:rPr>
              <a:t> </a:t>
            </a:r>
            <a:r>
              <a:rPr sz="2400" spc="10" dirty="0">
                <a:latin typeface="Calibri"/>
                <a:cs typeface="Calibri"/>
              </a:rPr>
              <a:t>plusieurs</a:t>
            </a:r>
            <a:r>
              <a:rPr sz="2400" spc="225" dirty="0">
                <a:latin typeface="Calibri"/>
                <a:cs typeface="Calibri"/>
              </a:rPr>
              <a:t> </a:t>
            </a:r>
            <a:r>
              <a:rPr sz="2400" spc="-15" dirty="0">
                <a:latin typeface="Calibri"/>
                <a:cs typeface="Calibri"/>
              </a:rPr>
              <a:t>acteurs</a:t>
            </a:r>
            <a:r>
              <a:rPr sz="2400" spc="-80" dirty="0">
                <a:latin typeface="Calibri"/>
                <a:cs typeface="Calibri"/>
              </a:rPr>
              <a:t> </a:t>
            </a:r>
            <a:r>
              <a:rPr sz="2400" dirty="0">
                <a:latin typeface="Calibri"/>
                <a:cs typeface="Calibri"/>
              </a:rPr>
              <a:t>et</a:t>
            </a:r>
            <a:r>
              <a:rPr sz="2400" spc="-50" dirty="0">
                <a:latin typeface="Calibri"/>
                <a:cs typeface="Calibri"/>
              </a:rPr>
              <a:t> </a:t>
            </a:r>
            <a:r>
              <a:rPr sz="2400" spc="45" dirty="0">
                <a:latin typeface="Calibri"/>
                <a:cs typeface="Calibri"/>
              </a:rPr>
              <a:t>le </a:t>
            </a:r>
            <a:r>
              <a:rPr sz="2400" spc="-525" dirty="0">
                <a:latin typeface="Calibri"/>
                <a:cs typeface="Calibri"/>
              </a:rPr>
              <a:t> </a:t>
            </a:r>
            <a:r>
              <a:rPr sz="2400" spc="-15" dirty="0">
                <a:latin typeface="Calibri"/>
                <a:cs typeface="Calibri"/>
              </a:rPr>
              <a:t>système.</a:t>
            </a:r>
            <a:endParaRPr sz="2400" dirty="0">
              <a:latin typeface="Calibri"/>
              <a:cs typeface="Calibri"/>
            </a:endParaRPr>
          </a:p>
          <a:p>
            <a:pPr marL="774700" marR="511809" lvl="1" indent="-292100">
              <a:lnSpc>
                <a:spcPct val="100699"/>
              </a:lnSpc>
              <a:spcBef>
                <a:spcPts val="520"/>
              </a:spcBef>
              <a:buClr>
                <a:srgbClr val="1F497C"/>
              </a:buClr>
              <a:buFont typeface="Wingdings"/>
              <a:buChar char=""/>
              <a:tabLst>
                <a:tab pos="774065" algn="l"/>
                <a:tab pos="774700" algn="l"/>
              </a:tabLst>
            </a:pPr>
            <a:r>
              <a:rPr sz="2400" spc="-40" dirty="0">
                <a:latin typeface="Calibri"/>
                <a:cs typeface="Calibri"/>
              </a:rPr>
              <a:t>U</a:t>
            </a:r>
            <a:r>
              <a:rPr sz="2400" dirty="0">
                <a:latin typeface="Calibri"/>
                <a:cs typeface="Calibri"/>
              </a:rPr>
              <a:t>n</a:t>
            </a:r>
            <a:r>
              <a:rPr sz="2400" spc="-5" dirty="0">
                <a:latin typeface="Calibri"/>
                <a:cs typeface="Calibri"/>
              </a:rPr>
              <a:t> </a:t>
            </a:r>
            <a:r>
              <a:rPr sz="2400" i="1" spc="-40" dirty="0">
                <a:latin typeface="Calibri"/>
                <a:cs typeface="Calibri"/>
              </a:rPr>
              <a:t>U</a:t>
            </a:r>
            <a:r>
              <a:rPr sz="2400" i="1" spc="-35" dirty="0">
                <a:latin typeface="Calibri"/>
                <a:cs typeface="Calibri"/>
              </a:rPr>
              <a:t>s</a:t>
            </a:r>
            <a:r>
              <a:rPr sz="2400" i="1" dirty="0">
                <a:latin typeface="Calibri"/>
                <a:cs typeface="Calibri"/>
              </a:rPr>
              <a:t>e</a:t>
            </a:r>
            <a:r>
              <a:rPr sz="2400" i="1" spc="110" dirty="0">
                <a:latin typeface="Calibri"/>
                <a:cs typeface="Calibri"/>
              </a:rPr>
              <a:t> </a:t>
            </a:r>
            <a:r>
              <a:rPr sz="2400" i="1" spc="45" dirty="0">
                <a:latin typeface="Calibri"/>
                <a:cs typeface="Calibri"/>
              </a:rPr>
              <a:t>C</a:t>
            </a:r>
            <a:r>
              <a:rPr sz="2400" i="1" spc="-35" dirty="0">
                <a:latin typeface="Calibri"/>
                <a:cs typeface="Calibri"/>
              </a:rPr>
              <a:t>as</a:t>
            </a:r>
            <a:r>
              <a:rPr sz="2400" i="1" dirty="0">
                <a:latin typeface="Calibri"/>
                <a:cs typeface="Calibri"/>
              </a:rPr>
              <a:t>e</a:t>
            </a:r>
            <a:r>
              <a:rPr sz="2400" i="1" spc="5" dirty="0">
                <a:latin typeface="Calibri"/>
                <a:cs typeface="Calibri"/>
              </a:rPr>
              <a:t> </a:t>
            </a:r>
            <a:r>
              <a:rPr sz="2400" spc="35" dirty="0">
                <a:latin typeface="Calibri"/>
                <a:cs typeface="Calibri"/>
              </a:rPr>
              <a:t>d</a:t>
            </a:r>
            <a:r>
              <a:rPr sz="2400" dirty="0">
                <a:latin typeface="Calibri"/>
                <a:cs typeface="Calibri"/>
              </a:rPr>
              <a:t>é</a:t>
            </a:r>
            <a:r>
              <a:rPr sz="2400" spc="-15" dirty="0">
                <a:latin typeface="Calibri"/>
                <a:cs typeface="Calibri"/>
              </a:rPr>
              <a:t>c</a:t>
            </a:r>
            <a:r>
              <a:rPr sz="2400" spc="-40" dirty="0">
                <a:latin typeface="Calibri"/>
                <a:cs typeface="Calibri"/>
              </a:rPr>
              <a:t>r</a:t>
            </a:r>
            <a:r>
              <a:rPr sz="2400" spc="45" dirty="0">
                <a:latin typeface="Calibri"/>
                <a:cs typeface="Calibri"/>
              </a:rPr>
              <a:t>i</a:t>
            </a:r>
            <a:r>
              <a:rPr sz="2400" dirty="0">
                <a:latin typeface="Calibri"/>
                <a:cs typeface="Calibri"/>
              </a:rPr>
              <a:t>t</a:t>
            </a:r>
            <a:r>
              <a:rPr sz="2400" spc="-45" dirty="0">
                <a:latin typeface="Calibri"/>
                <a:cs typeface="Calibri"/>
              </a:rPr>
              <a:t> </a:t>
            </a:r>
            <a:r>
              <a:rPr sz="2400" spc="45" dirty="0">
                <a:latin typeface="Calibri"/>
                <a:cs typeface="Calibri"/>
              </a:rPr>
              <a:t>l</a:t>
            </a:r>
            <a:r>
              <a:rPr sz="2400" spc="5" dirty="0">
                <a:latin typeface="Calibri"/>
                <a:cs typeface="Calibri"/>
              </a:rPr>
              <a:t>e</a:t>
            </a:r>
            <a:r>
              <a:rPr sz="2400" dirty="0">
                <a:latin typeface="Calibri"/>
                <a:cs typeface="Calibri"/>
              </a:rPr>
              <a:t>s</a:t>
            </a:r>
            <a:r>
              <a:rPr sz="2400" spc="-80" dirty="0">
                <a:latin typeface="Calibri"/>
                <a:cs typeface="Calibri"/>
              </a:rPr>
              <a:t> </a:t>
            </a:r>
            <a:r>
              <a:rPr sz="2400" spc="-50" dirty="0">
                <a:latin typeface="Calibri"/>
                <a:cs typeface="Calibri"/>
              </a:rPr>
              <a:t>a</a:t>
            </a:r>
            <a:r>
              <a:rPr sz="2400" spc="-20" dirty="0">
                <a:latin typeface="Calibri"/>
                <a:cs typeface="Calibri"/>
              </a:rPr>
              <a:t>c</a:t>
            </a:r>
            <a:r>
              <a:rPr sz="2400" spc="-5" dirty="0">
                <a:latin typeface="Calibri"/>
                <a:cs typeface="Calibri"/>
              </a:rPr>
              <a:t>t</a:t>
            </a:r>
            <a:r>
              <a:rPr sz="2400" spc="45" dirty="0">
                <a:latin typeface="Calibri"/>
                <a:cs typeface="Calibri"/>
              </a:rPr>
              <a:t>i</a:t>
            </a:r>
            <a:r>
              <a:rPr sz="2400" spc="30" dirty="0">
                <a:latin typeface="Calibri"/>
                <a:cs typeface="Calibri"/>
              </a:rPr>
              <a:t>o</a:t>
            </a:r>
            <a:r>
              <a:rPr sz="2400" spc="35" dirty="0">
                <a:latin typeface="Calibri"/>
                <a:cs typeface="Calibri"/>
              </a:rPr>
              <a:t>n</a:t>
            </a:r>
            <a:r>
              <a:rPr sz="2400" dirty="0">
                <a:latin typeface="Calibri"/>
                <a:cs typeface="Calibri"/>
              </a:rPr>
              <a:t>s</a:t>
            </a:r>
            <a:r>
              <a:rPr sz="2400" spc="-80" dirty="0">
                <a:latin typeface="Calibri"/>
                <a:cs typeface="Calibri"/>
              </a:rPr>
              <a:t> </a:t>
            </a:r>
            <a:r>
              <a:rPr sz="2400" spc="35" dirty="0">
                <a:latin typeface="Calibri"/>
                <a:cs typeface="Calibri"/>
              </a:rPr>
              <a:t>p</a:t>
            </a:r>
            <a:r>
              <a:rPr sz="2400" spc="-40" dirty="0">
                <a:latin typeface="Calibri"/>
                <a:cs typeface="Calibri"/>
              </a:rPr>
              <a:t>r</a:t>
            </a:r>
            <a:r>
              <a:rPr sz="2400" spc="45" dirty="0">
                <a:latin typeface="Calibri"/>
                <a:cs typeface="Calibri"/>
              </a:rPr>
              <a:t>i</a:t>
            </a:r>
            <a:r>
              <a:rPr sz="2400" spc="-40" dirty="0">
                <a:latin typeface="Calibri"/>
                <a:cs typeface="Calibri"/>
              </a:rPr>
              <a:t>s</a:t>
            </a:r>
            <a:r>
              <a:rPr sz="2400" spc="5" dirty="0">
                <a:latin typeface="Calibri"/>
                <a:cs typeface="Calibri"/>
              </a:rPr>
              <a:t>e</a:t>
            </a:r>
            <a:r>
              <a:rPr sz="2400" dirty="0">
                <a:latin typeface="Calibri"/>
                <a:cs typeface="Calibri"/>
              </a:rPr>
              <a:t>s</a:t>
            </a:r>
            <a:r>
              <a:rPr sz="2400" spc="-85" dirty="0">
                <a:latin typeface="Calibri"/>
                <a:cs typeface="Calibri"/>
              </a:rPr>
              <a:t> </a:t>
            </a:r>
            <a:r>
              <a:rPr sz="2400" spc="35" dirty="0">
                <a:latin typeface="Calibri"/>
                <a:cs typeface="Calibri"/>
              </a:rPr>
              <a:t>p</a:t>
            </a:r>
            <a:r>
              <a:rPr sz="2400" spc="-50" dirty="0">
                <a:latin typeface="Calibri"/>
                <a:cs typeface="Calibri"/>
              </a:rPr>
              <a:t>a</a:t>
            </a:r>
            <a:r>
              <a:rPr sz="2400" dirty="0">
                <a:latin typeface="Calibri"/>
                <a:cs typeface="Calibri"/>
              </a:rPr>
              <a:t>r</a:t>
            </a:r>
            <a:r>
              <a:rPr sz="2400" spc="20" dirty="0">
                <a:latin typeface="Calibri"/>
                <a:cs typeface="Calibri"/>
              </a:rPr>
              <a:t> </a:t>
            </a:r>
            <a:r>
              <a:rPr sz="2400" spc="45" dirty="0">
                <a:latin typeface="Calibri"/>
                <a:cs typeface="Calibri"/>
              </a:rPr>
              <a:t>l</a:t>
            </a:r>
            <a:r>
              <a:rPr sz="2400" dirty="0">
                <a:latin typeface="Calibri"/>
                <a:cs typeface="Calibri"/>
              </a:rPr>
              <a:t>e</a:t>
            </a:r>
            <a:r>
              <a:rPr sz="2400" spc="-40" dirty="0">
                <a:latin typeface="Calibri"/>
                <a:cs typeface="Calibri"/>
              </a:rPr>
              <a:t> s</a:t>
            </a:r>
            <a:r>
              <a:rPr sz="2400" spc="10" dirty="0">
                <a:latin typeface="Calibri"/>
                <a:cs typeface="Calibri"/>
              </a:rPr>
              <a:t>y</a:t>
            </a:r>
            <a:r>
              <a:rPr sz="2400" spc="-40" dirty="0">
                <a:latin typeface="Calibri"/>
                <a:cs typeface="Calibri"/>
              </a:rPr>
              <a:t>s</a:t>
            </a:r>
            <a:r>
              <a:rPr sz="2400" spc="-10" dirty="0">
                <a:latin typeface="Calibri"/>
                <a:cs typeface="Calibri"/>
              </a:rPr>
              <a:t>t</a:t>
            </a:r>
            <a:r>
              <a:rPr sz="2400" spc="5" dirty="0">
                <a:latin typeface="Calibri"/>
                <a:cs typeface="Calibri"/>
              </a:rPr>
              <a:t>è</a:t>
            </a:r>
            <a:r>
              <a:rPr sz="2400" spc="-20" dirty="0">
                <a:latin typeface="Calibri"/>
                <a:cs typeface="Calibri"/>
              </a:rPr>
              <a:t>m</a:t>
            </a:r>
            <a:r>
              <a:rPr sz="2400" dirty="0">
                <a:latin typeface="Calibri"/>
                <a:cs typeface="Calibri"/>
              </a:rPr>
              <a:t>e</a:t>
            </a:r>
            <a:r>
              <a:rPr sz="2400" spc="-235" dirty="0">
                <a:latin typeface="Calibri"/>
                <a:cs typeface="Calibri"/>
              </a:rPr>
              <a:t> </a:t>
            </a:r>
            <a:r>
              <a:rPr sz="2400" spc="35" dirty="0">
                <a:latin typeface="Calibri"/>
                <a:cs typeface="Calibri"/>
              </a:rPr>
              <a:t>p</a:t>
            </a:r>
            <a:r>
              <a:rPr sz="2400" spc="30" dirty="0">
                <a:latin typeface="Calibri"/>
                <a:cs typeface="Calibri"/>
              </a:rPr>
              <a:t>o</a:t>
            </a:r>
            <a:r>
              <a:rPr sz="2400" spc="35" dirty="0">
                <a:latin typeface="Calibri"/>
                <a:cs typeface="Calibri"/>
              </a:rPr>
              <a:t>u</a:t>
            </a:r>
            <a:r>
              <a:rPr sz="2400" dirty="0">
                <a:latin typeface="Calibri"/>
                <a:cs typeface="Calibri"/>
              </a:rPr>
              <a:t>r </a:t>
            </a:r>
            <a:r>
              <a:rPr sz="2400" spc="-125" dirty="0">
                <a:latin typeface="Calibri"/>
                <a:cs typeface="Calibri"/>
              </a:rPr>
              <a:t> </a:t>
            </a:r>
            <a:r>
              <a:rPr sz="2400" spc="35" dirty="0">
                <a:latin typeface="Calibri"/>
                <a:cs typeface="Calibri"/>
              </a:rPr>
              <a:t>d</a:t>
            </a:r>
            <a:r>
              <a:rPr sz="2400" dirty="0">
                <a:latin typeface="Calibri"/>
                <a:cs typeface="Calibri"/>
              </a:rPr>
              <a:t>é</a:t>
            </a:r>
            <a:r>
              <a:rPr sz="2400" spc="45" dirty="0">
                <a:latin typeface="Calibri"/>
                <a:cs typeface="Calibri"/>
              </a:rPr>
              <a:t>li</a:t>
            </a:r>
            <a:r>
              <a:rPr sz="2400" spc="15" dirty="0">
                <a:latin typeface="Calibri"/>
                <a:cs typeface="Calibri"/>
              </a:rPr>
              <a:t>v</a:t>
            </a:r>
            <a:r>
              <a:rPr sz="2400" spc="-40" dirty="0">
                <a:latin typeface="Calibri"/>
                <a:cs typeface="Calibri"/>
              </a:rPr>
              <a:t>r</a:t>
            </a:r>
            <a:r>
              <a:rPr sz="2400" spc="5" dirty="0">
                <a:latin typeface="Calibri"/>
                <a:cs typeface="Calibri"/>
              </a:rPr>
              <a:t>e</a:t>
            </a:r>
            <a:r>
              <a:rPr sz="2400" dirty="0">
                <a:latin typeface="Calibri"/>
                <a:cs typeface="Calibri"/>
              </a:rPr>
              <a:t>r</a:t>
            </a:r>
            <a:r>
              <a:rPr sz="2400" spc="-280" dirty="0">
                <a:latin typeface="Calibri"/>
                <a:cs typeface="Calibri"/>
              </a:rPr>
              <a:t> </a:t>
            </a:r>
            <a:r>
              <a:rPr sz="2400" spc="35" dirty="0">
                <a:latin typeface="Calibri"/>
                <a:cs typeface="Calibri"/>
              </a:rPr>
              <a:t>un  </a:t>
            </a:r>
            <a:r>
              <a:rPr sz="2400" spc="-10" dirty="0">
                <a:latin typeface="Calibri"/>
                <a:cs typeface="Calibri"/>
              </a:rPr>
              <a:t>résultat</a:t>
            </a:r>
            <a:r>
              <a:rPr sz="2400" spc="-155" dirty="0">
                <a:latin typeface="Calibri"/>
                <a:cs typeface="Calibri"/>
              </a:rPr>
              <a:t> </a:t>
            </a:r>
            <a:r>
              <a:rPr sz="2400" dirty="0">
                <a:latin typeface="Calibri"/>
                <a:cs typeface="Calibri"/>
              </a:rPr>
              <a:t>à</a:t>
            </a:r>
            <a:r>
              <a:rPr sz="2400" spc="-95" dirty="0">
                <a:latin typeface="Calibri"/>
                <a:cs typeface="Calibri"/>
              </a:rPr>
              <a:t> </a:t>
            </a:r>
            <a:r>
              <a:rPr sz="2400" spc="15" dirty="0">
                <a:latin typeface="Calibri"/>
                <a:cs typeface="Calibri"/>
              </a:rPr>
              <a:t>un</a:t>
            </a:r>
            <a:r>
              <a:rPr sz="2400" spc="-5" dirty="0">
                <a:latin typeface="Calibri"/>
                <a:cs typeface="Calibri"/>
              </a:rPr>
              <a:t> </a:t>
            </a:r>
            <a:r>
              <a:rPr sz="2400" spc="-40" dirty="0" err="1">
                <a:latin typeface="Calibri"/>
                <a:cs typeface="Calibri"/>
              </a:rPr>
              <a:t>acteur</a:t>
            </a:r>
            <a:r>
              <a:rPr sz="2400" spc="-40" dirty="0">
                <a:latin typeface="Calibri"/>
                <a:cs typeface="Calibri"/>
              </a:rPr>
              <a:t>.</a:t>
            </a:r>
            <a:endParaRPr sz="2400" dirty="0">
              <a:latin typeface="Calibri"/>
              <a:cs typeface="Calibri"/>
            </a:endParaRPr>
          </a:p>
          <a:p>
            <a:pPr>
              <a:lnSpc>
                <a:spcPct val="100000"/>
              </a:lnSpc>
            </a:pPr>
            <a:endParaRPr sz="2900" dirty="0">
              <a:latin typeface="Calibri"/>
              <a:cs typeface="Calibri"/>
            </a:endParaRPr>
          </a:p>
          <a:p>
            <a:pPr marR="1118870" algn="ctr">
              <a:lnSpc>
                <a:spcPct val="100000"/>
              </a:lnSpc>
              <a:spcBef>
                <a:spcPts val="2505"/>
              </a:spcBef>
            </a:pPr>
            <a:r>
              <a:rPr sz="2400" spc="-30" dirty="0">
                <a:latin typeface="Calibri"/>
                <a:cs typeface="Calibri"/>
              </a:rPr>
              <a:t>Use</a:t>
            </a:r>
            <a:r>
              <a:rPr sz="2400" spc="-75" dirty="0">
                <a:latin typeface="Calibri"/>
                <a:cs typeface="Calibri"/>
              </a:rPr>
              <a:t> </a:t>
            </a:r>
            <a:r>
              <a:rPr sz="2400" spc="-20" dirty="0">
                <a:latin typeface="Calibri"/>
                <a:cs typeface="Calibri"/>
              </a:rPr>
              <a:t>Case</a:t>
            </a:r>
            <a:endParaRPr sz="2400" dirty="0">
              <a:latin typeface="Calibri"/>
              <a:cs typeface="Calibri"/>
            </a:endParaRPr>
          </a:p>
        </p:txBody>
      </p:sp>
      <p:sp>
        <p:nvSpPr>
          <p:cNvPr id="6" name="object 3"/>
          <p:cNvSpPr txBox="1">
            <a:spLocks/>
          </p:cNvSpPr>
          <p:nvPr/>
        </p:nvSpPr>
        <p:spPr>
          <a:xfrm>
            <a:off x="520734" y="473703"/>
            <a:ext cx="8966674" cy="754908"/>
          </a:xfrm>
          <a:prstGeom prst="rect">
            <a:avLst/>
          </a:prstGeom>
        </p:spPr>
        <p:txBody>
          <a:bodyPr vert="horz" wrap="square" lIns="0" tIns="16087" rIns="0" bIns="0" rtlCol="0" anchor="b">
            <a:spAutoFit/>
          </a:bodyPr>
          <a:lstStyle>
            <a:lvl1pPr marL="0" algn="l" defTabSz="914377" rtl="0" eaLnBrk="1" latinLnBrk="0" hangingPunct="1">
              <a:lnSpc>
                <a:spcPct val="85000"/>
              </a:lnSpc>
              <a:spcBef>
                <a:spcPct val="0"/>
              </a:spcBef>
              <a:buNone/>
              <a:defRPr sz="4800" kern="1200" spc="-51" baseline="0">
                <a:solidFill>
                  <a:schemeClr val="tx1">
                    <a:lumMod val="75000"/>
                    <a:lumOff val="25000"/>
                  </a:schemeClr>
                </a:solidFill>
                <a:latin typeface="+mj-lt"/>
                <a:ea typeface="+mj-ea"/>
                <a:cs typeface="+mj-cs"/>
              </a:defRPr>
            </a:lvl1pPr>
          </a:lstStyle>
          <a:p>
            <a:pPr marL="16933">
              <a:lnSpc>
                <a:spcPct val="100000"/>
              </a:lnSpc>
              <a:spcBef>
                <a:spcPts val="127"/>
              </a:spcBef>
            </a:pPr>
            <a:r>
              <a:rPr lang="fr-FR" spc="-7"/>
              <a:t>Diagramme </a:t>
            </a:r>
            <a:r>
              <a:rPr lang="fr-FR"/>
              <a:t>de</a:t>
            </a:r>
            <a:r>
              <a:rPr lang="fr-FR" spc="-20"/>
              <a:t> </a:t>
            </a:r>
            <a:r>
              <a:rPr lang="fr-FR" spc="-7">
                <a:solidFill>
                  <a:srgbClr val="ED795B"/>
                </a:solidFill>
              </a:rPr>
              <a:t>cas </a:t>
            </a:r>
            <a:r>
              <a:rPr lang="fr-FR" spc="-33">
                <a:solidFill>
                  <a:srgbClr val="ED795B"/>
                </a:solidFill>
              </a:rPr>
              <a:t>d’utilisation</a:t>
            </a:r>
            <a:endParaRPr lang="fr-FR" spc="-33" dirty="0">
              <a:solidFill>
                <a:srgbClr val="ED795B"/>
              </a:solidFill>
            </a:endParaRPr>
          </a:p>
        </p:txBody>
      </p:sp>
    </p:spTree>
    <p:extLst>
      <p:ext uri="{BB962C8B-B14F-4D97-AF65-F5344CB8AC3E}">
        <p14:creationId xmlns:p14="http://schemas.microsoft.com/office/powerpoint/2010/main" val="25698348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066800" y="1949451"/>
            <a:ext cx="6451600" cy="939800"/>
          </a:xfrm>
          <a:prstGeom prst="rect">
            <a:avLst/>
          </a:prstGeom>
        </p:spPr>
        <p:txBody>
          <a:bodyPr vert="horz" wrap="square" lIns="0" tIns="165100" rIns="0" bIns="0" rtlCol="0">
            <a:spAutoFit/>
          </a:bodyPr>
          <a:lstStyle/>
          <a:p>
            <a:pPr marL="241300" indent="-228600">
              <a:lnSpc>
                <a:spcPct val="100000"/>
              </a:lnSpc>
              <a:spcBef>
                <a:spcPts val="1300"/>
              </a:spcBef>
              <a:buClr>
                <a:srgbClr val="E48312"/>
              </a:buClr>
              <a:buSzPct val="95000"/>
              <a:buFont typeface="Wingdings"/>
              <a:buChar char=""/>
              <a:tabLst>
                <a:tab pos="241300" algn="l"/>
              </a:tabLst>
            </a:pPr>
            <a:r>
              <a:rPr sz="2000" spc="15" dirty="0">
                <a:solidFill>
                  <a:srgbClr val="404040"/>
                </a:solidFill>
                <a:latin typeface="Calibri"/>
                <a:cs typeface="Calibri"/>
              </a:rPr>
              <a:t>U</a:t>
            </a:r>
            <a:r>
              <a:rPr sz="2000" dirty="0">
                <a:solidFill>
                  <a:srgbClr val="404040"/>
                </a:solidFill>
                <a:latin typeface="Calibri"/>
                <a:cs typeface="Calibri"/>
              </a:rPr>
              <a:t>n</a:t>
            </a:r>
            <a:r>
              <a:rPr sz="2000" spc="-5" dirty="0">
                <a:solidFill>
                  <a:srgbClr val="404040"/>
                </a:solidFill>
                <a:latin typeface="Calibri"/>
                <a:cs typeface="Calibri"/>
              </a:rPr>
              <a:t> </a:t>
            </a:r>
            <a:r>
              <a:rPr sz="2000" spc="30" dirty="0">
                <a:solidFill>
                  <a:srgbClr val="404040"/>
                </a:solidFill>
                <a:latin typeface="Calibri"/>
                <a:cs typeface="Calibri"/>
              </a:rPr>
              <a:t>C</a:t>
            </a:r>
            <a:r>
              <a:rPr sz="2000" dirty="0">
                <a:solidFill>
                  <a:srgbClr val="404040"/>
                </a:solidFill>
                <a:latin typeface="Calibri"/>
                <a:cs typeface="Calibri"/>
              </a:rPr>
              <a:t>U</a:t>
            </a:r>
            <a:r>
              <a:rPr sz="2000" spc="-35" dirty="0">
                <a:solidFill>
                  <a:srgbClr val="404040"/>
                </a:solidFill>
                <a:latin typeface="Calibri"/>
                <a:cs typeface="Calibri"/>
              </a:rPr>
              <a:t> </a:t>
            </a:r>
            <a:r>
              <a:rPr sz="2000" dirty="0">
                <a:solidFill>
                  <a:srgbClr val="404040"/>
                </a:solidFill>
                <a:latin typeface="Calibri"/>
                <a:cs typeface="Calibri"/>
              </a:rPr>
              <a:t>re</a:t>
            </a:r>
            <a:r>
              <a:rPr sz="2000" spc="45" dirty="0">
                <a:solidFill>
                  <a:srgbClr val="404040"/>
                </a:solidFill>
                <a:latin typeface="Calibri"/>
                <a:cs typeface="Calibri"/>
              </a:rPr>
              <a:t>p</a:t>
            </a:r>
            <a:r>
              <a:rPr sz="2000" dirty="0">
                <a:solidFill>
                  <a:srgbClr val="404040"/>
                </a:solidFill>
                <a:latin typeface="Calibri"/>
                <a:cs typeface="Calibri"/>
              </a:rPr>
              <a:t>ré</a:t>
            </a:r>
            <a:r>
              <a:rPr sz="2000" spc="15" dirty="0">
                <a:solidFill>
                  <a:srgbClr val="404040"/>
                </a:solidFill>
                <a:latin typeface="Calibri"/>
                <a:cs typeface="Calibri"/>
              </a:rPr>
              <a:t>s</a:t>
            </a:r>
            <a:r>
              <a:rPr sz="2000" dirty="0">
                <a:solidFill>
                  <a:srgbClr val="404040"/>
                </a:solidFill>
                <a:latin typeface="Calibri"/>
                <a:cs typeface="Calibri"/>
              </a:rPr>
              <a:t>e</a:t>
            </a:r>
            <a:r>
              <a:rPr sz="2000" spc="45" dirty="0">
                <a:solidFill>
                  <a:srgbClr val="404040"/>
                </a:solidFill>
                <a:latin typeface="Calibri"/>
                <a:cs typeface="Calibri"/>
              </a:rPr>
              <a:t>n</a:t>
            </a:r>
            <a:r>
              <a:rPr sz="2000" spc="30" dirty="0">
                <a:solidFill>
                  <a:srgbClr val="404040"/>
                </a:solidFill>
                <a:latin typeface="Calibri"/>
                <a:cs typeface="Calibri"/>
              </a:rPr>
              <a:t>t</a:t>
            </a:r>
            <a:r>
              <a:rPr sz="2000" dirty="0">
                <a:solidFill>
                  <a:srgbClr val="404040"/>
                </a:solidFill>
                <a:latin typeface="Calibri"/>
                <a:cs typeface="Calibri"/>
              </a:rPr>
              <a:t>e</a:t>
            </a:r>
            <a:r>
              <a:rPr sz="2000" spc="-150" dirty="0">
                <a:solidFill>
                  <a:srgbClr val="404040"/>
                </a:solidFill>
                <a:latin typeface="Calibri"/>
                <a:cs typeface="Calibri"/>
              </a:rPr>
              <a:t> </a:t>
            </a:r>
            <a:r>
              <a:rPr sz="2000" spc="45" dirty="0">
                <a:solidFill>
                  <a:srgbClr val="404040"/>
                </a:solidFill>
                <a:latin typeface="Calibri"/>
                <a:cs typeface="Calibri"/>
              </a:rPr>
              <a:t>u</a:t>
            </a:r>
            <a:r>
              <a:rPr sz="2000" dirty="0">
                <a:solidFill>
                  <a:srgbClr val="404040"/>
                </a:solidFill>
                <a:latin typeface="Calibri"/>
                <a:cs typeface="Calibri"/>
              </a:rPr>
              <a:t>n</a:t>
            </a:r>
            <a:r>
              <a:rPr sz="2000" spc="-105" dirty="0">
                <a:solidFill>
                  <a:srgbClr val="404040"/>
                </a:solidFill>
                <a:latin typeface="Calibri"/>
                <a:cs typeface="Calibri"/>
              </a:rPr>
              <a:t> </a:t>
            </a:r>
            <a:r>
              <a:rPr sz="2000" spc="45" dirty="0">
                <a:solidFill>
                  <a:srgbClr val="404040"/>
                </a:solidFill>
                <a:latin typeface="Calibri"/>
                <a:cs typeface="Calibri"/>
              </a:rPr>
              <a:t>d</a:t>
            </a:r>
            <a:r>
              <a:rPr sz="2000" spc="40" dirty="0">
                <a:solidFill>
                  <a:srgbClr val="404040"/>
                </a:solidFill>
                <a:latin typeface="Calibri"/>
                <a:cs typeface="Calibri"/>
              </a:rPr>
              <a:t>ial</a:t>
            </a:r>
            <a:r>
              <a:rPr sz="2000" spc="45" dirty="0">
                <a:solidFill>
                  <a:srgbClr val="404040"/>
                </a:solidFill>
                <a:latin typeface="Calibri"/>
                <a:cs typeface="Calibri"/>
              </a:rPr>
              <a:t>o</a:t>
            </a:r>
            <a:r>
              <a:rPr sz="2000" spc="-45" dirty="0">
                <a:solidFill>
                  <a:srgbClr val="404040"/>
                </a:solidFill>
                <a:latin typeface="Calibri"/>
                <a:cs typeface="Calibri"/>
              </a:rPr>
              <a:t>g</a:t>
            </a:r>
            <a:r>
              <a:rPr sz="2000" spc="45" dirty="0">
                <a:solidFill>
                  <a:srgbClr val="404040"/>
                </a:solidFill>
                <a:latin typeface="Calibri"/>
                <a:cs typeface="Calibri"/>
              </a:rPr>
              <a:t>u</a:t>
            </a:r>
            <a:r>
              <a:rPr sz="2000" dirty="0">
                <a:solidFill>
                  <a:srgbClr val="404040"/>
                </a:solidFill>
                <a:latin typeface="Calibri"/>
                <a:cs typeface="Calibri"/>
              </a:rPr>
              <a:t>e</a:t>
            </a:r>
            <a:r>
              <a:rPr sz="2000" spc="-150" dirty="0">
                <a:solidFill>
                  <a:srgbClr val="404040"/>
                </a:solidFill>
                <a:latin typeface="Calibri"/>
                <a:cs typeface="Calibri"/>
              </a:rPr>
              <a:t> </a:t>
            </a:r>
            <a:r>
              <a:rPr sz="2000" dirty="0">
                <a:solidFill>
                  <a:srgbClr val="404040"/>
                </a:solidFill>
                <a:latin typeface="Calibri"/>
                <a:cs typeface="Calibri"/>
              </a:rPr>
              <a:t>e</a:t>
            </a:r>
            <a:r>
              <a:rPr sz="2000" spc="45" dirty="0">
                <a:solidFill>
                  <a:srgbClr val="404040"/>
                </a:solidFill>
                <a:latin typeface="Calibri"/>
                <a:cs typeface="Calibri"/>
              </a:rPr>
              <a:t>n</a:t>
            </a:r>
            <a:r>
              <a:rPr sz="2000" spc="30" dirty="0">
                <a:solidFill>
                  <a:srgbClr val="404040"/>
                </a:solidFill>
                <a:latin typeface="Calibri"/>
                <a:cs typeface="Calibri"/>
              </a:rPr>
              <a:t>t</a:t>
            </a:r>
            <a:r>
              <a:rPr sz="2000" dirty="0">
                <a:solidFill>
                  <a:srgbClr val="404040"/>
                </a:solidFill>
                <a:latin typeface="Calibri"/>
                <a:cs typeface="Calibri"/>
              </a:rPr>
              <a:t>re</a:t>
            </a:r>
            <a:r>
              <a:rPr sz="2000" spc="-150" dirty="0">
                <a:solidFill>
                  <a:srgbClr val="404040"/>
                </a:solidFill>
                <a:latin typeface="Calibri"/>
                <a:cs typeface="Calibri"/>
              </a:rPr>
              <a:t> </a:t>
            </a:r>
            <a:r>
              <a:rPr sz="2000" spc="45" dirty="0">
                <a:solidFill>
                  <a:srgbClr val="404040"/>
                </a:solidFill>
                <a:latin typeface="Calibri"/>
                <a:cs typeface="Calibri"/>
              </a:rPr>
              <a:t>u</a:t>
            </a:r>
            <a:r>
              <a:rPr sz="2000" dirty="0">
                <a:solidFill>
                  <a:srgbClr val="404040"/>
                </a:solidFill>
                <a:latin typeface="Calibri"/>
                <a:cs typeface="Calibri"/>
              </a:rPr>
              <a:t>n</a:t>
            </a:r>
            <a:r>
              <a:rPr sz="2000" spc="-105" dirty="0">
                <a:solidFill>
                  <a:srgbClr val="404040"/>
                </a:solidFill>
                <a:latin typeface="Calibri"/>
                <a:cs typeface="Calibri"/>
              </a:rPr>
              <a:t> </a:t>
            </a:r>
            <a:r>
              <a:rPr sz="2000" spc="40" dirty="0">
                <a:solidFill>
                  <a:srgbClr val="404040"/>
                </a:solidFill>
                <a:latin typeface="Calibri"/>
                <a:cs typeface="Calibri"/>
              </a:rPr>
              <a:t>a</a:t>
            </a:r>
            <a:r>
              <a:rPr sz="2000" spc="-50" dirty="0">
                <a:solidFill>
                  <a:srgbClr val="404040"/>
                </a:solidFill>
                <a:latin typeface="Calibri"/>
                <a:cs typeface="Calibri"/>
              </a:rPr>
              <a:t>c</a:t>
            </a:r>
            <a:r>
              <a:rPr sz="2000" spc="30" dirty="0">
                <a:solidFill>
                  <a:srgbClr val="404040"/>
                </a:solidFill>
                <a:latin typeface="Calibri"/>
                <a:cs typeface="Calibri"/>
              </a:rPr>
              <a:t>t</a:t>
            </a:r>
            <a:r>
              <a:rPr sz="2000" dirty="0">
                <a:solidFill>
                  <a:srgbClr val="404040"/>
                </a:solidFill>
                <a:latin typeface="Calibri"/>
                <a:cs typeface="Calibri"/>
              </a:rPr>
              <a:t>e</a:t>
            </a:r>
            <a:r>
              <a:rPr sz="2000" spc="45" dirty="0">
                <a:solidFill>
                  <a:srgbClr val="404040"/>
                </a:solidFill>
                <a:latin typeface="Calibri"/>
                <a:cs typeface="Calibri"/>
              </a:rPr>
              <a:t>u</a:t>
            </a:r>
            <a:r>
              <a:rPr sz="2000" dirty="0">
                <a:solidFill>
                  <a:srgbClr val="404040"/>
                </a:solidFill>
                <a:latin typeface="Calibri"/>
                <a:cs typeface="Calibri"/>
              </a:rPr>
              <a:t>r</a:t>
            </a:r>
            <a:r>
              <a:rPr sz="2000" spc="-150" dirty="0">
                <a:solidFill>
                  <a:srgbClr val="404040"/>
                </a:solidFill>
                <a:latin typeface="Calibri"/>
                <a:cs typeface="Calibri"/>
              </a:rPr>
              <a:t> </a:t>
            </a:r>
            <a:r>
              <a:rPr sz="2000" dirty="0">
                <a:solidFill>
                  <a:srgbClr val="404040"/>
                </a:solidFill>
                <a:latin typeface="Calibri"/>
                <a:cs typeface="Calibri"/>
              </a:rPr>
              <a:t>et</a:t>
            </a:r>
            <a:r>
              <a:rPr sz="2000" spc="-25" dirty="0">
                <a:solidFill>
                  <a:srgbClr val="404040"/>
                </a:solidFill>
                <a:latin typeface="Calibri"/>
                <a:cs typeface="Calibri"/>
              </a:rPr>
              <a:t> </a:t>
            </a:r>
            <a:r>
              <a:rPr sz="2000" spc="40" dirty="0">
                <a:solidFill>
                  <a:srgbClr val="404040"/>
                </a:solidFill>
                <a:latin typeface="Calibri"/>
                <a:cs typeface="Calibri"/>
              </a:rPr>
              <a:t>l</a:t>
            </a:r>
            <a:r>
              <a:rPr sz="2000" dirty="0">
                <a:solidFill>
                  <a:srgbClr val="404040"/>
                </a:solidFill>
                <a:latin typeface="Calibri"/>
                <a:cs typeface="Calibri"/>
              </a:rPr>
              <a:t>e</a:t>
            </a:r>
            <a:r>
              <a:rPr sz="2000" spc="50" dirty="0">
                <a:solidFill>
                  <a:srgbClr val="404040"/>
                </a:solidFill>
                <a:latin typeface="Calibri"/>
                <a:cs typeface="Calibri"/>
              </a:rPr>
              <a:t> </a:t>
            </a:r>
            <a:r>
              <a:rPr sz="2000" spc="15" dirty="0">
                <a:solidFill>
                  <a:srgbClr val="404040"/>
                </a:solidFill>
                <a:latin typeface="Calibri"/>
                <a:cs typeface="Calibri"/>
              </a:rPr>
              <a:t>s</a:t>
            </a:r>
            <a:r>
              <a:rPr sz="2000" spc="-10" dirty="0">
                <a:solidFill>
                  <a:srgbClr val="404040"/>
                </a:solidFill>
                <a:latin typeface="Calibri"/>
                <a:cs typeface="Calibri"/>
              </a:rPr>
              <a:t>y</a:t>
            </a:r>
            <a:r>
              <a:rPr sz="2000" spc="15" dirty="0">
                <a:solidFill>
                  <a:srgbClr val="404040"/>
                </a:solidFill>
                <a:latin typeface="Calibri"/>
                <a:cs typeface="Calibri"/>
              </a:rPr>
              <a:t>s</a:t>
            </a:r>
            <a:r>
              <a:rPr sz="2000" spc="30" dirty="0">
                <a:solidFill>
                  <a:srgbClr val="404040"/>
                </a:solidFill>
                <a:latin typeface="Calibri"/>
                <a:cs typeface="Calibri"/>
              </a:rPr>
              <a:t>t</a:t>
            </a:r>
            <a:r>
              <a:rPr sz="2000" dirty="0">
                <a:solidFill>
                  <a:srgbClr val="404040"/>
                </a:solidFill>
                <a:latin typeface="Calibri"/>
                <a:cs typeface="Calibri"/>
              </a:rPr>
              <a:t>ème</a:t>
            </a:r>
            <a:endParaRPr sz="2000" dirty="0">
              <a:latin typeface="Calibri"/>
              <a:cs typeface="Calibri"/>
            </a:endParaRPr>
          </a:p>
          <a:p>
            <a:pPr marL="241300" indent="-228600">
              <a:lnSpc>
                <a:spcPct val="100000"/>
              </a:lnSpc>
              <a:spcBef>
                <a:spcPts val="1200"/>
              </a:spcBef>
              <a:buClr>
                <a:srgbClr val="E48312"/>
              </a:buClr>
              <a:buSzPct val="95000"/>
              <a:buFont typeface="Wingdings"/>
              <a:buChar char=""/>
              <a:tabLst>
                <a:tab pos="241300" algn="l"/>
              </a:tabLst>
            </a:pPr>
            <a:r>
              <a:rPr sz="2000" spc="15" dirty="0">
                <a:solidFill>
                  <a:srgbClr val="404040"/>
                </a:solidFill>
                <a:latin typeface="Calibri"/>
                <a:cs typeface="Calibri"/>
              </a:rPr>
              <a:t>U</a:t>
            </a:r>
            <a:r>
              <a:rPr sz="2000" dirty="0">
                <a:solidFill>
                  <a:srgbClr val="404040"/>
                </a:solidFill>
                <a:latin typeface="Calibri"/>
                <a:cs typeface="Calibri"/>
              </a:rPr>
              <a:t>n</a:t>
            </a:r>
            <a:r>
              <a:rPr sz="2000" spc="-5" dirty="0">
                <a:solidFill>
                  <a:srgbClr val="404040"/>
                </a:solidFill>
                <a:latin typeface="Calibri"/>
                <a:cs typeface="Calibri"/>
              </a:rPr>
              <a:t> </a:t>
            </a:r>
            <a:r>
              <a:rPr sz="2000" spc="30" dirty="0">
                <a:solidFill>
                  <a:srgbClr val="404040"/>
                </a:solidFill>
                <a:latin typeface="Calibri"/>
                <a:cs typeface="Calibri"/>
              </a:rPr>
              <a:t>C</a:t>
            </a:r>
            <a:r>
              <a:rPr sz="2000" dirty="0">
                <a:solidFill>
                  <a:srgbClr val="404040"/>
                </a:solidFill>
                <a:latin typeface="Calibri"/>
                <a:cs typeface="Calibri"/>
              </a:rPr>
              <a:t>U</a:t>
            </a:r>
            <a:r>
              <a:rPr sz="2000" spc="-35" dirty="0">
                <a:solidFill>
                  <a:srgbClr val="404040"/>
                </a:solidFill>
                <a:latin typeface="Calibri"/>
                <a:cs typeface="Calibri"/>
              </a:rPr>
              <a:t> </a:t>
            </a:r>
            <a:r>
              <a:rPr sz="2000" dirty="0">
                <a:solidFill>
                  <a:srgbClr val="404040"/>
                </a:solidFill>
                <a:latin typeface="Calibri"/>
                <a:cs typeface="Calibri"/>
              </a:rPr>
              <a:t>e</a:t>
            </a:r>
            <a:r>
              <a:rPr sz="2000" spc="15" dirty="0">
                <a:solidFill>
                  <a:srgbClr val="404040"/>
                </a:solidFill>
                <a:latin typeface="Calibri"/>
                <a:cs typeface="Calibri"/>
              </a:rPr>
              <a:t>s</a:t>
            </a:r>
            <a:r>
              <a:rPr sz="2000" dirty="0">
                <a:solidFill>
                  <a:srgbClr val="404040"/>
                </a:solidFill>
                <a:latin typeface="Calibri"/>
                <a:cs typeface="Calibri"/>
              </a:rPr>
              <a:t>t</a:t>
            </a:r>
            <a:r>
              <a:rPr sz="2000" spc="-25" dirty="0">
                <a:solidFill>
                  <a:srgbClr val="404040"/>
                </a:solidFill>
                <a:latin typeface="Calibri"/>
                <a:cs typeface="Calibri"/>
              </a:rPr>
              <a:t> </a:t>
            </a:r>
            <a:r>
              <a:rPr sz="2000" spc="40" dirty="0">
                <a:solidFill>
                  <a:srgbClr val="404040"/>
                </a:solidFill>
                <a:latin typeface="Calibri"/>
                <a:cs typeface="Calibri"/>
              </a:rPr>
              <a:t>i</a:t>
            </a:r>
            <a:r>
              <a:rPr sz="2000" spc="45" dirty="0">
                <a:solidFill>
                  <a:srgbClr val="404040"/>
                </a:solidFill>
                <a:latin typeface="Calibri"/>
                <a:cs typeface="Calibri"/>
              </a:rPr>
              <a:t>n</a:t>
            </a:r>
            <a:r>
              <a:rPr sz="2000" spc="40" dirty="0">
                <a:solidFill>
                  <a:srgbClr val="404040"/>
                </a:solidFill>
                <a:latin typeface="Calibri"/>
                <a:cs typeface="Calibri"/>
              </a:rPr>
              <a:t>i</a:t>
            </a:r>
            <a:r>
              <a:rPr sz="2000" spc="30" dirty="0">
                <a:solidFill>
                  <a:srgbClr val="404040"/>
                </a:solidFill>
                <a:latin typeface="Calibri"/>
                <a:cs typeface="Calibri"/>
              </a:rPr>
              <a:t>t</a:t>
            </a:r>
            <a:r>
              <a:rPr sz="2000" spc="40" dirty="0">
                <a:solidFill>
                  <a:srgbClr val="404040"/>
                </a:solidFill>
                <a:latin typeface="Calibri"/>
                <a:cs typeface="Calibri"/>
              </a:rPr>
              <a:t>i</a:t>
            </a:r>
            <a:r>
              <a:rPr sz="2000" dirty="0">
                <a:solidFill>
                  <a:srgbClr val="404040"/>
                </a:solidFill>
                <a:latin typeface="Calibri"/>
                <a:cs typeface="Calibri"/>
              </a:rPr>
              <a:t>é</a:t>
            </a:r>
            <a:r>
              <a:rPr sz="2000" spc="-150" dirty="0">
                <a:solidFill>
                  <a:srgbClr val="404040"/>
                </a:solidFill>
                <a:latin typeface="Calibri"/>
                <a:cs typeface="Calibri"/>
              </a:rPr>
              <a:t> </a:t>
            </a:r>
            <a:r>
              <a:rPr sz="2000" spc="45" dirty="0">
                <a:solidFill>
                  <a:srgbClr val="404040"/>
                </a:solidFill>
                <a:latin typeface="Calibri"/>
                <a:cs typeface="Calibri"/>
              </a:rPr>
              <a:t>p</a:t>
            </a:r>
            <a:r>
              <a:rPr sz="2000" spc="40" dirty="0">
                <a:solidFill>
                  <a:srgbClr val="404040"/>
                </a:solidFill>
                <a:latin typeface="Calibri"/>
                <a:cs typeface="Calibri"/>
              </a:rPr>
              <a:t>a</a:t>
            </a:r>
            <a:r>
              <a:rPr sz="2000" dirty="0">
                <a:solidFill>
                  <a:srgbClr val="404040"/>
                </a:solidFill>
                <a:latin typeface="Calibri"/>
                <a:cs typeface="Calibri"/>
              </a:rPr>
              <a:t>r</a:t>
            </a:r>
            <a:r>
              <a:rPr sz="2000" spc="-150" dirty="0">
                <a:solidFill>
                  <a:srgbClr val="404040"/>
                </a:solidFill>
                <a:latin typeface="Calibri"/>
                <a:cs typeface="Calibri"/>
              </a:rPr>
              <a:t> </a:t>
            </a:r>
            <a:r>
              <a:rPr sz="2000" spc="45" dirty="0">
                <a:solidFill>
                  <a:srgbClr val="404040"/>
                </a:solidFill>
                <a:latin typeface="Calibri"/>
                <a:cs typeface="Calibri"/>
              </a:rPr>
              <a:t>u</a:t>
            </a:r>
            <a:r>
              <a:rPr sz="2000" dirty="0">
                <a:solidFill>
                  <a:srgbClr val="404040"/>
                </a:solidFill>
                <a:latin typeface="Calibri"/>
                <a:cs typeface="Calibri"/>
              </a:rPr>
              <a:t>n</a:t>
            </a:r>
            <a:r>
              <a:rPr sz="2000" spc="-5" dirty="0">
                <a:solidFill>
                  <a:srgbClr val="404040"/>
                </a:solidFill>
                <a:latin typeface="Calibri"/>
                <a:cs typeface="Calibri"/>
              </a:rPr>
              <a:t> </a:t>
            </a:r>
            <a:r>
              <a:rPr sz="2000" spc="40" dirty="0">
                <a:solidFill>
                  <a:srgbClr val="404040"/>
                </a:solidFill>
                <a:latin typeface="Calibri"/>
                <a:cs typeface="Calibri"/>
              </a:rPr>
              <a:t>a</a:t>
            </a:r>
            <a:r>
              <a:rPr sz="2000" spc="-50" dirty="0">
                <a:solidFill>
                  <a:srgbClr val="404040"/>
                </a:solidFill>
                <a:latin typeface="Calibri"/>
                <a:cs typeface="Calibri"/>
              </a:rPr>
              <a:t>c</a:t>
            </a:r>
            <a:r>
              <a:rPr sz="2000" spc="30" dirty="0">
                <a:solidFill>
                  <a:srgbClr val="404040"/>
                </a:solidFill>
                <a:latin typeface="Calibri"/>
                <a:cs typeface="Calibri"/>
              </a:rPr>
              <a:t>t</a:t>
            </a:r>
            <a:r>
              <a:rPr sz="2000" dirty="0">
                <a:solidFill>
                  <a:srgbClr val="404040"/>
                </a:solidFill>
                <a:latin typeface="Calibri"/>
                <a:cs typeface="Calibri"/>
              </a:rPr>
              <a:t>e</a:t>
            </a:r>
            <a:r>
              <a:rPr sz="2000" spc="45" dirty="0">
                <a:solidFill>
                  <a:srgbClr val="404040"/>
                </a:solidFill>
                <a:latin typeface="Calibri"/>
                <a:cs typeface="Calibri"/>
              </a:rPr>
              <a:t>u</a:t>
            </a:r>
            <a:r>
              <a:rPr sz="2000" dirty="0">
                <a:solidFill>
                  <a:srgbClr val="404040"/>
                </a:solidFill>
                <a:latin typeface="Calibri"/>
                <a:cs typeface="Calibri"/>
              </a:rPr>
              <a:t>r</a:t>
            </a:r>
            <a:endParaRPr sz="2000" dirty="0">
              <a:latin typeface="Calibri"/>
              <a:cs typeface="Calibri"/>
            </a:endParaRPr>
          </a:p>
        </p:txBody>
      </p:sp>
      <p:sp>
        <p:nvSpPr>
          <p:cNvPr id="4" name="object 4"/>
          <p:cNvSpPr txBox="1"/>
          <p:nvPr/>
        </p:nvSpPr>
        <p:spPr>
          <a:xfrm>
            <a:off x="2980757" y="4852960"/>
            <a:ext cx="861060" cy="391160"/>
          </a:xfrm>
          <a:prstGeom prst="rect">
            <a:avLst/>
          </a:prstGeom>
        </p:spPr>
        <p:txBody>
          <a:bodyPr vert="horz" wrap="square" lIns="0" tIns="12700" rIns="0" bIns="0" rtlCol="0">
            <a:spAutoFit/>
          </a:bodyPr>
          <a:lstStyle/>
          <a:p>
            <a:pPr marL="12700">
              <a:lnSpc>
                <a:spcPct val="100000"/>
              </a:lnSpc>
              <a:spcBef>
                <a:spcPts val="100"/>
              </a:spcBef>
            </a:pPr>
            <a:r>
              <a:rPr sz="2400" spc="10" dirty="0">
                <a:latin typeface="Calibri"/>
                <a:cs typeface="Calibri"/>
              </a:rPr>
              <a:t>A</a:t>
            </a:r>
            <a:r>
              <a:rPr sz="2400" spc="-15" dirty="0">
                <a:latin typeface="Calibri"/>
                <a:cs typeface="Calibri"/>
              </a:rPr>
              <a:t>c</a:t>
            </a:r>
            <a:r>
              <a:rPr sz="2400" spc="-5" dirty="0">
                <a:latin typeface="Calibri"/>
                <a:cs typeface="Calibri"/>
              </a:rPr>
              <a:t>t</a:t>
            </a:r>
            <a:r>
              <a:rPr sz="2400" spc="5" dirty="0">
                <a:latin typeface="Calibri"/>
                <a:cs typeface="Calibri"/>
              </a:rPr>
              <a:t>e</a:t>
            </a:r>
            <a:r>
              <a:rPr sz="2400" spc="35" dirty="0">
                <a:latin typeface="Calibri"/>
                <a:cs typeface="Calibri"/>
              </a:rPr>
              <a:t>ur</a:t>
            </a:r>
            <a:endParaRPr sz="2400">
              <a:latin typeface="Calibri"/>
              <a:cs typeface="Calibri"/>
            </a:endParaRPr>
          </a:p>
        </p:txBody>
      </p:sp>
      <p:grpSp>
        <p:nvGrpSpPr>
          <p:cNvPr id="5" name="object 5"/>
          <p:cNvGrpSpPr/>
          <p:nvPr/>
        </p:nvGrpSpPr>
        <p:grpSpPr>
          <a:xfrm>
            <a:off x="2819400" y="3314700"/>
            <a:ext cx="1079500" cy="1498600"/>
            <a:chOff x="2819400" y="3314700"/>
            <a:chExt cx="1079500" cy="1498600"/>
          </a:xfrm>
        </p:grpSpPr>
        <p:sp>
          <p:nvSpPr>
            <p:cNvPr id="6" name="object 6"/>
            <p:cNvSpPr/>
            <p:nvPr/>
          </p:nvSpPr>
          <p:spPr>
            <a:xfrm>
              <a:off x="2819400" y="3314699"/>
              <a:ext cx="1079500" cy="1498600"/>
            </a:xfrm>
            <a:custGeom>
              <a:avLst/>
              <a:gdLst/>
              <a:ahLst/>
              <a:cxnLst/>
              <a:rect l="l" t="t" r="r" b="b"/>
              <a:pathLst>
                <a:path w="1079500" h="1498600">
                  <a:moveTo>
                    <a:pt x="546087" y="520700"/>
                  </a:moveTo>
                  <a:lnTo>
                    <a:pt x="545325" y="520700"/>
                  </a:lnTo>
                  <a:lnTo>
                    <a:pt x="545325" y="960729"/>
                  </a:lnTo>
                  <a:lnTo>
                    <a:pt x="0" y="1472196"/>
                  </a:lnTo>
                  <a:lnTo>
                    <a:pt x="0" y="1472958"/>
                  </a:lnTo>
                  <a:lnTo>
                    <a:pt x="546087" y="961491"/>
                  </a:lnTo>
                  <a:lnTo>
                    <a:pt x="546087" y="520700"/>
                  </a:lnTo>
                  <a:close/>
                </a:path>
                <a:path w="1079500" h="1498600">
                  <a:moveTo>
                    <a:pt x="799084" y="257162"/>
                  </a:moveTo>
                  <a:lnTo>
                    <a:pt x="798982" y="253936"/>
                  </a:lnTo>
                  <a:lnTo>
                    <a:pt x="773239" y="349885"/>
                  </a:lnTo>
                  <a:lnTo>
                    <a:pt x="713193" y="435432"/>
                  </a:lnTo>
                  <a:lnTo>
                    <a:pt x="713193" y="434657"/>
                  </a:lnTo>
                  <a:lnTo>
                    <a:pt x="641743" y="494004"/>
                  </a:lnTo>
                  <a:lnTo>
                    <a:pt x="642505" y="494004"/>
                  </a:lnTo>
                  <a:lnTo>
                    <a:pt x="545973" y="507111"/>
                  </a:lnTo>
                  <a:lnTo>
                    <a:pt x="449440" y="494004"/>
                  </a:lnTo>
                  <a:lnTo>
                    <a:pt x="365823" y="434657"/>
                  </a:lnTo>
                  <a:lnTo>
                    <a:pt x="365823" y="435432"/>
                  </a:lnTo>
                  <a:lnTo>
                    <a:pt x="316420" y="349885"/>
                  </a:lnTo>
                  <a:lnTo>
                    <a:pt x="292950" y="253936"/>
                  </a:lnTo>
                  <a:lnTo>
                    <a:pt x="292849" y="257429"/>
                  </a:lnTo>
                  <a:lnTo>
                    <a:pt x="315658" y="350659"/>
                  </a:lnTo>
                  <a:lnTo>
                    <a:pt x="365061" y="435432"/>
                  </a:lnTo>
                  <a:lnTo>
                    <a:pt x="448678" y="494779"/>
                  </a:lnTo>
                  <a:lnTo>
                    <a:pt x="545973" y="507873"/>
                  </a:lnTo>
                  <a:lnTo>
                    <a:pt x="642505" y="494779"/>
                  </a:lnTo>
                  <a:lnTo>
                    <a:pt x="713943" y="435432"/>
                  </a:lnTo>
                  <a:lnTo>
                    <a:pt x="774001" y="350659"/>
                  </a:lnTo>
                  <a:lnTo>
                    <a:pt x="799084" y="257162"/>
                  </a:lnTo>
                  <a:close/>
                </a:path>
                <a:path w="1079500" h="1498600">
                  <a:moveTo>
                    <a:pt x="799846" y="253555"/>
                  </a:moveTo>
                  <a:lnTo>
                    <a:pt x="774001" y="157226"/>
                  </a:lnTo>
                  <a:lnTo>
                    <a:pt x="713943" y="84772"/>
                  </a:lnTo>
                  <a:lnTo>
                    <a:pt x="642505" y="23901"/>
                  </a:lnTo>
                  <a:lnTo>
                    <a:pt x="545973" y="0"/>
                  </a:lnTo>
                  <a:lnTo>
                    <a:pt x="449440" y="23901"/>
                  </a:lnTo>
                  <a:lnTo>
                    <a:pt x="448678" y="23901"/>
                  </a:lnTo>
                  <a:lnTo>
                    <a:pt x="365061" y="84785"/>
                  </a:lnTo>
                  <a:lnTo>
                    <a:pt x="315658" y="157226"/>
                  </a:lnTo>
                  <a:lnTo>
                    <a:pt x="292100" y="253555"/>
                  </a:lnTo>
                  <a:lnTo>
                    <a:pt x="292100" y="254330"/>
                  </a:lnTo>
                  <a:lnTo>
                    <a:pt x="292849" y="257429"/>
                  </a:lnTo>
                  <a:lnTo>
                    <a:pt x="292849" y="254330"/>
                  </a:lnTo>
                  <a:lnTo>
                    <a:pt x="292950" y="253936"/>
                  </a:lnTo>
                  <a:lnTo>
                    <a:pt x="316420" y="157988"/>
                  </a:lnTo>
                  <a:lnTo>
                    <a:pt x="365823" y="85547"/>
                  </a:lnTo>
                  <a:lnTo>
                    <a:pt x="449440" y="24663"/>
                  </a:lnTo>
                  <a:lnTo>
                    <a:pt x="545973" y="774"/>
                  </a:lnTo>
                  <a:lnTo>
                    <a:pt x="642505" y="24663"/>
                  </a:lnTo>
                  <a:lnTo>
                    <a:pt x="641743" y="24663"/>
                  </a:lnTo>
                  <a:lnTo>
                    <a:pt x="642505" y="25311"/>
                  </a:lnTo>
                  <a:lnTo>
                    <a:pt x="713193" y="85547"/>
                  </a:lnTo>
                  <a:lnTo>
                    <a:pt x="773239" y="157988"/>
                  </a:lnTo>
                  <a:lnTo>
                    <a:pt x="798982" y="253936"/>
                  </a:lnTo>
                  <a:lnTo>
                    <a:pt x="799084" y="254330"/>
                  </a:lnTo>
                  <a:lnTo>
                    <a:pt x="799084" y="257162"/>
                  </a:lnTo>
                  <a:lnTo>
                    <a:pt x="799846" y="254330"/>
                  </a:lnTo>
                  <a:lnTo>
                    <a:pt x="799846" y="253555"/>
                  </a:lnTo>
                  <a:close/>
                </a:path>
                <a:path w="1079500" h="1498600">
                  <a:moveTo>
                    <a:pt x="1079373" y="1497850"/>
                  </a:moveTo>
                  <a:lnTo>
                    <a:pt x="546862" y="965200"/>
                  </a:lnTo>
                  <a:lnTo>
                    <a:pt x="546100" y="965962"/>
                  </a:lnTo>
                  <a:lnTo>
                    <a:pt x="1078611" y="1498600"/>
                  </a:lnTo>
                  <a:lnTo>
                    <a:pt x="1079373" y="1497850"/>
                  </a:lnTo>
                  <a:close/>
                </a:path>
              </a:pathLst>
            </a:custGeom>
          </p:spPr>
          <p:style>
            <a:lnRef idx="2">
              <a:schemeClr val="dk1"/>
            </a:lnRef>
            <a:fillRef idx="1">
              <a:schemeClr val="lt1"/>
            </a:fillRef>
            <a:effectRef idx="0">
              <a:schemeClr val="dk1"/>
            </a:effectRef>
            <a:fontRef idx="minor">
              <a:schemeClr val="dk1"/>
            </a:fontRef>
          </p:style>
          <p:txBody>
            <a:bodyPr wrap="square" lIns="0" tIns="0" rIns="0" bIns="0" rtlCol="0"/>
            <a:lstStyle/>
            <a:p>
              <a:endParaRPr/>
            </a:p>
          </p:txBody>
        </p:sp>
        <p:sp>
          <p:nvSpPr>
            <p:cNvPr id="7" name="object 7"/>
            <p:cNvSpPr/>
            <p:nvPr/>
          </p:nvSpPr>
          <p:spPr>
            <a:xfrm>
              <a:off x="3028950" y="3917950"/>
              <a:ext cx="660400" cy="0"/>
            </a:xfrm>
            <a:custGeom>
              <a:avLst/>
              <a:gdLst/>
              <a:ahLst/>
              <a:cxnLst/>
              <a:rect l="l" t="t" r="r" b="b"/>
              <a:pathLst>
                <a:path w="660400">
                  <a:moveTo>
                    <a:pt x="0" y="0"/>
                  </a:moveTo>
                  <a:lnTo>
                    <a:pt x="660017" y="0"/>
                  </a:lnTo>
                </a:path>
              </a:pathLst>
            </a:custGeom>
            <a:ln/>
          </p:spPr>
          <p:style>
            <a:lnRef idx="2">
              <a:schemeClr val="dk1"/>
            </a:lnRef>
            <a:fillRef idx="1">
              <a:schemeClr val="lt1"/>
            </a:fillRef>
            <a:effectRef idx="0">
              <a:schemeClr val="dk1"/>
            </a:effectRef>
            <a:fontRef idx="minor">
              <a:schemeClr val="dk1"/>
            </a:fontRef>
          </p:style>
          <p:txBody>
            <a:bodyPr wrap="square" lIns="0" tIns="0" rIns="0" bIns="0" rtlCol="0"/>
            <a:lstStyle/>
            <a:p>
              <a:endParaRPr/>
            </a:p>
          </p:txBody>
        </p:sp>
      </p:grpSp>
      <p:grpSp>
        <p:nvGrpSpPr>
          <p:cNvPr id="8" name="object 8"/>
          <p:cNvGrpSpPr/>
          <p:nvPr/>
        </p:nvGrpSpPr>
        <p:grpSpPr>
          <a:xfrm>
            <a:off x="4102100" y="4038600"/>
            <a:ext cx="2324100" cy="419100"/>
            <a:chOff x="4102100" y="4038600"/>
            <a:chExt cx="2324100" cy="419100"/>
          </a:xfrm>
        </p:grpSpPr>
        <p:sp>
          <p:nvSpPr>
            <p:cNvPr id="9" name="object 9"/>
            <p:cNvSpPr/>
            <p:nvPr/>
          </p:nvSpPr>
          <p:spPr>
            <a:xfrm>
              <a:off x="4102100" y="4102099"/>
              <a:ext cx="2286000" cy="160020"/>
            </a:xfrm>
            <a:custGeom>
              <a:avLst/>
              <a:gdLst/>
              <a:ahLst/>
              <a:cxnLst/>
              <a:rect l="l" t="t" r="r" b="b"/>
              <a:pathLst>
                <a:path w="2286000" h="160020">
                  <a:moveTo>
                    <a:pt x="2171547" y="126834"/>
                  </a:moveTo>
                  <a:lnTo>
                    <a:pt x="2123033" y="98704"/>
                  </a:lnTo>
                  <a:lnTo>
                    <a:pt x="0" y="98704"/>
                  </a:lnTo>
                  <a:lnTo>
                    <a:pt x="0" y="155143"/>
                  </a:lnTo>
                  <a:lnTo>
                    <a:pt x="2122335" y="155143"/>
                  </a:lnTo>
                  <a:lnTo>
                    <a:pt x="2171547" y="126834"/>
                  </a:lnTo>
                  <a:close/>
                </a:path>
                <a:path w="2286000" h="160020">
                  <a:moveTo>
                    <a:pt x="2285492" y="126542"/>
                  </a:moveTo>
                  <a:lnTo>
                    <a:pt x="2071484" y="3873"/>
                  </a:lnTo>
                  <a:lnTo>
                    <a:pt x="2060702" y="0"/>
                  </a:lnTo>
                  <a:lnTo>
                    <a:pt x="2049780" y="584"/>
                  </a:lnTo>
                  <a:lnTo>
                    <a:pt x="2040001" y="5245"/>
                  </a:lnTo>
                  <a:lnTo>
                    <a:pt x="2032647" y="13652"/>
                  </a:lnTo>
                  <a:lnTo>
                    <a:pt x="2028723" y="24307"/>
                  </a:lnTo>
                  <a:lnTo>
                    <a:pt x="2029307" y="35102"/>
                  </a:lnTo>
                  <a:lnTo>
                    <a:pt x="2034032" y="44767"/>
                  </a:lnTo>
                  <a:lnTo>
                    <a:pt x="2042541" y="52044"/>
                  </a:lnTo>
                  <a:lnTo>
                    <a:pt x="2123033" y="98704"/>
                  </a:lnTo>
                  <a:lnTo>
                    <a:pt x="2228367" y="98704"/>
                  </a:lnTo>
                  <a:lnTo>
                    <a:pt x="2228367" y="159486"/>
                  </a:lnTo>
                  <a:lnTo>
                    <a:pt x="2285492" y="126542"/>
                  </a:lnTo>
                  <a:close/>
                </a:path>
              </a:pathLst>
            </a:custGeom>
            <a:solidFill>
              <a:srgbClr val="000000"/>
            </a:solidFill>
          </p:spPr>
          <p:txBody>
            <a:bodyPr wrap="square" lIns="0" tIns="0" rIns="0" bIns="0" rtlCol="0"/>
            <a:lstStyle/>
            <a:p>
              <a:endParaRPr/>
            </a:p>
          </p:txBody>
        </p:sp>
        <p:pic>
          <p:nvPicPr>
            <p:cNvPr id="10" name="object 10"/>
            <p:cNvPicPr/>
            <p:nvPr/>
          </p:nvPicPr>
          <p:blipFill>
            <a:blip r:embed="rId2" cstate="print"/>
            <a:stretch>
              <a:fillRect/>
            </a:stretch>
          </p:blipFill>
          <p:spPr>
            <a:xfrm>
              <a:off x="6130832" y="4200795"/>
              <a:ext cx="199641" cy="154703"/>
            </a:xfrm>
            <a:prstGeom prst="rect">
              <a:avLst/>
            </a:prstGeom>
          </p:spPr>
        </p:pic>
        <p:sp>
          <p:nvSpPr>
            <p:cNvPr id="11" name="object 11"/>
            <p:cNvSpPr/>
            <p:nvPr/>
          </p:nvSpPr>
          <p:spPr>
            <a:xfrm>
              <a:off x="6007100" y="4038599"/>
              <a:ext cx="419100" cy="419100"/>
            </a:xfrm>
            <a:custGeom>
              <a:avLst/>
              <a:gdLst/>
              <a:ahLst/>
              <a:cxnLst/>
              <a:rect l="l" t="t" r="r" b="b"/>
              <a:pathLst>
                <a:path w="419100" h="419100">
                  <a:moveTo>
                    <a:pt x="418846" y="208546"/>
                  </a:moveTo>
                  <a:lnTo>
                    <a:pt x="407974" y="145605"/>
                  </a:lnTo>
                  <a:lnTo>
                    <a:pt x="392925" y="109143"/>
                  </a:lnTo>
                  <a:lnTo>
                    <a:pt x="380619" y="93192"/>
                  </a:lnTo>
                  <a:lnTo>
                    <a:pt x="380619" y="210070"/>
                  </a:lnTo>
                  <a:lnTo>
                    <a:pt x="379857" y="218414"/>
                  </a:lnTo>
                  <a:lnTo>
                    <a:pt x="372211" y="259727"/>
                  </a:lnTo>
                  <a:lnTo>
                    <a:pt x="357530" y="295109"/>
                  </a:lnTo>
                  <a:lnTo>
                    <a:pt x="311543" y="347802"/>
                  </a:lnTo>
                  <a:lnTo>
                    <a:pt x="250850" y="376047"/>
                  </a:lnTo>
                  <a:lnTo>
                    <a:pt x="217779" y="380847"/>
                  </a:lnTo>
                  <a:lnTo>
                    <a:pt x="184378" y="379361"/>
                  </a:lnTo>
                  <a:lnTo>
                    <a:pt x="121081" y="357289"/>
                  </a:lnTo>
                  <a:lnTo>
                    <a:pt x="69888" y="309359"/>
                  </a:lnTo>
                  <a:lnTo>
                    <a:pt x="51625" y="275551"/>
                  </a:lnTo>
                  <a:lnTo>
                    <a:pt x="39738" y="235102"/>
                  </a:lnTo>
                  <a:lnTo>
                    <a:pt x="38214" y="217652"/>
                  </a:lnTo>
                  <a:lnTo>
                    <a:pt x="38214" y="200202"/>
                  </a:lnTo>
                  <a:lnTo>
                    <a:pt x="49263" y="149250"/>
                  </a:lnTo>
                  <a:lnTo>
                    <a:pt x="66433" y="114084"/>
                  </a:lnTo>
                  <a:lnTo>
                    <a:pt x="116700" y="63703"/>
                  </a:lnTo>
                  <a:lnTo>
                    <a:pt x="180340" y="39662"/>
                  </a:lnTo>
                  <a:lnTo>
                    <a:pt x="214223" y="37426"/>
                  </a:lnTo>
                  <a:lnTo>
                    <a:pt x="247916" y="41668"/>
                  </a:lnTo>
                  <a:lnTo>
                    <a:pt x="309981" y="69418"/>
                  </a:lnTo>
                  <a:lnTo>
                    <a:pt x="357111" y="122618"/>
                  </a:lnTo>
                  <a:lnTo>
                    <a:pt x="372122" y="158661"/>
                  </a:lnTo>
                  <a:lnTo>
                    <a:pt x="379857" y="200964"/>
                  </a:lnTo>
                  <a:lnTo>
                    <a:pt x="380619" y="210070"/>
                  </a:lnTo>
                  <a:lnTo>
                    <a:pt x="380619" y="93192"/>
                  </a:lnTo>
                  <a:lnTo>
                    <a:pt x="348780" y="51879"/>
                  </a:lnTo>
                  <a:lnTo>
                    <a:pt x="290957" y="15506"/>
                  </a:lnTo>
                  <a:lnTo>
                    <a:pt x="225564" y="0"/>
                  </a:lnTo>
                  <a:lnTo>
                    <a:pt x="191922" y="76"/>
                  </a:lnTo>
                  <a:lnTo>
                    <a:pt x="126580" y="15849"/>
                  </a:lnTo>
                  <a:lnTo>
                    <a:pt x="68872" y="52463"/>
                  </a:lnTo>
                  <a:lnTo>
                    <a:pt x="24904" y="109867"/>
                  </a:lnTo>
                  <a:lnTo>
                    <a:pt x="9969" y="146367"/>
                  </a:lnTo>
                  <a:lnTo>
                    <a:pt x="762" y="188074"/>
                  </a:lnTo>
                  <a:lnTo>
                    <a:pt x="0" y="198691"/>
                  </a:lnTo>
                  <a:lnTo>
                    <a:pt x="0" y="220687"/>
                  </a:lnTo>
                  <a:lnTo>
                    <a:pt x="14249" y="284010"/>
                  </a:lnTo>
                  <a:lnTo>
                    <a:pt x="31762" y="320243"/>
                  </a:lnTo>
                  <a:lnTo>
                    <a:pt x="80251" y="375488"/>
                  </a:lnTo>
                  <a:lnTo>
                    <a:pt x="141389" y="408165"/>
                  </a:lnTo>
                  <a:lnTo>
                    <a:pt x="208775" y="418820"/>
                  </a:lnTo>
                  <a:lnTo>
                    <a:pt x="242836" y="416064"/>
                  </a:lnTo>
                  <a:lnTo>
                    <a:pt x="307695" y="394690"/>
                  </a:lnTo>
                  <a:lnTo>
                    <a:pt x="362902" y="352628"/>
                  </a:lnTo>
                  <a:lnTo>
                    <a:pt x="380619" y="329552"/>
                  </a:lnTo>
                  <a:lnTo>
                    <a:pt x="384886" y="324002"/>
                  </a:lnTo>
                  <a:lnTo>
                    <a:pt x="402069" y="290398"/>
                  </a:lnTo>
                  <a:lnTo>
                    <a:pt x="413651" y="251891"/>
                  </a:lnTo>
                  <a:lnTo>
                    <a:pt x="418846" y="208546"/>
                  </a:lnTo>
                  <a:close/>
                </a:path>
              </a:pathLst>
            </a:custGeom>
            <a:solidFill>
              <a:srgbClr val="C00000"/>
            </a:solidFill>
          </p:spPr>
          <p:txBody>
            <a:bodyPr wrap="square" lIns="0" tIns="0" rIns="0" bIns="0" rtlCol="0"/>
            <a:lstStyle/>
            <a:p>
              <a:endParaRPr/>
            </a:p>
          </p:txBody>
        </p:sp>
      </p:grpSp>
      <p:sp>
        <p:nvSpPr>
          <p:cNvPr id="12" name="object 12"/>
          <p:cNvSpPr txBox="1"/>
          <p:nvPr/>
        </p:nvSpPr>
        <p:spPr>
          <a:xfrm>
            <a:off x="4747060" y="4352326"/>
            <a:ext cx="958215" cy="269240"/>
          </a:xfrm>
          <a:prstGeom prst="rect">
            <a:avLst/>
          </a:prstGeom>
        </p:spPr>
        <p:txBody>
          <a:bodyPr vert="horz" wrap="square" lIns="0" tIns="12700" rIns="0" bIns="0" rtlCol="0">
            <a:spAutoFit/>
          </a:bodyPr>
          <a:lstStyle/>
          <a:p>
            <a:pPr marL="12700">
              <a:lnSpc>
                <a:spcPct val="100000"/>
              </a:lnSpc>
              <a:spcBef>
                <a:spcPts val="100"/>
              </a:spcBef>
            </a:pPr>
            <a:r>
              <a:rPr sz="1600" spc="-30" dirty="0">
                <a:latin typeface="Calibri"/>
                <a:cs typeface="Calibri"/>
              </a:rPr>
              <a:t>A</a:t>
            </a:r>
            <a:r>
              <a:rPr sz="1600" spc="-25" dirty="0">
                <a:latin typeface="Calibri"/>
                <a:cs typeface="Calibri"/>
              </a:rPr>
              <a:t>ss</a:t>
            </a:r>
            <a:r>
              <a:rPr sz="1600" spc="-45" dirty="0">
                <a:latin typeface="Calibri"/>
                <a:cs typeface="Calibri"/>
              </a:rPr>
              <a:t>o</a:t>
            </a:r>
            <a:r>
              <a:rPr sz="1600" spc="20" dirty="0">
                <a:latin typeface="Calibri"/>
                <a:cs typeface="Calibri"/>
              </a:rPr>
              <a:t>c</a:t>
            </a:r>
            <a:r>
              <a:rPr sz="1600" spc="30" dirty="0">
                <a:latin typeface="Calibri"/>
                <a:cs typeface="Calibri"/>
              </a:rPr>
              <a:t>ia</a:t>
            </a:r>
            <a:r>
              <a:rPr sz="1600" spc="-40" dirty="0">
                <a:latin typeface="Calibri"/>
                <a:cs typeface="Calibri"/>
              </a:rPr>
              <a:t>t</a:t>
            </a:r>
            <a:r>
              <a:rPr sz="1600" spc="30" dirty="0">
                <a:latin typeface="Calibri"/>
                <a:cs typeface="Calibri"/>
              </a:rPr>
              <a:t>i</a:t>
            </a:r>
            <a:r>
              <a:rPr sz="1600" spc="-45" dirty="0">
                <a:latin typeface="Calibri"/>
                <a:cs typeface="Calibri"/>
              </a:rPr>
              <a:t>o</a:t>
            </a:r>
            <a:r>
              <a:rPr sz="1600" dirty="0">
                <a:latin typeface="Calibri"/>
                <a:cs typeface="Calibri"/>
              </a:rPr>
              <a:t>n</a:t>
            </a:r>
            <a:endParaRPr sz="1600">
              <a:latin typeface="Calibri"/>
              <a:cs typeface="Calibri"/>
            </a:endParaRPr>
          </a:p>
        </p:txBody>
      </p:sp>
      <p:grpSp>
        <p:nvGrpSpPr>
          <p:cNvPr id="13" name="object 13"/>
          <p:cNvGrpSpPr/>
          <p:nvPr/>
        </p:nvGrpSpPr>
        <p:grpSpPr>
          <a:xfrm>
            <a:off x="6680200" y="3759200"/>
            <a:ext cx="2159000" cy="1092200"/>
            <a:chOff x="6680200" y="3759200"/>
            <a:chExt cx="2159000" cy="1092200"/>
          </a:xfrm>
        </p:grpSpPr>
        <p:sp>
          <p:nvSpPr>
            <p:cNvPr id="14" name="object 14"/>
            <p:cNvSpPr/>
            <p:nvPr/>
          </p:nvSpPr>
          <p:spPr>
            <a:xfrm>
              <a:off x="6692900" y="3771900"/>
              <a:ext cx="2133600" cy="1066800"/>
            </a:xfrm>
            <a:custGeom>
              <a:avLst/>
              <a:gdLst/>
              <a:ahLst/>
              <a:cxnLst/>
              <a:rect l="l" t="t" r="r" b="b"/>
              <a:pathLst>
                <a:path w="2133600" h="1066800">
                  <a:moveTo>
                    <a:pt x="1066800" y="0"/>
                  </a:moveTo>
                  <a:lnTo>
                    <a:pt x="1004131" y="906"/>
                  </a:lnTo>
                  <a:lnTo>
                    <a:pt x="942416" y="3595"/>
                  </a:lnTo>
                  <a:lnTo>
                    <a:pt x="881752" y="8013"/>
                  </a:lnTo>
                  <a:lnTo>
                    <a:pt x="822239" y="14110"/>
                  </a:lnTo>
                  <a:lnTo>
                    <a:pt x="763979" y="21838"/>
                  </a:lnTo>
                  <a:lnTo>
                    <a:pt x="707072" y="31145"/>
                  </a:lnTo>
                  <a:lnTo>
                    <a:pt x="651616" y="41981"/>
                  </a:lnTo>
                  <a:lnTo>
                    <a:pt x="597714" y="54295"/>
                  </a:lnTo>
                  <a:lnTo>
                    <a:pt x="545465" y="68036"/>
                  </a:lnTo>
                  <a:lnTo>
                    <a:pt x="494968" y="83155"/>
                  </a:lnTo>
                  <a:lnTo>
                    <a:pt x="446323" y="99602"/>
                  </a:lnTo>
                  <a:lnTo>
                    <a:pt x="399633" y="117325"/>
                  </a:lnTo>
                  <a:lnTo>
                    <a:pt x="354998" y="136274"/>
                  </a:lnTo>
                  <a:lnTo>
                    <a:pt x="312515" y="156400"/>
                  </a:lnTo>
                  <a:lnTo>
                    <a:pt x="272285" y="177651"/>
                  </a:lnTo>
                  <a:lnTo>
                    <a:pt x="234411" y="199976"/>
                  </a:lnTo>
                  <a:lnTo>
                    <a:pt x="198991" y="223326"/>
                  </a:lnTo>
                  <a:lnTo>
                    <a:pt x="166124" y="247652"/>
                  </a:lnTo>
                  <a:lnTo>
                    <a:pt x="135912" y="272901"/>
                  </a:lnTo>
                  <a:lnTo>
                    <a:pt x="83855" y="325969"/>
                  </a:lnTo>
                  <a:lnTo>
                    <a:pt x="43618" y="382126"/>
                  </a:lnTo>
                  <a:lnTo>
                    <a:pt x="16003" y="440973"/>
                  </a:lnTo>
                  <a:lnTo>
                    <a:pt x="1811" y="502104"/>
                  </a:lnTo>
                  <a:lnTo>
                    <a:pt x="0" y="533400"/>
                  </a:lnTo>
                  <a:lnTo>
                    <a:pt x="1811" y="564771"/>
                  </a:lnTo>
                  <a:lnTo>
                    <a:pt x="16003" y="626021"/>
                  </a:lnTo>
                  <a:lnTo>
                    <a:pt x="43618" y="684946"/>
                  </a:lnTo>
                  <a:lnTo>
                    <a:pt x="83855" y="741151"/>
                  </a:lnTo>
                  <a:lnTo>
                    <a:pt x="135912" y="794236"/>
                  </a:lnTo>
                  <a:lnTo>
                    <a:pt x="166124" y="819484"/>
                  </a:lnTo>
                  <a:lnTo>
                    <a:pt x="198991" y="843803"/>
                  </a:lnTo>
                  <a:lnTo>
                    <a:pt x="234411" y="867142"/>
                  </a:lnTo>
                  <a:lnTo>
                    <a:pt x="272285" y="889453"/>
                  </a:lnTo>
                  <a:lnTo>
                    <a:pt x="312515" y="910685"/>
                  </a:lnTo>
                  <a:lnTo>
                    <a:pt x="354998" y="930788"/>
                  </a:lnTo>
                  <a:lnTo>
                    <a:pt x="399633" y="949713"/>
                  </a:lnTo>
                  <a:lnTo>
                    <a:pt x="446323" y="967411"/>
                  </a:lnTo>
                  <a:lnTo>
                    <a:pt x="494968" y="983830"/>
                  </a:lnTo>
                  <a:lnTo>
                    <a:pt x="545465" y="998922"/>
                  </a:lnTo>
                  <a:lnTo>
                    <a:pt x="597714" y="1012638"/>
                  </a:lnTo>
                  <a:lnTo>
                    <a:pt x="651616" y="1024925"/>
                  </a:lnTo>
                  <a:lnTo>
                    <a:pt x="707072" y="1035735"/>
                  </a:lnTo>
                  <a:lnTo>
                    <a:pt x="763979" y="1045019"/>
                  </a:lnTo>
                  <a:lnTo>
                    <a:pt x="822239" y="1052728"/>
                  </a:lnTo>
                  <a:lnTo>
                    <a:pt x="881752" y="1058810"/>
                  </a:lnTo>
                  <a:lnTo>
                    <a:pt x="942416" y="1063214"/>
                  </a:lnTo>
                  <a:lnTo>
                    <a:pt x="1004131" y="1065894"/>
                  </a:lnTo>
                  <a:lnTo>
                    <a:pt x="1066800" y="1066800"/>
                  </a:lnTo>
                  <a:lnTo>
                    <a:pt x="1129543" y="1065894"/>
                  </a:lnTo>
                  <a:lnTo>
                    <a:pt x="1191324" y="1063214"/>
                  </a:lnTo>
                  <a:lnTo>
                    <a:pt x="1252042" y="1058810"/>
                  </a:lnTo>
                  <a:lnTo>
                    <a:pt x="1311598" y="1052728"/>
                  </a:lnTo>
                  <a:lnTo>
                    <a:pt x="1369894" y="1045019"/>
                  </a:lnTo>
                  <a:lnTo>
                    <a:pt x="1426829" y="1035735"/>
                  </a:lnTo>
                  <a:lnTo>
                    <a:pt x="1482304" y="1024925"/>
                  </a:lnTo>
                  <a:lnTo>
                    <a:pt x="1536217" y="1012638"/>
                  </a:lnTo>
                  <a:lnTo>
                    <a:pt x="1588472" y="998922"/>
                  </a:lnTo>
                  <a:lnTo>
                    <a:pt x="1638969" y="983830"/>
                  </a:lnTo>
                  <a:lnTo>
                    <a:pt x="1687606" y="967411"/>
                  </a:lnTo>
                  <a:lnTo>
                    <a:pt x="1734285" y="949713"/>
                  </a:lnTo>
                  <a:lnTo>
                    <a:pt x="1778906" y="930788"/>
                  </a:lnTo>
                  <a:lnTo>
                    <a:pt x="1821370" y="910685"/>
                  </a:lnTo>
                  <a:lnTo>
                    <a:pt x="1861577" y="889453"/>
                  </a:lnTo>
                  <a:lnTo>
                    <a:pt x="1899428" y="867142"/>
                  </a:lnTo>
                  <a:lnTo>
                    <a:pt x="1934823" y="843803"/>
                  </a:lnTo>
                  <a:lnTo>
                    <a:pt x="1967661" y="819484"/>
                  </a:lnTo>
                  <a:lnTo>
                    <a:pt x="1997845" y="794236"/>
                  </a:lnTo>
                  <a:lnTo>
                    <a:pt x="2049851" y="741151"/>
                  </a:lnTo>
                  <a:lnTo>
                    <a:pt x="2090040" y="684946"/>
                  </a:lnTo>
                  <a:lnTo>
                    <a:pt x="2117620" y="626021"/>
                  </a:lnTo>
                  <a:lnTo>
                    <a:pt x="2131790" y="564771"/>
                  </a:lnTo>
                  <a:lnTo>
                    <a:pt x="2133600" y="533398"/>
                  </a:lnTo>
                  <a:lnTo>
                    <a:pt x="2126430" y="471277"/>
                  </a:lnTo>
                  <a:lnTo>
                    <a:pt x="2105456" y="411239"/>
                  </a:lnTo>
                  <a:lnTo>
                    <a:pt x="2071472" y="353687"/>
                  </a:lnTo>
                  <a:lnTo>
                    <a:pt x="2025276" y="299022"/>
                  </a:lnTo>
                  <a:lnTo>
                    <a:pt x="1967661" y="247652"/>
                  </a:lnTo>
                  <a:lnTo>
                    <a:pt x="1934823" y="223326"/>
                  </a:lnTo>
                  <a:lnTo>
                    <a:pt x="1899428" y="199976"/>
                  </a:lnTo>
                  <a:lnTo>
                    <a:pt x="1861577" y="177651"/>
                  </a:lnTo>
                  <a:lnTo>
                    <a:pt x="1821370" y="156400"/>
                  </a:lnTo>
                  <a:lnTo>
                    <a:pt x="1778906" y="136274"/>
                  </a:lnTo>
                  <a:lnTo>
                    <a:pt x="1734285" y="117325"/>
                  </a:lnTo>
                  <a:lnTo>
                    <a:pt x="1687606" y="99602"/>
                  </a:lnTo>
                  <a:lnTo>
                    <a:pt x="1638969" y="83155"/>
                  </a:lnTo>
                  <a:lnTo>
                    <a:pt x="1588472" y="68036"/>
                  </a:lnTo>
                  <a:lnTo>
                    <a:pt x="1536217" y="54295"/>
                  </a:lnTo>
                  <a:lnTo>
                    <a:pt x="1482304" y="41981"/>
                  </a:lnTo>
                  <a:lnTo>
                    <a:pt x="1426829" y="31145"/>
                  </a:lnTo>
                  <a:lnTo>
                    <a:pt x="1369894" y="21838"/>
                  </a:lnTo>
                  <a:lnTo>
                    <a:pt x="1311598" y="14110"/>
                  </a:lnTo>
                  <a:lnTo>
                    <a:pt x="1252042" y="8013"/>
                  </a:lnTo>
                  <a:lnTo>
                    <a:pt x="1191324" y="3595"/>
                  </a:lnTo>
                  <a:lnTo>
                    <a:pt x="1129543" y="906"/>
                  </a:lnTo>
                  <a:lnTo>
                    <a:pt x="1066800" y="0"/>
                  </a:lnTo>
                  <a:close/>
                </a:path>
              </a:pathLst>
            </a:custGeom>
            <a:solidFill>
              <a:srgbClr val="FFFFCC"/>
            </a:solidFill>
          </p:spPr>
          <p:txBody>
            <a:bodyPr wrap="square" lIns="0" tIns="0" rIns="0" bIns="0" rtlCol="0"/>
            <a:lstStyle/>
            <a:p>
              <a:endParaRPr/>
            </a:p>
          </p:txBody>
        </p:sp>
        <p:sp>
          <p:nvSpPr>
            <p:cNvPr id="15" name="object 15"/>
            <p:cNvSpPr/>
            <p:nvPr/>
          </p:nvSpPr>
          <p:spPr>
            <a:xfrm>
              <a:off x="6680200" y="3759199"/>
              <a:ext cx="2159000" cy="1092200"/>
            </a:xfrm>
            <a:custGeom>
              <a:avLst/>
              <a:gdLst/>
              <a:ahLst/>
              <a:cxnLst/>
              <a:rect l="l" t="t" r="r" b="b"/>
              <a:pathLst>
                <a:path w="2159000" h="1092200">
                  <a:moveTo>
                    <a:pt x="2158746" y="544512"/>
                  </a:moveTo>
                  <a:lnTo>
                    <a:pt x="2152650" y="488162"/>
                  </a:lnTo>
                  <a:lnTo>
                    <a:pt x="2133600" y="431901"/>
                  </a:lnTo>
                  <a:lnTo>
                    <a:pt x="2133600" y="546036"/>
                  </a:lnTo>
                  <a:lnTo>
                    <a:pt x="2132076" y="571931"/>
                  </a:lnTo>
                  <a:lnTo>
                    <a:pt x="2115528" y="638340"/>
                  </a:lnTo>
                  <a:lnTo>
                    <a:pt x="2098040" y="676732"/>
                  </a:lnTo>
                  <a:lnTo>
                    <a:pt x="2076119" y="713016"/>
                  </a:lnTo>
                  <a:lnTo>
                    <a:pt x="2050110" y="747242"/>
                  </a:lnTo>
                  <a:lnTo>
                    <a:pt x="2020354" y="779462"/>
                  </a:lnTo>
                  <a:lnTo>
                    <a:pt x="1987181" y="809701"/>
                  </a:lnTo>
                  <a:lnTo>
                    <a:pt x="1950923" y="838009"/>
                  </a:lnTo>
                  <a:lnTo>
                    <a:pt x="1911908" y="864425"/>
                  </a:lnTo>
                  <a:lnTo>
                    <a:pt x="1870494" y="888987"/>
                  </a:lnTo>
                  <a:lnTo>
                    <a:pt x="1826996" y="911745"/>
                  </a:lnTo>
                  <a:lnTo>
                    <a:pt x="1781759" y="932738"/>
                  </a:lnTo>
                  <a:lnTo>
                    <a:pt x="1735124" y="951992"/>
                  </a:lnTo>
                  <a:lnTo>
                    <a:pt x="1687410" y="969568"/>
                  </a:lnTo>
                  <a:lnTo>
                    <a:pt x="1638960" y="985494"/>
                  </a:lnTo>
                  <a:lnTo>
                    <a:pt x="1590116" y="999807"/>
                  </a:lnTo>
                  <a:lnTo>
                    <a:pt x="1541221" y="1012558"/>
                  </a:lnTo>
                  <a:lnTo>
                    <a:pt x="1492351" y="1023835"/>
                  </a:lnTo>
                  <a:lnTo>
                    <a:pt x="1444307" y="1033576"/>
                  </a:lnTo>
                  <a:lnTo>
                    <a:pt x="1397114" y="1041895"/>
                  </a:lnTo>
                  <a:lnTo>
                    <a:pt x="1351254" y="1048791"/>
                  </a:lnTo>
                  <a:lnTo>
                    <a:pt x="1307058" y="1054315"/>
                  </a:lnTo>
                  <a:lnTo>
                    <a:pt x="1264881" y="1058519"/>
                  </a:lnTo>
                  <a:lnTo>
                    <a:pt x="1225067" y="1061453"/>
                  </a:lnTo>
                  <a:lnTo>
                    <a:pt x="1133856" y="1065428"/>
                  </a:lnTo>
                  <a:lnTo>
                    <a:pt x="1079754" y="1066177"/>
                  </a:lnTo>
                  <a:lnTo>
                    <a:pt x="1040587" y="1066304"/>
                  </a:lnTo>
                  <a:lnTo>
                    <a:pt x="999845" y="1065339"/>
                  </a:lnTo>
                  <a:lnTo>
                    <a:pt x="956602" y="1063218"/>
                  </a:lnTo>
                  <a:lnTo>
                    <a:pt x="912469" y="1060005"/>
                  </a:lnTo>
                  <a:lnTo>
                    <a:pt x="866355" y="1055560"/>
                  </a:lnTo>
                  <a:lnTo>
                    <a:pt x="819010" y="1049858"/>
                  </a:lnTo>
                  <a:lnTo>
                    <a:pt x="770686" y="1042873"/>
                  </a:lnTo>
                  <a:lnTo>
                    <a:pt x="721677" y="1034554"/>
                  </a:lnTo>
                  <a:lnTo>
                    <a:pt x="672223" y="1024851"/>
                  </a:lnTo>
                  <a:lnTo>
                    <a:pt x="622630" y="1013739"/>
                  </a:lnTo>
                  <a:lnTo>
                    <a:pt x="573151" y="1001153"/>
                  </a:lnTo>
                  <a:lnTo>
                    <a:pt x="524065" y="987069"/>
                  </a:lnTo>
                  <a:lnTo>
                    <a:pt x="475640" y="971423"/>
                  </a:lnTo>
                  <a:lnTo>
                    <a:pt x="428167" y="954201"/>
                  </a:lnTo>
                  <a:lnTo>
                    <a:pt x="381889" y="935342"/>
                  </a:lnTo>
                  <a:lnTo>
                    <a:pt x="337096" y="914793"/>
                  </a:lnTo>
                  <a:lnTo>
                    <a:pt x="294068" y="892530"/>
                  </a:lnTo>
                  <a:lnTo>
                    <a:pt x="253060" y="868514"/>
                  </a:lnTo>
                  <a:lnTo>
                    <a:pt x="214350" y="842670"/>
                  </a:lnTo>
                  <a:lnTo>
                    <a:pt x="178219" y="814997"/>
                  </a:lnTo>
                  <a:lnTo>
                    <a:pt x="144932" y="785418"/>
                  </a:lnTo>
                  <a:lnTo>
                    <a:pt x="114769" y="753910"/>
                  </a:lnTo>
                  <a:lnTo>
                    <a:pt x="87998" y="720420"/>
                  </a:lnTo>
                  <a:lnTo>
                    <a:pt x="64884" y="684911"/>
                  </a:lnTo>
                  <a:lnTo>
                    <a:pt x="45720" y="647331"/>
                  </a:lnTo>
                  <a:lnTo>
                    <a:pt x="30480" y="597065"/>
                  </a:lnTo>
                  <a:lnTo>
                    <a:pt x="25146" y="544512"/>
                  </a:lnTo>
                  <a:lnTo>
                    <a:pt x="26670" y="518629"/>
                  </a:lnTo>
                  <a:lnTo>
                    <a:pt x="37325" y="467601"/>
                  </a:lnTo>
                  <a:lnTo>
                    <a:pt x="53949" y="427748"/>
                  </a:lnTo>
                  <a:lnTo>
                    <a:pt x="75006" y="390093"/>
                  </a:lnTo>
                  <a:lnTo>
                    <a:pt x="100203" y="354571"/>
                  </a:lnTo>
                  <a:lnTo>
                    <a:pt x="129235" y="321157"/>
                  </a:lnTo>
                  <a:lnTo>
                    <a:pt x="161785" y="289801"/>
                  </a:lnTo>
                  <a:lnTo>
                    <a:pt x="197548" y="260438"/>
                  </a:lnTo>
                  <a:lnTo>
                    <a:pt x="236220" y="233057"/>
                  </a:lnTo>
                  <a:lnTo>
                    <a:pt x="277495" y="207594"/>
                  </a:lnTo>
                  <a:lnTo>
                    <a:pt x="321068" y="183997"/>
                  </a:lnTo>
                  <a:lnTo>
                    <a:pt x="366649" y="162229"/>
                  </a:lnTo>
                  <a:lnTo>
                    <a:pt x="413867" y="142265"/>
                  </a:lnTo>
                  <a:lnTo>
                    <a:pt x="462483" y="124040"/>
                  </a:lnTo>
                  <a:lnTo>
                    <a:pt x="512152" y="107505"/>
                  </a:lnTo>
                  <a:lnTo>
                    <a:pt x="562597" y="92621"/>
                  </a:lnTo>
                  <a:lnTo>
                    <a:pt x="613486" y="79336"/>
                  </a:lnTo>
                  <a:lnTo>
                    <a:pt x="664527" y="67627"/>
                  </a:lnTo>
                  <a:lnTo>
                    <a:pt x="715594" y="57391"/>
                  </a:lnTo>
                  <a:lnTo>
                    <a:pt x="765810" y="48704"/>
                  </a:lnTo>
                  <a:lnTo>
                    <a:pt x="815441" y="41414"/>
                  </a:lnTo>
                  <a:lnTo>
                    <a:pt x="863981" y="35496"/>
                  </a:lnTo>
                  <a:lnTo>
                    <a:pt x="911148" y="30924"/>
                  </a:lnTo>
                  <a:lnTo>
                    <a:pt x="957046" y="27635"/>
                  </a:lnTo>
                  <a:lnTo>
                    <a:pt x="1000061" y="25628"/>
                  </a:lnTo>
                  <a:lnTo>
                    <a:pt x="1040587" y="24815"/>
                  </a:lnTo>
                  <a:lnTo>
                    <a:pt x="1079754" y="25133"/>
                  </a:lnTo>
                  <a:lnTo>
                    <a:pt x="1134618" y="25920"/>
                  </a:lnTo>
                  <a:lnTo>
                    <a:pt x="1187958" y="27419"/>
                  </a:lnTo>
                  <a:lnTo>
                    <a:pt x="1265237" y="32156"/>
                  </a:lnTo>
                  <a:lnTo>
                    <a:pt x="1307477" y="36436"/>
                  </a:lnTo>
                  <a:lnTo>
                    <a:pt x="1351673" y="42049"/>
                  </a:lnTo>
                  <a:lnTo>
                    <a:pt x="1397469" y="49022"/>
                  </a:lnTo>
                  <a:lnTo>
                    <a:pt x="1444548" y="57378"/>
                  </a:lnTo>
                  <a:lnTo>
                    <a:pt x="1492580" y="67183"/>
                  </a:lnTo>
                  <a:lnTo>
                    <a:pt x="1541665" y="78562"/>
                  </a:lnTo>
                  <a:lnTo>
                    <a:pt x="1590421" y="91313"/>
                  </a:lnTo>
                  <a:lnTo>
                    <a:pt x="1639481" y="105727"/>
                  </a:lnTo>
                  <a:lnTo>
                    <a:pt x="1688160" y="121742"/>
                  </a:lnTo>
                  <a:lnTo>
                    <a:pt x="1736090" y="139407"/>
                  </a:lnTo>
                  <a:lnTo>
                    <a:pt x="1782940" y="158762"/>
                  </a:lnTo>
                  <a:lnTo>
                    <a:pt x="1828355" y="179844"/>
                  </a:lnTo>
                  <a:lnTo>
                    <a:pt x="1872005" y="202692"/>
                  </a:lnTo>
                  <a:lnTo>
                    <a:pt x="1913534" y="227330"/>
                  </a:lnTo>
                  <a:lnTo>
                    <a:pt x="1952599" y="253834"/>
                  </a:lnTo>
                  <a:lnTo>
                    <a:pt x="1988870" y="282206"/>
                  </a:lnTo>
                  <a:lnTo>
                    <a:pt x="2021979" y="312508"/>
                  </a:lnTo>
                  <a:lnTo>
                    <a:pt x="2051608" y="344766"/>
                  </a:lnTo>
                  <a:lnTo>
                    <a:pt x="2077389" y="379044"/>
                  </a:lnTo>
                  <a:lnTo>
                    <a:pt x="2098992" y="415353"/>
                  </a:lnTo>
                  <a:lnTo>
                    <a:pt x="2116061" y="453745"/>
                  </a:lnTo>
                  <a:lnTo>
                    <a:pt x="2128266" y="494258"/>
                  </a:lnTo>
                  <a:lnTo>
                    <a:pt x="2133600" y="546036"/>
                  </a:lnTo>
                  <a:lnTo>
                    <a:pt x="2133600" y="431901"/>
                  </a:lnTo>
                  <a:lnTo>
                    <a:pt x="2109292" y="382498"/>
                  </a:lnTo>
                  <a:lnTo>
                    <a:pt x="2084997" y="346875"/>
                  </a:lnTo>
                  <a:lnTo>
                    <a:pt x="2057069" y="313283"/>
                  </a:lnTo>
                  <a:lnTo>
                    <a:pt x="2025777" y="281660"/>
                  </a:lnTo>
                  <a:lnTo>
                    <a:pt x="1991423" y="251993"/>
                  </a:lnTo>
                  <a:lnTo>
                    <a:pt x="1954276" y="224205"/>
                  </a:lnTo>
                  <a:lnTo>
                    <a:pt x="1914626" y="198285"/>
                  </a:lnTo>
                  <a:lnTo>
                    <a:pt x="1872767" y="174167"/>
                  </a:lnTo>
                  <a:lnTo>
                    <a:pt x="1828965" y="151815"/>
                  </a:lnTo>
                  <a:lnTo>
                    <a:pt x="1783524" y="131191"/>
                  </a:lnTo>
                  <a:lnTo>
                    <a:pt x="1736737" y="112255"/>
                  </a:lnTo>
                  <a:lnTo>
                    <a:pt x="1688858" y="94970"/>
                  </a:lnTo>
                  <a:lnTo>
                    <a:pt x="1640205" y="79273"/>
                  </a:lnTo>
                  <a:lnTo>
                    <a:pt x="1591043" y="65125"/>
                  </a:lnTo>
                  <a:lnTo>
                    <a:pt x="1541221" y="52400"/>
                  </a:lnTo>
                  <a:lnTo>
                    <a:pt x="1492351" y="41351"/>
                  </a:lnTo>
                  <a:lnTo>
                    <a:pt x="1443393" y="31623"/>
                  </a:lnTo>
                  <a:lnTo>
                    <a:pt x="1395082" y="23291"/>
                  </a:lnTo>
                  <a:lnTo>
                    <a:pt x="1347685" y="16294"/>
                  </a:lnTo>
                  <a:lnTo>
                    <a:pt x="1301508" y="10604"/>
                  </a:lnTo>
                  <a:lnTo>
                    <a:pt x="1256830" y="6172"/>
                  </a:lnTo>
                  <a:lnTo>
                    <a:pt x="1213929" y="2959"/>
                  </a:lnTo>
                  <a:lnTo>
                    <a:pt x="1173086" y="914"/>
                  </a:lnTo>
                  <a:lnTo>
                    <a:pt x="1134618" y="0"/>
                  </a:lnTo>
                  <a:lnTo>
                    <a:pt x="1024128" y="0"/>
                  </a:lnTo>
                  <a:lnTo>
                    <a:pt x="985469" y="927"/>
                  </a:lnTo>
                  <a:lnTo>
                    <a:pt x="944473" y="2984"/>
                  </a:lnTo>
                  <a:lnTo>
                    <a:pt x="901446" y="6210"/>
                  </a:lnTo>
                  <a:lnTo>
                    <a:pt x="856653" y="10655"/>
                  </a:lnTo>
                  <a:lnTo>
                    <a:pt x="810399" y="16357"/>
                  </a:lnTo>
                  <a:lnTo>
                    <a:pt x="762939" y="23355"/>
                  </a:lnTo>
                  <a:lnTo>
                    <a:pt x="714565" y="31699"/>
                  </a:lnTo>
                  <a:lnTo>
                    <a:pt x="665581" y="41427"/>
                  </a:lnTo>
                  <a:lnTo>
                    <a:pt x="616242" y="52590"/>
                  </a:lnTo>
                  <a:lnTo>
                    <a:pt x="566851" y="65239"/>
                  </a:lnTo>
                  <a:lnTo>
                    <a:pt x="517690" y="79400"/>
                  </a:lnTo>
                  <a:lnTo>
                    <a:pt x="469036" y="95110"/>
                  </a:lnTo>
                  <a:lnTo>
                    <a:pt x="421182" y="112445"/>
                  </a:lnTo>
                  <a:lnTo>
                    <a:pt x="374396" y="131419"/>
                  </a:lnTo>
                  <a:lnTo>
                    <a:pt x="328980" y="152095"/>
                  </a:lnTo>
                  <a:lnTo>
                    <a:pt x="285216" y="174498"/>
                  </a:lnTo>
                  <a:lnTo>
                    <a:pt x="243370" y="198691"/>
                  </a:lnTo>
                  <a:lnTo>
                    <a:pt x="203746" y="224701"/>
                  </a:lnTo>
                  <a:lnTo>
                    <a:pt x="166611" y="252577"/>
                  </a:lnTo>
                  <a:lnTo>
                    <a:pt x="132270" y="282371"/>
                  </a:lnTo>
                  <a:lnTo>
                    <a:pt x="100990" y="314109"/>
                  </a:lnTo>
                  <a:lnTo>
                    <a:pt x="73050" y="347853"/>
                  </a:lnTo>
                  <a:lnTo>
                    <a:pt x="48755" y="383641"/>
                  </a:lnTo>
                  <a:lnTo>
                    <a:pt x="28371" y="421513"/>
                  </a:lnTo>
                  <a:lnTo>
                    <a:pt x="12179" y="461505"/>
                  </a:lnTo>
                  <a:lnTo>
                    <a:pt x="1511" y="517105"/>
                  </a:lnTo>
                  <a:lnTo>
                    <a:pt x="0" y="546036"/>
                  </a:lnTo>
                  <a:lnTo>
                    <a:pt x="1524" y="574979"/>
                  </a:lnTo>
                  <a:lnTo>
                    <a:pt x="12954" y="630567"/>
                  </a:lnTo>
                  <a:lnTo>
                    <a:pt x="42862" y="696963"/>
                  </a:lnTo>
                  <a:lnTo>
                    <a:pt x="66751" y="733806"/>
                  </a:lnTo>
                  <a:lnTo>
                    <a:pt x="94259" y="768527"/>
                  </a:lnTo>
                  <a:lnTo>
                    <a:pt x="125145" y="801204"/>
                  </a:lnTo>
                  <a:lnTo>
                    <a:pt x="159131" y="831862"/>
                  </a:lnTo>
                  <a:lnTo>
                    <a:pt x="195961" y="860552"/>
                  </a:lnTo>
                  <a:lnTo>
                    <a:pt x="235381" y="887323"/>
                  </a:lnTo>
                  <a:lnTo>
                    <a:pt x="277152" y="912215"/>
                  </a:lnTo>
                  <a:lnTo>
                    <a:pt x="321068" y="935304"/>
                  </a:lnTo>
                  <a:lnTo>
                    <a:pt x="366649" y="956538"/>
                  </a:lnTo>
                  <a:lnTo>
                    <a:pt x="413867" y="976071"/>
                  </a:lnTo>
                  <a:lnTo>
                    <a:pt x="462483" y="993927"/>
                  </a:lnTo>
                  <a:lnTo>
                    <a:pt x="512152" y="1010132"/>
                  </a:lnTo>
                  <a:lnTo>
                    <a:pt x="562597" y="1024724"/>
                  </a:lnTo>
                  <a:lnTo>
                    <a:pt x="613486" y="1037717"/>
                  </a:lnTo>
                  <a:lnTo>
                    <a:pt x="664527" y="1049185"/>
                  </a:lnTo>
                  <a:lnTo>
                    <a:pt x="715594" y="1059180"/>
                  </a:lnTo>
                  <a:lnTo>
                    <a:pt x="766546" y="1067777"/>
                  </a:lnTo>
                  <a:lnTo>
                    <a:pt x="817003" y="1074978"/>
                  </a:lnTo>
                  <a:lnTo>
                    <a:pt x="866698" y="1080858"/>
                  </a:lnTo>
                  <a:lnTo>
                    <a:pt x="915377" y="1085443"/>
                  </a:lnTo>
                  <a:lnTo>
                    <a:pt x="962799" y="1088783"/>
                  </a:lnTo>
                  <a:lnTo>
                    <a:pt x="1008684" y="1090917"/>
                  </a:lnTo>
                  <a:lnTo>
                    <a:pt x="1052791" y="1091895"/>
                  </a:lnTo>
                  <a:lnTo>
                    <a:pt x="1094854" y="1091755"/>
                  </a:lnTo>
                  <a:lnTo>
                    <a:pt x="1134618" y="1090549"/>
                  </a:lnTo>
                  <a:lnTo>
                    <a:pt x="1189482" y="1088275"/>
                  </a:lnTo>
                  <a:lnTo>
                    <a:pt x="1242822" y="1085227"/>
                  </a:lnTo>
                  <a:lnTo>
                    <a:pt x="1320609" y="1078623"/>
                  </a:lnTo>
                  <a:lnTo>
                    <a:pt x="1363179" y="1073226"/>
                  </a:lnTo>
                  <a:lnTo>
                    <a:pt x="1407731" y="1066393"/>
                  </a:lnTo>
                  <a:lnTo>
                    <a:pt x="1453896" y="1058100"/>
                  </a:lnTo>
                  <a:lnTo>
                    <a:pt x="1501305" y="1048283"/>
                  </a:lnTo>
                  <a:lnTo>
                    <a:pt x="1549603" y="1036929"/>
                  </a:lnTo>
                  <a:lnTo>
                    <a:pt x="1598434" y="1023988"/>
                  </a:lnTo>
                  <a:lnTo>
                    <a:pt x="1647444" y="1009434"/>
                  </a:lnTo>
                  <a:lnTo>
                    <a:pt x="1696250" y="993228"/>
                  </a:lnTo>
                  <a:lnTo>
                    <a:pt x="1744497" y="975347"/>
                  </a:lnTo>
                  <a:lnTo>
                    <a:pt x="1791843" y="955738"/>
                  </a:lnTo>
                  <a:lnTo>
                    <a:pt x="1837905" y="934377"/>
                  </a:lnTo>
                  <a:lnTo>
                    <a:pt x="1882330" y="911212"/>
                  </a:lnTo>
                  <a:lnTo>
                    <a:pt x="1924761" y="886244"/>
                  </a:lnTo>
                  <a:lnTo>
                    <a:pt x="1964829" y="859396"/>
                  </a:lnTo>
                  <a:lnTo>
                    <a:pt x="2002180" y="830656"/>
                  </a:lnTo>
                  <a:lnTo>
                    <a:pt x="2036457" y="799985"/>
                  </a:lnTo>
                  <a:lnTo>
                    <a:pt x="2067293" y="767359"/>
                  </a:lnTo>
                  <a:lnTo>
                    <a:pt x="2094318" y="732726"/>
                  </a:lnTo>
                  <a:lnTo>
                    <a:pt x="2117191" y="696048"/>
                  </a:lnTo>
                  <a:lnTo>
                    <a:pt x="2133600" y="661403"/>
                  </a:lnTo>
                  <a:lnTo>
                    <a:pt x="2135543" y="657301"/>
                  </a:lnTo>
                  <a:lnTo>
                    <a:pt x="2149005" y="616445"/>
                  </a:lnTo>
                  <a:lnTo>
                    <a:pt x="2157222" y="573455"/>
                  </a:lnTo>
                  <a:lnTo>
                    <a:pt x="2158746" y="544512"/>
                  </a:lnTo>
                  <a:close/>
                </a:path>
              </a:pathLst>
            </a:custGeom>
            <a:solidFill>
              <a:srgbClr val="800000"/>
            </a:solidFill>
          </p:spPr>
          <p:txBody>
            <a:bodyPr wrap="square" lIns="0" tIns="0" rIns="0" bIns="0" rtlCol="0"/>
            <a:lstStyle/>
            <a:p>
              <a:endParaRPr/>
            </a:p>
          </p:txBody>
        </p:sp>
      </p:grpSp>
      <p:sp>
        <p:nvSpPr>
          <p:cNvPr id="16" name="object 16"/>
          <p:cNvSpPr txBox="1"/>
          <p:nvPr/>
        </p:nvSpPr>
        <p:spPr>
          <a:xfrm>
            <a:off x="7190794" y="4067338"/>
            <a:ext cx="1116965" cy="391160"/>
          </a:xfrm>
          <a:prstGeom prst="rect">
            <a:avLst/>
          </a:prstGeom>
        </p:spPr>
        <p:txBody>
          <a:bodyPr vert="horz" wrap="square" lIns="0" tIns="12700" rIns="0" bIns="0" rtlCol="0">
            <a:spAutoFit/>
          </a:bodyPr>
          <a:lstStyle/>
          <a:p>
            <a:pPr marL="12700">
              <a:lnSpc>
                <a:spcPct val="100000"/>
              </a:lnSpc>
              <a:spcBef>
                <a:spcPts val="100"/>
              </a:spcBef>
            </a:pPr>
            <a:r>
              <a:rPr sz="2400" spc="-40" dirty="0">
                <a:latin typeface="Calibri"/>
                <a:cs typeface="Calibri"/>
              </a:rPr>
              <a:t>Us</a:t>
            </a:r>
            <a:r>
              <a:rPr sz="2400" dirty="0">
                <a:latin typeface="Calibri"/>
                <a:cs typeface="Calibri"/>
              </a:rPr>
              <a:t>e</a:t>
            </a:r>
            <a:r>
              <a:rPr sz="2400" spc="-40" dirty="0">
                <a:latin typeface="Calibri"/>
                <a:cs typeface="Calibri"/>
              </a:rPr>
              <a:t> </a:t>
            </a:r>
            <a:r>
              <a:rPr sz="2400" spc="20" dirty="0">
                <a:latin typeface="Calibri"/>
                <a:cs typeface="Calibri"/>
              </a:rPr>
              <a:t>C</a:t>
            </a:r>
            <a:r>
              <a:rPr sz="2400" spc="-50" dirty="0">
                <a:latin typeface="Calibri"/>
                <a:cs typeface="Calibri"/>
              </a:rPr>
              <a:t>a</a:t>
            </a:r>
            <a:r>
              <a:rPr sz="2400" spc="-40" dirty="0">
                <a:latin typeface="Calibri"/>
                <a:cs typeface="Calibri"/>
              </a:rPr>
              <a:t>s</a:t>
            </a:r>
            <a:r>
              <a:rPr sz="2400" dirty="0">
                <a:latin typeface="Calibri"/>
                <a:cs typeface="Calibri"/>
              </a:rPr>
              <a:t>e</a:t>
            </a:r>
            <a:endParaRPr sz="2400">
              <a:latin typeface="Calibri"/>
              <a:cs typeface="Calibri"/>
            </a:endParaRPr>
          </a:p>
        </p:txBody>
      </p:sp>
      <p:sp>
        <p:nvSpPr>
          <p:cNvPr id="17" name="object 17"/>
          <p:cNvSpPr txBox="1"/>
          <p:nvPr/>
        </p:nvSpPr>
        <p:spPr>
          <a:xfrm>
            <a:off x="6151426" y="3665001"/>
            <a:ext cx="664845" cy="238760"/>
          </a:xfrm>
          <a:prstGeom prst="rect">
            <a:avLst/>
          </a:prstGeom>
        </p:spPr>
        <p:txBody>
          <a:bodyPr vert="horz" wrap="square" lIns="0" tIns="12700" rIns="0" bIns="0" rtlCol="0">
            <a:spAutoFit/>
          </a:bodyPr>
          <a:lstStyle/>
          <a:p>
            <a:pPr marL="12700">
              <a:lnSpc>
                <a:spcPct val="100000"/>
              </a:lnSpc>
              <a:spcBef>
                <a:spcPts val="100"/>
              </a:spcBef>
            </a:pPr>
            <a:r>
              <a:rPr sz="1400" spc="10" dirty="0">
                <a:solidFill>
                  <a:srgbClr val="C00000"/>
                </a:solidFill>
                <a:latin typeface="Arial MT"/>
                <a:cs typeface="Arial MT"/>
              </a:rPr>
              <a:t>optional</a:t>
            </a:r>
            <a:endParaRPr sz="1400">
              <a:latin typeface="Arial MT"/>
              <a:cs typeface="Arial MT"/>
            </a:endParaRPr>
          </a:p>
        </p:txBody>
      </p:sp>
      <p:sp>
        <p:nvSpPr>
          <p:cNvPr id="19" name="object 3"/>
          <p:cNvSpPr txBox="1">
            <a:spLocks noGrp="1"/>
          </p:cNvSpPr>
          <p:nvPr>
            <p:ph type="title"/>
          </p:nvPr>
        </p:nvSpPr>
        <p:spPr>
          <a:xfrm>
            <a:off x="520734" y="473703"/>
            <a:ext cx="11061666" cy="754908"/>
          </a:xfrm>
          <a:prstGeom prst="rect">
            <a:avLst/>
          </a:prstGeom>
        </p:spPr>
        <p:txBody>
          <a:bodyPr vert="horz" wrap="square" lIns="0" tIns="16087" rIns="0" bIns="0" rtlCol="0" anchor="b">
            <a:spAutoFit/>
          </a:bodyPr>
          <a:lstStyle/>
          <a:p>
            <a:pPr marL="16933">
              <a:lnSpc>
                <a:spcPct val="100000"/>
              </a:lnSpc>
              <a:spcBef>
                <a:spcPts val="127"/>
              </a:spcBef>
            </a:pPr>
            <a:r>
              <a:rPr spc="-7" dirty="0"/>
              <a:t>Diagramme </a:t>
            </a:r>
            <a:r>
              <a:rPr u="none" dirty="0"/>
              <a:t>de</a:t>
            </a:r>
            <a:r>
              <a:rPr spc="-20" dirty="0"/>
              <a:t> </a:t>
            </a:r>
            <a:r>
              <a:rPr spc="-7" dirty="0" err="1">
                <a:solidFill>
                  <a:srgbClr val="ED795B"/>
                </a:solidFill>
              </a:rPr>
              <a:t>cas</a:t>
            </a:r>
            <a:r>
              <a:rPr spc="-7" dirty="0">
                <a:solidFill>
                  <a:srgbClr val="ED795B"/>
                </a:solidFill>
              </a:rPr>
              <a:t> </a:t>
            </a:r>
            <a:r>
              <a:rPr spc="-33" dirty="0" err="1">
                <a:solidFill>
                  <a:srgbClr val="ED795B"/>
                </a:solidFill>
              </a:rPr>
              <a:t>d’utilisation</a:t>
            </a:r>
            <a:r>
              <a:rPr lang="fr-FR" spc="-33" dirty="0">
                <a:solidFill>
                  <a:srgbClr val="ED795B"/>
                </a:solidFill>
              </a:rPr>
              <a:t> </a:t>
            </a:r>
            <a:r>
              <a:rPr lang="fr-FR" spc="-33" dirty="0">
                <a:solidFill>
                  <a:schemeClr val="tx1">
                    <a:lumMod val="95000"/>
                    <a:lumOff val="5000"/>
                  </a:schemeClr>
                </a:solidFill>
              </a:rPr>
              <a:t>et acteurs </a:t>
            </a:r>
            <a:endParaRPr spc="-33" dirty="0">
              <a:solidFill>
                <a:schemeClr val="tx1">
                  <a:lumMod val="95000"/>
                  <a:lumOff val="5000"/>
                </a:schemeClr>
              </a:solidFill>
            </a:endParaRPr>
          </a:p>
        </p:txBody>
      </p:sp>
    </p:spTree>
    <p:extLst>
      <p:ext uri="{BB962C8B-B14F-4D97-AF65-F5344CB8AC3E}">
        <p14:creationId xmlns:p14="http://schemas.microsoft.com/office/powerpoint/2010/main" val="26085678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92200" y="1231900"/>
            <a:ext cx="9979660" cy="685800"/>
            <a:chOff x="1092200" y="1231900"/>
            <a:chExt cx="9979660" cy="685800"/>
          </a:xfrm>
        </p:grpSpPr>
        <p:sp>
          <p:nvSpPr>
            <p:cNvPr id="3" name="object 3"/>
            <p:cNvSpPr/>
            <p:nvPr/>
          </p:nvSpPr>
          <p:spPr>
            <a:xfrm>
              <a:off x="2959100" y="1244600"/>
              <a:ext cx="1841500" cy="673100"/>
            </a:xfrm>
            <a:custGeom>
              <a:avLst/>
              <a:gdLst/>
              <a:ahLst/>
              <a:cxnLst/>
              <a:rect l="l" t="t" r="r" b="b"/>
              <a:pathLst>
                <a:path w="1841500" h="673100">
                  <a:moveTo>
                    <a:pt x="920876" y="0"/>
                  </a:moveTo>
                  <a:lnTo>
                    <a:pt x="852133" y="922"/>
                  </a:lnTo>
                  <a:lnTo>
                    <a:pt x="784764" y="3646"/>
                  </a:lnTo>
                  <a:lnTo>
                    <a:pt x="718948" y="8106"/>
                  </a:lnTo>
                  <a:lnTo>
                    <a:pt x="654864" y="14239"/>
                  </a:lnTo>
                  <a:lnTo>
                    <a:pt x="592687" y="21977"/>
                  </a:lnTo>
                  <a:lnTo>
                    <a:pt x="532597" y="31257"/>
                  </a:lnTo>
                  <a:lnTo>
                    <a:pt x="474771" y="42012"/>
                  </a:lnTo>
                  <a:lnTo>
                    <a:pt x="419387" y="54179"/>
                  </a:lnTo>
                  <a:lnTo>
                    <a:pt x="366623" y="67692"/>
                  </a:lnTo>
                  <a:lnTo>
                    <a:pt x="316656" y="82483"/>
                  </a:lnTo>
                  <a:lnTo>
                    <a:pt x="269666" y="98492"/>
                  </a:lnTo>
                  <a:lnTo>
                    <a:pt x="225827" y="115651"/>
                  </a:lnTo>
                  <a:lnTo>
                    <a:pt x="185322" y="133894"/>
                  </a:lnTo>
                  <a:lnTo>
                    <a:pt x="148323" y="153158"/>
                  </a:lnTo>
                  <a:lnTo>
                    <a:pt x="115012" y="173376"/>
                  </a:lnTo>
                  <a:lnTo>
                    <a:pt x="60161" y="216418"/>
                  </a:lnTo>
                  <a:lnTo>
                    <a:pt x="22190" y="262496"/>
                  </a:lnTo>
                  <a:lnTo>
                    <a:pt x="2524" y="311091"/>
                  </a:lnTo>
                  <a:lnTo>
                    <a:pt x="0" y="336169"/>
                  </a:lnTo>
                  <a:lnTo>
                    <a:pt x="2524" y="361346"/>
                  </a:lnTo>
                  <a:lnTo>
                    <a:pt x="22190" y="410113"/>
                  </a:lnTo>
                  <a:lnTo>
                    <a:pt x="60161" y="456331"/>
                  </a:lnTo>
                  <a:lnTo>
                    <a:pt x="115012" y="499482"/>
                  </a:lnTo>
                  <a:lnTo>
                    <a:pt x="148323" y="519744"/>
                  </a:lnTo>
                  <a:lnTo>
                    <a:pt x="185322" y="539047"/>
                  </a:lnTo>
                  <a:lnTo>
                    <a:pt x="225827" y="557325"/>
                  </a:lnTo>
                  <a:lnTo>
                    <a:pt x="269666" y="574512"/>
                  </a:lnTo>
                  <a:lnTo>
                    <a:pt x="316656" y="590543"/>
                  </a:lnTo>
                  <a:lnTo>
                    <a:pt x="366623" y="605355"/>
                  </a:lnTo>
                  <a:lnTo>
                    <a:pt x="419387" y="618883"/>
                  </a:lnTo>
                  <a:lnTo>
                    <a:pt x="474771" y="631061"/>
                  </a:lnTo>
                  <a:lnTo>
                    <a:pt x="532597" y="641827"/>
                  </a:lnTo>
                  <a:lnTo>
                    <a:pt x="592687" y="651113"/>
                  </a:lnTo>
                  <a:lnTo>
                    <a:pt x="654864" y="658855"/>
                  </a:lnTo>
                  <a:lnTo>
                    <a:pt x="718948" y="664991"/>
                  </a:lnTo>
                  <a:lnTo>
                    <a:pt x="784764" y="669452"/>
                  </a:lnTo>
                  <a:lnTo>
                    <a:pt x="852133" y="672177"/>
                  </a:lnTo>
                  <a:lnTo>
                    <a:pt x="920876" y="673100"/>
                  </a:lnTo>
                  <a:lnTo>
                    <a:pt x="989520" y="672177"/>
                  </a:lnTo>
                  <a:lnTo>
                    <a:pt x="1056798" y="669452"/>
                  </a:lnTo>
                  <a:lnTo>
                    <a:pt x="1122532" y="664991"/>
                  </a:lnTo>
                  <a:lnTo>
                    <a:pt x="1186544" y="658855"/>
                  </a:lnTo>
                  <a:lnTo>
                    <a:pt x="1248655" y="651113"/>
                  </a:lnTo>
                  <a:lnTo>
                    <a:pt x="1308688" y="641827"/>
                  </a:lnTo>
                  <a:lnTo>
                    <a:pt x="1366461" y="631061"/>
                  </a:lnTo>
                  <a:lnTo>
                    <a:pt x="1421800" y="618883"/>
                  </a:lnTo>
                  <a:lnTo>
                    <a:pt x="1474524" y="605355"/>
                  </a:lnTo>
                  <a:lnTo>
                    <a:pt x="1524458" y="590543"/>
                  </a:lnTo>
                  <a:lnTo>
                    <a:pt x="1571421" y="574512"/>
                  </a:lnTo>
                  <a:lnTo>
                    <a:pt x="1615235" y="557325"/>
                  </a:lnTo>
                  <a:lnTo>
                    <a:pt x="1655723" y="539047"/>
                  </a:lnTo>
                  <a:lnTo>
                    <a:pt x="1692704" y="519744"/>
                  </a:lnTo>
                  <a:lnTo>
                    <a:pt x="1726003" y="499482"/>
                  </a:lnTo>
                  <a:lnTo>
                    <a:pt x="1780839" y="456331"/>
                  </a:lnTo>
                  <a:lnTo>
                    <a:pt x="1818802" y="410113"/>
                  </a:lnTo>
                  <a:lnTo>
                    <a:pt x="1838467" y="361346"/>
                  </a:lnTo>
                  <a:lnTo>
                    <a:pt x="1840993" y="336169"/>
                  </a:lnTo>
                  <a:lnTo>
                    <a:pt x="1831012" y="286512"/>
                  </a:lnTo>
                  <a:lnTo>
                    <a:pt x="1802019" y="239110"/>
                  </a:lnTo>
                  <a:lnTo>
                    <a:pt x="1755442" y="194485"/>
                  </a:lnTo>
                  <a:lnTo>
                    <a:pt x="1692704" y="153158"/>
                  </a:lnTo>
                  <a:lnTo>
                    <a:pt x="1655723" y="133894"/>
                  </a:lnTo>
                  <a:lnTo>
                    <a:pt x="1615235" y="115651"/>
                  </a:lnTo>
                  <a:lnTo>
                    <a:pt x="1571420" y="98492"/>
                  </a:lnTo>
                  <a:lnTo>
                    <a:pt x="1524458" y="82483"/>
                  </a:lnTo>
                  <a:lnTo>
                    <a:pt x="1474524" y="67692"/>
                  </a:lnTo>
                  <a:lnTo>
                    <a:pt x="1421800" y="54179"/>
                  </a:lnTo>
                  <a:lnTo>
                    <a:pt x="1366461" y="42012"/>
                  </a:lnTo>
                  <a:lnTo>
                    <a:pt x="1308688" y="31257"/>
                  </a:lnTo>
                  <a:lnTo>
                    <a:pt x="1248655" y="21977"/>
                  </a:lnTo>
                  <a:lnTo>
                    <a:pt x="1186544" y="14239"/>
                  </a:lnTo>
                  <a:lnTo>
                    <a:pt x="1122532" y="8106"/>
                  </a:lnTo>
                  <a:lnTo>
                    <a:pt x="1056798" y="3646"/>
                  </a:lnTo>
                  <a:lnTo>
                    <a:pt x="989520" y="922"/>
                  </a:lnTo>
                  <a:lnTo>
                    <a:pt x="920876" y="0"/>
                  </a:lnTo>
                  <a:close/>
                </a:path>
              </a:pathLst>
            </a:custGeom>
            <a:solidFill>
              <a:srgbClr val="FFFFCC"/>
            </a:solidFill>
          </p:spPr>
          <p:txBody>
            <a:bodyPr wrap="square" lIns="0" tIns="0" rIns="0" bIns="0" rtlCol="0"/>
            <a:lstStyle/>
            <a:p>
              <a:endParaRPr/>
            </a:p>
          </p:txBody>
        </p:sp>
        <p:sp>
          <p:nvSpPr>
            <p:cNvPr id="4" name="object 4"/>
            <p:cNvSpPr/>
            <p:nvPr/>
          </p:nvSpPr>
          <p:spPr>
            <a:xfrm>
              <a:off x="2959100" y="1231899"/>
              <a:ext cx="1854200" cy="685800"/>
            </a:xfrm>
            <a:custGeom>
              <a:avLst/>
              <a:gdLst/>
              <a:ahLst/>
              <a:cxnLst/>
              <a:rect l="l" t="t" r="r" b="b"/>
              <a:pathLst>
                <a:path w="1854200" h="685800">
                  <a:moveTo>
                    <a:pt x="1853819" y="342709"/>
                  </a:moveTo>
                  <a:lnTo>
                    <a:pt x="1843163" y="288759"/>
                  </a:lnTo>
                  <a:lnTo>
                    <a:pt x="1841639" y="286219"/>
                  </a:lnTo>
                  <a:lnTo>
                    <a:pt x="1841639" y="343471"/>
                  </a:lnTo>
                  <a:lnTo>
                    <a:pt x="1840115" y="360197"/>
                  </a:lnTo>
                  <a:lnTo>
                    <a:pt x="1798497" y="441756"/>
                  </a:lnTo>
                  <a:lnTo>
                    <a:pt x="1769262" y="470903"/>
                  </a:lnTo>
                  <a:lnTo>
                    <a:pt x="1734375" y="497713"/>
                  </a:lnTo>
                  <a:lnTo>
                    <a:pt x="1694548" y="522262"/>
                  </a:lnTo>
                  <a:lnTo>
                    <a:pt x="1650492" y="544626"/>
                  </a:lnTo>
                  <a:lnTo>
                    <a:pt x="1602930" y="564883"/>
                  </a:lnTo>
                  <a:lnTo>
                    <a:pt x="1552473" y="583145"/>
                  </a:lnTo>
                  <a:lnTo>
                    <a:pt x="1500174" y="599389"/>
                  </a:lnTo>
                  <a:lnTo>
                    <a:pt x="1446415" y="613791"/>
                  </a:lnTo>
                  <a:lnTo>
                    <a:pt x="1392034" y="626402"/>
                  </a:lnTo>
                  <a:lnTo>
                    <a:pt x="1337754" y="637286"/>
                  </a:lnTo>
                  <a:lnTo>
                    <a:pt x="1284274" y="646518"/>
                  </a:lnTo>
                  <a:lnTo>
                    <a:pt x="1232331" y="654202"/>
                  </a:lnTo>
                  <a:lnTo>
                    <a:pt x="1182560" y="660387"/>
                  </a:lnTo>
                  <a:lnTo>
                    <a:pt x="1135811" y="665162"/>
                  </a:lnTo>
                  <a:lnTo>
                    <a:pt x="1092923" y="668578"/>
                  </a:lnTo>
                  <a:lnTo>
                    <a:pt x="1054227" y="670763"/>
                  </a:lnTo>
                  <a:lnTo>
                    <a:pt x="927290" y="673265"/>
                  </a:lnTo>
                  <a:lnTo>
                    <a:pt x="891184" y="673430"/>
                  </a:lnTo>
                  <a:lnTo>
                    <a:pt x="850938" y="672655"/>
                  </a:lnTo>
                  <a:lnTo>
                    <a:pt x="807072" y="670839"/>
                  </a:lnTo>
                  <a:lnTo>
                    <a:pt x="760145" y="667918"/>
                  </a:lnTo>
                  <a:lnTo>
                    <a:pt x="710692" y="663829"/>
                  </a:lnTo>
                  <a:lnTo>
                    <a:pt x="659231" y="658469"/>
                  </a:lnTo>
                  <a:lnTo>
                    <a:pt x="606310" y="651764"/>
                  </a:lnTo>
                  <a:lnTo>
                    <a:pt x="552475" y="643648"/>
                  </a:lnTo>
                  <a:lnTo>
                    <a:pt x="498259" y="634047"/>
                  </a:lnTo>
                  <a:lnTo>
                    <a:pt x="444195" y="622858"/>
                  </a:lnTo>
                  <a:lnTo>
                    <a:pt x="390829" y="610019"/>
                  </a:lnTo>
                  <a:lnTo>
                    <a:pt x="338683" y="595452"/>
                  </a:lnTo>
                  <a:lnTo>
                    <a:pt x="288315" y="579081"/>
                  </a:lnTo>
                  <a:lnTo>
                    <a:pt x="240258" y="560832"/>
                  </a:lnTo>
                  <a:lnTo>
                    <a:pt x="195033" y="540600"/>
                  </a:lnTo>
                  <a:lnTo>
                    <a:pt x="153200" y="518337"/>
                  </a:lnTo>
                  <a:lnTo>
                    <a:pt x="115277" y="493953"/>
                  </a:lnTo>
                  <a:lnTo>
                    <a:pt x="81826" y="467372"/>
                  </a:lnTo>
                  <a:lnTo>
                    <a:pt x="53352" y="438518"/>
                  </a:lnTo>
                  <a:lnTo>
                    <a:pt x="30416" y="407301"/>
                  </a:lnTo>
                  <a:lnTo>
                    <a:pt x="13690" y="359435"/>
                  </a:lnTo>
                  <a:lnTo>
                    <a:pt x="12166" y="342709"/>
                  </a:lnTo>
                  <a:lnTo>
                    <a:pt x="13690" y="325996"/>
                  </a:lnTo>
                  <a:lnTo>
                    <a:pt x="41821" y="262420"/>
                  </a:lnTo>
                  <a:lnTo>
                    <a:pt x="66586" y="233045"/>
                  </a:lnTo>
                  <a:lnTo>
                    <a:pt x="96583" y="205892"/>
                  </a:lnTo>
                  <a:lnTo>
                    <a:pt x="131279" y="180873"/>
                  </a:lnTo>
                  <a:lnTo>
                    <a:pt x="170141" y="157937"/>
                  </a:lnTo>
                  <a:lnTo>
                    <a:pt x="212648" y="136982"/>
                  </a:lnTo>
                  <a:lnTo>
                    <a:pt x="258267" y="117957"/>
                  </a:lnTo>
                  <a:lnTo>
                    <a:pt x="306476" y="100787"/>
                  </a:lnTo>
                  <a:lnTo>
                    <a:pt x="356730" y="85394"/>
                  </a:lnTo>
                  <a:lnTo>
                    <a:pt x="408508" y="71704"/>
                  </a:lnTo>
                  <a:lnTo>
                    <a:pt x="461568" y="59588"/>
                  </a:lnTo>
                  <a:lnTo>
                    <a:pt x="514527" y="49161"/>
                  </a:lnTo>
                  <a:lnTo>
                    <a:pt x="567702" y="40157"/>
                  </a:lnTo>
                  <a:lnTo>
                    <a:pt x="620280" y="32562"/>
                  </a:lnTo>
                  <a:lnTo>
                    <a:pt x="671741" y="26314"/>
                  </a:lnTo>
                  <a:lnTo>
                    <a:pt x="721550" y="21323"/>
                  </a:lnTo>
                  <a:lnTo>
                    <a:pt x="769175" y="17551"/>
                  </a:lnTo>
                  <a:lnTo>
                    <a:pt x="814095" y="14884"/>
                  </a:lnTo>
                  <a:lnTo>
                    <a:pt x="855764" y="13271"/>
                  </a:lnTo>
                  <a:lnTo>
                    <a:pt x="893673" y="12649"/>
                  </a:lnTo>
                  <a:lnTo>
                    <a:pt x="927290" y="12928"/>
                  </a:lnTo>
                  <a:lnTo>
                    <a:pt x="1021613" y="14465"/>
                  </a:lnTo>
                  <a:lnTo>
                    <a:pt x="1092923" y="17564"/>
                  </a:lnTo>
                  <a:lnTo>
                    <a:pt x="1135951" y="20993"/>
                  </a:lnTo>
                  <a:lnTo>
                    <a:pt x="1182662" y="25755"/>
                  </a:lnTo>
                  <a:lnTo>
                    <a:pt x="1232344" y="31927"/>
                  </a:lnTo>
                  <a:lnTo>
                    <a:pt x="1284363" y="39611"/>
                  </a:lnTo>
                  <a:lnTo>
                    <a:pt x="1337957" y="48882"/>
                  </a:lnTo>
                  <a:lnTo>
                    <a:pt x="1392364" y="59791"/>
                  </a:lnTo>
                  <a:lnTo>
                    <a:pt x="1446872" y="72440"/>
                  </a:lnTo>
                  <a:lnTo>
                    <a:pt x="1500759" y="86880"/>
                  </a:lnTo>
                  <a:lnTo>
                    <a:pt x="1553273" y="103212"/>
                  </a:lnTo>
                  <a:lnTo>
                    <a:pt x="1603692" y="121500"/>
                  </a:lnTo>
                  <a:lnTo>
                    <a:pt x="1651304" y="141820"/>
                  </a:lnTo>
                  <a:lnTo>
                    <a:pt x="1695373" y="164261"/>
                  </a:lnTo>
                  <a:lnTo>
                    <a:pt x="1735162" y="188887"/>
                  </a:lnTo>
                  <a:lnTo>
                    <a:pt x="1769960" y="215773"/>
                  </a:lnTo>
                  <a:lnTo>
                    <a:pt x="1799031" y="245008"/>
                  </a:lnTo>
                  <a:lnTo>
                    <a:pt x="1821649" y="276656"/>
                  </a:lnTo>
                  <a:lnTo>
                    <a:pt x="1840115" y="326758"/>
                  </a:lnTo>
                  <a:lnTo>
                    <a:pt x="1841639" y="343471"/>
                  </a:lnTo>
                  <a:lnTo>
                    <a:pt x="1841639" y="286219"/>
                  </a:lnTo>
                  <a:lnTo>
                    <a:pt x="1798053" y="225628"/>
                  </a:lnTo>
                  <a:lnTo>
                    <a:pt x="1767179" y="197573"/>
                  </a:lnTo>
                  <a:lnTo>
                    <a:pt x="1731530" y="171754"/>
                  </a:lnTo>
                  <a:lnTo>
                    <a:pt x="1691665" y="148094"/>
                  </a:lnTo>
                  <a:lnTo>
                    <a:pt x="1648155" y="126530"/>
                  </a:lnTo>
                  <a:lnTo>
                    <a:pt x="1601571" y="106972"/>
                  </a:lnTo>
                  <a:lnTo>
                    <a:pt x="1552473" y="89344"/>
                  </a:lnTo>
                  <a:lnTo>
                    <a:pt x="1501432" y="73571"/>
                  </a:lnTo>
                  <a:lnTo>
                    <a:pt x="1449031" y="59575"/>
                  </a:lnTo>
                  <a:lnTo>
                    <a:pt x="1395806" y="47294"/>
                  </a:lnTo>
                  <a:lnTo>
                    <a:pt x="1342364" y="36639"/>
                  </a:lnTo>
                  <a:lnTo>
                    <a:pt x="1289240" y="27520"/>
                  </a:lnTo>
                  <a:lnTo>
                    <a:pt x="1237018" y="19888"/>
                  </a:lnTo>
                  <a:lnTo>
                    <a:pt x="1186268" y="13652"/>
                  </a:lnTo>
                  <a:lnTo>
                    <a:pt x="1137564" y="8737"/>
                  </a:lnTo>
                  <a:lnTo>
                    <a:pt x="1091450" y="5067"/>
                  </a:lnTo>
                  <a:lnTo>
                    <a:pt x="1048524" y="2565"/>
                  </a:lnTo>
                  <a:lnTo>
                    <a:pt x="1009332" y="1155"/>
                  </a:lnTo>
                  <a:lnTo>
                    <a:pt x="927290" y="0"/>
                  </a:lnTo>
                  <a:lnTo>
                    <a:pt x="844588" y="1143"/>
                  </a:lnTo>
                  <a:lnTo>
                    <a:pt x="805459" y="2540"/>
                  </a:lnTo>
                  <a:lnTo>
                    <a:pt x="762546" y="5029"/>
                  </a:lnTo>
                  <a:lnTo>
                    <a:pt x="716407" y="8712"/>
                  </a:lnTo>
                  <a:lnTo>
                    <a:pt x="667258" y="13677"/>
                  </a:lnTo>
                  <a:lnTo>
                    <a:pt x="616800" y="19888"/>
                  </a:lnTo>
                  <a:lnTo>
                    <a:pt x="563994" y="27635"/>
                  </a:lnTo>
                  <a:lnTo>
                    <a:pt x="511238" y="36690"/>
                  </a:lnTo>
                  <a:lnTo>
                    <a:pt x="457669" y="47396"/>
                  </a:lnTo>
                  <a:lnTo>
                    <a:pt x="404342" y="59728"/>
                  </a:lnTo>
                  <a:lnTo>
                    <a:pt x="351815" y="73761"/>
                  </a:lnTo>
                  <a:lnTo>
                    <a:pt x="300685" y="89585"/>
                  </a:lnTo>
                  <a:lnTo>
                    <a:pt x="251510" y="107264"/>
                  </a:lnTo>
                  <a:lnTo>
                    <a:pt x="204889" y="126885"/>
                  </a:lnTo>
                  <a:lnTo>
                    <a:pt x="161378" y="148513"/>
                  </a:lnTo>
                  <a:lnTo>
                    <a:pt x="121551" y="172237"/>
                  </a:lnTo>
                  <a:lnTo>
                    <a:pt x="85991" y="198120"/>
                  </a:lnTo>
                  <a:lnTo>
                    <a:pt x="55270" y="226250"/>
                  </a:lnTo>
                  <a:lnTo>
                    <a:pt x="29959" y="256692"/>
                  </a:lnTo>
                  <a:lnTo>
                    <a:pt x="0" y="343471"/>
                  </a:lnTo>
                  <a:lnTo>
                    <a:pt x="1511" y="361708"/>
                  </a:lnTo>
                  <a:lnTo>
                    <a:pt x="12166" y="398945"/>
                  </a:lnTo>
                  <a:lnTo>
                    <a:pt x="62001" y="467334"/>
                  </a:lnTo>
                  <a:lnTo>
                    <a:pt x="101460" y="499999"/>
                  </a:lnTo>
                  <a:lnTo>
                    <a:pt x="146570" y="528904"/>
                  </a:lnTo>
                  <a:lnTo>
                    <a:pt x="195122" y="554164"/>
                  </a:lnTo>
                  <a:lnTo>
                    <a:pt x="244894" y="575818"/>
                  </a:lnTo>
                  <a:lnTo>
                    <a:pt x="293674" y="593966"/>
                  </a:lnTo>
                  <a:lnTo>
                    <a:pt x="339267" y="608672"/>
                  </a:lnTo>
                  <a:lnTo>
                    <a:pt x="410768" y="628434"/>
                  </a:lnTo>
                  <a:lnTo>
                    <a:pt x="461568" y="640067"/>
                  </a:lnTo>
                  <a:lnTo>
                    <a:pt x="512660" y="650227"/>
                  </a:lnTo>
                  <a:lnTo>
                    <a:pt x="563994" y="658977"/>
                  </a:lnTo>
                  <a:lnTo>
                    <a:pt x="615543" y="666369"/>
                  </a:lnTo>
                  <a:lnTo>
                    <a:pt x="667639" y="672490"/>
                  </a:lnTo>
                  <a:lnTo>
                    <a:pt x="719124" y="677316"/>
                  </a:lnTo>
                  <a:lnTo>
                    <a:pt x="771093" y="680974"/>
                  </a:lnTo>
                  <a:lnTo>
                    <a:pt x="823137" y="683514"/>
                  </a:lnTo>
                  <a:lnTo>
                    <a:pt x="875207" y="684974"/>
                  </a:lnTo>
                  <a:lnTo>
                    <a:pt x="927290" y="685431"/>
                  </a:lnTo>
                  <a:lnTo>
                    <a:pt x="974445" y="685431"/>
                  </a:lnTo>
                  <a:lnTo>
                    <a:pt x="1021613" y="683907"/>
                  </a:lnTo>
                  <a:lnTo>
                    <a:pt x="1067257" y="681621"/>
                  </a:lnTo>
                  <a:lnTo>
                    <a:pt x="1097965" y="680415"/>
                  </a:lnTo>
                  <a:lnTo>
                    <a:pt x="1173302" y="674370"/>
                  </a:lnTo>
                  <a:lnTo>
                    <a:pt x="1216596" y="669417"/>
                  </a:lnTo>
                  <a:lnTo>
                    <a:pt x="1262786" y="663092"/>
                  </a:lnTo>
                  <a:lnTo>
                    <a:pt x="1311186" y="655320"/>
                  </a:lnTo>
                  <a:lnTo>
                    <a:pt x="1361160" y="646061"/>
                  </a:lnTo>
                  <a:lnTo>
                    <a:pt x="1412024" y="635241"/>
                  </a:lnTo>
                  <a:lnTo>
                    <a:pt x="1463141" y="622795"/>
                  </a:lnTo>
                  <a:lnTo>
                    <a:pt x="1513840" y="608660"/>
                  </a:lnTo>
                  <a:lnTo>
                    <a:pt x="1563458" y="592785"/>
                  </a:lnTo>
                  <a:lnTo>
                    <a:pt x="1611350" y="575094"/>
                  </a:lnTo>
                  <a:lnTo>
                    <a:pt x="1656854" y="555536"/>
                  </a:lnTo>
                  <a:lnTo>
                    <a:pt x="1699298" y="534035"/>
                  </a:lnTo>
                  <a:lnTo>
                    <a:pt x="1738045" y="510552"/>
                  </a:lnTo>
                  <a:lnTo>
                    <a:pt x="1772412" y="485000"/>
                  </a:lnTo>
                  <a:lnTo>
                    <a:pt x="1801761" y="457327"/>
                  </a:lnTo>
                  <a:lnTo>
                    <a:pt x="1841639" y="397395"/>
                  </a:lnTo>
                  <a:lnTo>
                    <a:pt x="1842744" y="395363"/>
                  </a:lnTo>
                  <a:lnTo>
                    <a:pt x="1853057" y="360946"/>
                  </a:lnTo>
                  <a:lnTo>
                    <a:pt x="1853819" y="342709"/>
                  </a:lnTo>
                  <a:close/>
                </a:path>
              </a:pathLst>
            </a:custGeom>
            <a:solidFill>
              <a:srgbClr val="990033"/>
            </a:solidFill>
          </p:spPr>
          <p:txBody>
            <a:bodyPr wrap="square" lIns="0" tIns="0" rIns="0" bIns="0" rtlCol="0"/>
            <a:lstStyle/>
            <a:p>
              <a:endParaRPr/>
            </a:p>
          </p:txBody>
        </p:sp>
      </p:grpSp>
      <p:sp>
        <p:nvSpPr>
          <p:cNvPr id="5" name="object 5"/>
          <p:cNvSpPr txBox="1">
            <a:spLocks noGrp="1"/>
          </p:cNvSpPr>
          <p:nvPr>
            <p:ph type="title"/>
          </p:nvPr>
        </p:nvSpPr>
        <p:spPr>
          <a:xfrm>
            <a:off x="1176019" y="309020"/>
            <a:ext cx="6982459" cy="756920"/>
          </a:xfrm>
          <a:prstGeom prst="rect">
            <a:avLst/>
          </a:prstGeom>
        </p:spPr>
        <p:txBody>
          <a:bodyPr vert="horz" wrap="square" lIns="0" tIns="12700" rIns="0" bIns="0" rtlCol="0">
            <a:spAutoFit/>
          </a:bodyPr>
          <a:lstStyle/>
          <a:p>
            <a:pPr marL="12700">
              <a:lnSpc>
                <a:spcPct val="100000"/>
              </a:lnSpc>
              <a:spcBef>
                <a:spcPts val="100"/>
              </a:spcBef>
            </a:pPr>
            <a:r>
              <a:rPr spc="-120" dirty="0"/>
              <a:t>Exercice</a:t>
            </a:r>
            <a:r>
              <a:rPr spc="225" dirty="0"/>
              <a:t> </a:t>
            </a:r>
            <a:r>
              <a:rPr dirty="0"/>
              <a:t>–</a:t>
            </a:r>
            <a:r>
              <a:rPr spc="-85" dirty="0"/>
              <a:t> Lire</a:t>
            </a:r>
            <a:r>
              <a:rPr spc="35" dirty="0"/>
              <a:t> </a:t>
            </a:r>
            <a:r>
              <a:rPr spc="-50" dirty="0"/>
              <a:t>un</a:t>
            </a:r>
            <a:r>
              <a:rPr spc="-85" dirty="0"/>
              <a:t> </a:t>
            </a:r>
            <a:r>
              <a:rPr spc="-80" dirty="0"/>
              <a:t>diagramme</a:t>
            </a:r>
          </a:p>
        </p:txBody>
      </p:sp>
      <p:sp>
        <p:nvSpPr>
          <p:cNvPr id="6" name="object 6"/>
          <p:cNvSpPr txBox="1"/>
          <p:nvPr/>
        </p:nvSpPr>
        <p:spPr>
          <a:xfrm>
            <a:off x="3127375" y="1433681"/>
            <a:ext cx="1492250" cy="238760"/>
          </a:xfrm>
          <a:prstGeom prst="rect">
            <a:avLst/>
          </a:prstGeom>
        </p:spPr>
        <p:txBody>
          <a:bodyPr vert="horz" wrap="square" lIns="0" tIns="12700" rIns="0" bIns="0" rtlCol="0">
            <a:spAutoFit/>
          </a:bodyPr>
          <a:lstStyle/>
          <a:p>
            <a:pPr marL="12700">
              <a:lnSpc>
                <a:spcPct val="100000"/>
              </a:lnSpc>
              <a:spcBef>
                <a:spcPts val="100"/>
              </a:spcBef>
            </a:pPr>
            <a:r>
              <a:rPr sz="1400" spc="35" dirty="0">
                <a:latin typeface="Calibri"/>
                <a:cs typeface="Calibri"/>
              </a:rPr>
              <a:t>R</a:t>
            </a:r>
            <a:r>
              <a:rPr sz="1400" dirty="0">
                <a:latin typeface="Calibri"/>
                <a:cs typeface="Calibri"/>
              </a:rPr>
              <a:t>e</a:t>
            </a:r>
            <a:r>
              <a:rPr sz="1400" spc="40" dirty="0">
                <a:latin typeface="Calibri"/>
                <a:cs typeface="Calibri"/>
              </a:rPr>
              <a:t>g</a:t>
            </a:r>
            <a:r>
              <a:rPr sz="1400" spc="30" dirty="0">
                <a:latin typeface="Calibri"/>
                <a:cs typeface="Calibri"/>
              </a:rPr>
              <a:t>a</a:t>
            </a:r>
            <a:r>
              <a:rPr sz="1400" spc="10" dirty="0">
                <a:latin typeface="Calibri"/>
                <a:cs typeface="Calibri"/>
              </a:rPr>
              <a:t>r</a:t>
            </a:r>
            <a:r>
              <a:rPr sz="1400" spc="-35" dirty="0">
                <a:latin typeface="Calibri"/>
                <a:cs typeface="Calibri"/>
              </a:rPr>
              <a:t>d</a:t>
            </a:r>
            <a:r>
              <a:rPr sz="1400" dirty="0">
                <a:latin typeface="Calibri"/>
                <a:cs typeface="Calibri"/>
              </a:rPr>
              <a:t>e</a:t>
            </a:r>
            <a:r>
              <a:rPr sz="1400" spc="-120" dirty="0">
                <a:latin typeface="Calibri"/>
                <a:cs typeface="Calibri"/>
              </a:rPr>
              <a:t> </a:t>
            </a:r>
            <a:r>
              <a:rPr sz="1400" spc="-25" dirty="0">
                <a:latin typeface="Calibri"/>
                <a:cs typeface="Calibri"/>
              </a:rPr>
              <a:t>l</a:t>
            </a:r>
            <a:r>
              <a:rPr sz="1400" dirty="0">
                <a:latin typeface="Calibri"/>
                <a:cs typeface="Calibri"/>
              </a:rPr>
              <a:t>es</a:t>
            </a:r>
            <a:r>
              <a:rPr sz="1400" spc="-165" dirty="0">
                <a:latin typeface="Calibri"/>
                <a:cs typeface="Calibri"/>
              </a:rPr>
              <a:t> </a:t>
            </a:r>
            <a:r>
              <a:rPr sz="1400" spc="10" dirty="0">
                <a:latin typeface="Calibri"/>
                <a:cs typeface="Calibri"/>
              </a:rPr>
              <a:t>r</a:t>
            </a:r>
            <a:r>
              <a:rPr sz="1400" spc="30" dirty="0">
                <a:latin typeface="Calibri"/>
                <a:cs typeface="Calibri"/>
              </a:rPr>
              <a:t>a</a:t>
            </a:r>
            <a:r>
              <a:rPr sz="1400" spc="-40" dirty="0">
                <a:latin typeface="Calibri"/>
                <a:cs typeface="Calibri"/>
              </a:rPr>
              <a:t>ppo</a:t>
            </a:r>
            <a:r>
              <a:rPr sz="1400" spc="10" dirty="0">
                <a:latin typeface="Calibri"/>
                <a:cs typeface="Calibri"/>
              </a:rPr>
              <a:t>r</a:t>
            </a:r>
            <a:r>
              <a:rPr sz="1400" spc="30" dirty="0">
                <a:latin typeface="Calibri"/>
                <a:cs typeface="Calibri"/>
              </a:rPr>
              <a:t>t</a:t>
            </a:r>
            <a:r>
              <a:rPr sz="1400" dirty="0">
                <a:latin typeface="Calibri"/>
                <a:cs typeface="Calibri"/>
              </a:rPr>
              <a:t>s</a:t>
            </a:r>
            <a:endParaRPr sz="1400">
              <a:latin typeface="Calibri"/>
              <a:cs typeface="Calibri"/>
            </a:endParaRPr>
          </a:p>
        </p:txBody>
      </p:sp>
      <p:sp>
        <p:nvSpPr>
          <p:cNvPr id="7" name="object 7"/>
          <p:cNvSpPr txBox="1"/>
          <p:nvPr/>
        </p:nvSpPr>
        <p:spPr>
          <a:xfrm>
            <a:off x="1358784" y="2837031"/>
            <a:ext cx="716280" cy="269240"/>
          </a:xfrm>
          <a:prstGeom prst="rect">
            <a:avLst/>
          </a:prstGeom>
        </p:spPr>
        <p:txBody>
          <a:bodyPr vert="horz" wrap="square" lIns="0" tIns="12700" rIns="0" bIns="0" rtlCol="0">
            <a:spAutoFit/>
          </a:bodyPr>
          <a:lstStyle/>
          <a:p>
            <a:pPr marL="12700">
              <a:lnSpc>
                <a:spcPct val="100000"/>
              </a:lnSpc>
              <a:spcBef>
                <a:spcPts val="100"/>
              </a:spcBef>
            </a:pPr>
            <a:r>
              <a:rPr sz="1600" spc="-15" dirty="0">
                <a:latin typeface="Calibri"/>
                <a:cs typeface="Calibri"/>
              </a:rPr>
              <a:t>Etudiant</a:t>
            </a:r>
            <a:endParaRPr sz="1600">
              <a:latin typeface="Calibri"/>
              <a:cs typeface="Calibri"/>
            </a:endParaRPr>
          </a:p>
        </p:txBody>
      </p:sp>
      <p:grpSp>
        <p:nvGrpSpPr>
          <p:cNvPr id="8" name="object 8"/>
          <p:cNvGrpSpPr/>
          <p:nvPr/>
        </p:nvGrpSpPr>
        <p:grpSpPr>
          <a:xfrm>
            <a:off x="1460500" y="1968500"/>
            <a:ext cx="533400" cy="876300"/>
            <a:chOff x="1460500" y="1968500"/>
            <a:chExt cx="533400" cy="876300"/>
          </a:xfrm>
        </p:grpSpPr>
        <p:sp>
          <p:nvSpPr>
            <p:cNvPr id="9" name="object 9"/>
            <p:cNvSpPr/>
            <p:nvPr/>
          </p:nvSpPr>
          <p:spPr>
            <a:xfrm>
              <a:off x="1574800" y="1968499"/>
              <a:ext cx="304800" cy="304800"/>
            </a:xfrm>
            <a:custGeom>
              <a:avLst/>
              <a:gdLst/>
              <a:ahLst/>
              <a:cxnLst/>
              <a:rect l="l" t="t" r="r" b="b"/>
              <a:pathLst>
                <a:path w="304800" h="304800">
                  <a:moveTo>
                    <a:pt x="304800" y="152374"/>
                  </a:moveTo>
                  <a:lnTo>
                    <a:pt x="304038" y="143979"/>
                  </a:lnTo>
                  <a:lnTo>
                    <a:pt x="304038" y="136334"/>
                  </a:lnTo>
                  <a:lnTo>
                    <a:pt x="293179" y="94653"/>
                  </a:lnTo>
                  <a:lnTo>
                    <a:pt x="291846" y="92240"/>
                  </a:lnTo>
                  <a:lnTo>
                    <a:pt x="291846" y="145503"/>
                  </a:lnTo>
                  <a:lnTo>
                    <a:pt x="291846" y="159245"/>
                  </a:lnTo>
                  <a:lnTo>
                    <a:pt x="282790" y="201320"/>
                  </a:lnTo>
                  <a:lnTo>
                    <a:pt x="264807" y="235508"/>
                  </a:lnTo>
                  <a:lnTo>
                    <a:pt x="209638" y="279819"/>
                  </a:lnTo>
                  <a:lnTo>
                    <a:pt x="141541" y="291465"/>
                  </a:lnTo>
                  <a:lnTo>
                    <a:pt x="107378" y="284822"/>
                  </a:lnTo>
                  <a:lnTo>
                    <a:pt x="48387" y="246126"/>
                  </a:lnTo>
                  <a:lnTo>
                    <a:pt x="27343" y="213918"/>
                  </a:lnTo>
                  <a:lnTo>
                    <a:pt x="14478" y="172986"/>
                  </a:lnTo>
                  <a:lnTo>
                    <a:pt x="12954" y="166116"/>
                  </a:lnTo>
                  <a:lnTo>
                    <a:pt x="12954" y="159245"/>
                  </a:lnTo>
                  <a:lnTo>
                    <a:pt x="12192" y="152374"/>
                  </a:lnTo>
                  <a:lnTo>
                    <a:pt x="12954" y="144741"/>
                  </a:lnTo>
                  <a:lnTo>
                    <a:pt x="12954" y="137871"/>
                  </a:lnTo>
                  <a:lnTo>
                    <a:pt x="24866" y="95580"/>
                  </a:lnTo>
                  <a:lnTo>
                    <a:pt x="45339" y="62039"/>
                  </a:lnTo>
                  <a:lnTo>
                    <a:pt x="72402" y="37185"/>
                  </a:lnTo>
                  <a:lnTo>
                    <a:pt x="104101" y="20980"/>
                  </a:lnTo>
                  <a:lnTo>
                    <a:pt x="138493" y="13360"/>
                  </a:lnTo>
                  <a:lnTo>
                    <a:pt x="173609" y="14300"/>
                  </a:lnTo>
                  <a:lnTo>
                    <a:pt x="238239" y="41617"/>
                  </a:lnTo>
                  <a:lnTo>
                    <a:pt x="282359" y="102552"/>
                  </a:lnTo>
                  <a:lnTo>
                    <a:pt x="291846" y="145503"/>
                  </a:lnTo>
                  <a:lnTo>
                    <a:pt x="291846" y="92240"/>
                  </a:lnTo>
                  <a:lnTo>
                    <a:pt x="274383" y="60553"/>
                  </a:lnTo>
                  <a:lnTo>
                    <a:pt x="219392" y="15100"/>
                  </a:lnTo>
                  <a:lnTo>
                    <a:pt x="151777" y="0"/>
                  </a:lnTo>
                  <a:lnTo>
                    <a:pt x="117221" y="3848"/>
                  </a:lnTo>
                  <a:lnTo>
                    <a:pt x="54597" y="34340"/>
                  </a:lnTo>
                  <a:lnTo>
                    <a:pt x="11226" y="95237"/>
                  </a:lnTo>
                  <a:lnTo>
                    <a:pt x="749" y="137109"/>
                  </a:lnTo>
                  <a:lnTo>
                    <a:pt x="0" y="144741"/>
                  </a:lnTo>
                  <a:lnTo>
                    <a:pt x="0" y="160007"/>
                  </a:lnTo>
                  <a:lnTo>
                    <a:pt x="12192" y="209867"/>
                  </a:lnTo>
                  <a:lnTo>
                    <a:pt x="32308" y="246456"/>
                  </a:lnTo>
                  <a:lnTo>
                    <a:pt x="84391" y="289267"/>
                  </a:lnTo>
                  <a:lnTo>
                    <a:pt x="147434" y="304520"/>
                  </a:lnTo>
                  <a:lnTo>
                    <a:pt x="179819" y="302069"/>
                  </a:lnTo>
                  <a:lnTo>
                    <a:pt x="239852" y="277469"/>
                  </a:lnTo>
                  <a:lnTo>
                    <a:pt x="284962" y="227317"/>
                  </a:lnTo>
                  <a:lnTo>
                    <a:pt x="298691" y="192887"/>
                  </a:lnTo>
                  <a:lnTo>
                    <a:pt x="304800" y="152374"/>
                  </a:lnTo>
                  <a:close/>
                </a:path>
              </a:pathLst>
            </a:custGeom>
            <a:solidFill>
              <a:srgbClr val="000000"/>
            </a:solidFill>
          </p:spPr>
          <p:txBody>
            <a:bodyPr wrap="square" lIns="0" tIns="0" rIns="0" bIns="0" rtlCol="0"/>
            <a:lstStyle/>
            <a:p>
              <a:endParaRPr/>
            </a:p>
          </p:txBody>
        </p:sp>
        <p:sp>
          <p:nvSpPr>
            <p:cNvPr id="10" name="object 10"/>
            <p:cNvSpPr/>
            <p:nvPr/>
          </p:nvSpPr>
          <p:spPr>
            <a:xfrm>
              <a:off x="1733550" y="2266950"/>
              <a:ext cx="0" cy="317500"/>
            </a:xfrm>
            <a:custGeom>
              <a:avLst/>
              <a:gdLst/>
              <a:ahLst/>
              <a:cxnLst/>
              <a:rect l="l" t="t" r="r" b="b"/>
              <a:pathLst>
                <a:path h="317500">
                  <a:moveTo>
                    <a:pt x="0" y="0"/>
                  </a:moveTo>
                  <a:lnTo>
                    <a:pt x="0" y="317110"/>
                  </a:lnTo>
                </a:path>
              </a:pathLst>
            </a:custGeom>
            <a:ln w="12700">
              <a:solidFill>
                <a:srgbClr val="000000"/>
              </a:solidFill>
            </a:ln>
          </p:spPr>
          <p:txBody>
            <a:bodyPr wrap="square" lIns="0" tIns="0" rIns="0" bIns="0" rtlCol="0"/>
            <a:lstStyle/>
            <a:p>
              <a:endParaRPr/>
            </a:p>
          </p:txBody>
        </p:sp>
        <p:sp>
          <p:nvSpPr>
            <p:cNvPr id="11" name="object 11"/>
            <p:cNvSpPr/>
            <p:nvPr/>
          </p:nvSpPr>
          <p:spPr>
            <a:xfrm>
              <a:off x="1479550" y="2393950"/>
              <a:ext cx="508000" cy="0"/>
            </a:xfrm>
            <a:custGeom>
              <a:avLst/>
              <a:gdLst/>
              <a:ahLst/>
              <a:cxnLst/>
              <a:rect l="l" t="t" r="r" b="b"/>
              <a:pathLst>
                <a:path w="508000">
                  <a:moveTo>
                    <a:pt x="0" y="0"/>
                  </a:moveTo>
                  <a:lnTo>
                    <a:pt x="507499" y="0"/>
                  </a:lnTo>
                </a:path>
              </a:pathLst>
            </a:custGeom>
            <a:ln w="12700">
              <a:solidFill>
                <a:srgbClr val="000000"/>
              </a:solidFill>
            </a:ln>
          </p:spPr>
          <p:txBody>
            <a:bodyPr wrap="square" lIns="0" tIns="0" rIns="0" bIns="0" rtlCol="0"/>
            <a:lstStyle/>
            <a:p>
              <a:endParaRPr/>
            </a:p>
          </p:txBody>
        </p:sp>
        <p:sp>
          <p:nvSpPr>
            <p:cNvPr id="12" name="object 12"/>
            <p:cNvSpPr/>
            <p:nvPr/>
          </p:nvSpPr>
          <p:spPr>
            <a:xfrm>
              <a:off x="1460500" y="2565399"/>
              <a:ext cx="533400" cy="279400"/>
            </a:xfrm>
            <a:custGeom>
              <a:avLst/>
              <a:gdLst/>
              <a:ahLst/>
              <a:cxnLst/>
              <a:rect l="l" t="t" r="r" b="b"/>
              <a:pathLst>
                <a:path w="533400" h="279400">
                  <a:moveTo>
                    <a:pt x="533273" y="270065"/>
                  </a:moveTo>
                  <a:lnTo>
                    <a:pt x="264718" y="0"/>
                  </a:lnTo>
                  <a:lnTo>
                    <a:pt x="260146" y="0"/>
                  </a:lnTo>
                  <a:lnTo>
                    <a:pt x="0" y="261632"/>
                  </a:lnTo>
                  <a:lnTo>
                    <a:pt x="9144" y="270065"/>
                  </a:lnTo>
                  <a:lnTo>
                    <a:pt x="257860" y="20688"/>
                  </a:lnTo>
                  <a:lnTo>
                    <a:pt x="262432" y="16116"/>
                  </a:lnTo>
                  <a:lnTo>
                    <a:pt x="267017" y="20713"/>
                  </a:lnTo>
                  <a:lnTo>
                    <a:pt x="524116" y="279273"/>
                  </a:lnTo>
                  <a:lnTo>
                    <a:pt x="533273" y="270065"/>
                  </a:lnTo>
                  <a:close/>
                </a:path>
              </a:pathLst>
            </a:custGeom>
            <a:solidFill>
              <a:srgbClr val="000000"/>
            </a:solidFill>
          </p:spPr>
          <p:txBody>
            <a:bodyPr wrap="square" lIns="0" tIns="0" rIns="0" bIns="0" rtlCol="0"/>
            <a:lstStyle/>
            <a:p>
              <a:endParaRPr/>
            </a:p>
          </p:txBody>
        </p:sp>
      </p:grpSp>
      <p:grpSp>
        <p:nvGrpSpPr>
          <p:cNvPr id="13" name="object 13"/>
          <p:cNvGrpSpPr/>
          <p:nvPr/>
        </p:nvGrpSpPr>
        <p:grpSpPr>
          <a:xfrm>
            <a:off x="2959100" y="2184400"/>
            <a:ext cx="1854200" cy="685800"/>
            <a:chOff x="2959100" y="2184400"/>
            <a:chExt cx="1854200" cy="685800"/>
          </a:xfrm>
        </p:grpSpPr>
        <p:sp>
          <p:nvSpPr>
            <p:cNvPr id="14" name="object 14"/>
            <p:cNvSpPr/>
            <p:nvPr/>
          </p:nvSpPr>
          <p:spPr>
            <a:xfrm>
              <a:off x="2959100" y="2197100"/>
              <a:ext cx="1841500" cy="673100"/>
            </a:xfrm>
            <a:custGeom>
              <a:avLst/>
              <a:gdLst/>
              <a:ahLst/>
              <a:cxnLst/>
              <a:rect l="l" t="t" r="r" b="b"/>
              <a:pathLst>
                <a:path w="1841500" h="673100">
                  <a:moveTo>
                    <a:pt x="920876" y="0"/>
                  </a:moveTo>
                  <a:lnTo>
                    <a:pt x="852133" y="922"/>
                  </a:lnTo>
                  <a:lnTo>
                    <a:pt x="784764" y="3646"/>
                  </a:lnTo>
                  <a:lnTo>
                    <a:pt x="718948" y="8106"/>
                  </a:lnTo>
                  <a:lnTo>
                    <a:pt x="654864" y="14239"/>
                  </a:lnTo>
                  <a:lnTo>
                    <a:pt x="592687" y="21977"/>
                  </a:lnTo>
                  <a:lnTo>
                    <a:pt x="532597" y="31257"/>
                  </a:lnTo>
                  <a:lnTo>
                    <a:pt x="474771" y="42012"/>
                  </a:lnTo>
                  <a:lnTo>
                    <a:pt x="419387" y="54179"/>
                  </a:lnTo>
                  <a:lnTo>
                    <a:pt x="366623" y="67692"/>
                  </a:lnTo>
                  <a:lnTo>
                    <a:pt x="316656" y="82483"/>
                  </a:lnTo>
                  <a:lnTo>
                    <a:pt x="269666" y="98492"/>
                  </a:lnTo>
                  <a:lnTo>
                    <a:pt x="225827" y="115651"/>
                  </a:lnTo>
                  <a:lnTo>
                    <a:pt x="185322" y="133894"/>
                  </a:lnTo>
                  <a:lnTo>
                    <a:pt x="148323" y="153158"/>
                  </a:lnTo>
                  <a:lnTo>
                    <a:pt x="115012" y="173376"/>
                  </a:lnTo>
                  <a:lnTo>
                    <a:pt x="60161" y="216418"/>
                  </a:lnTo>
                  <a:lnTo>
                    <a:pt x="22190" y="262496"/>
                  </a:lnTo>
                  <a:lnTo>
                    <a:pt x="2524" y="311091"/>
                  </a:lnTo>
                  <a:lnTo>
                    <a:pt x="0" y="336169"/>
                  </a:lnTo>
                  <a:lnTo>
                    <a:pt x="2524" y="361346"/>
                  </a:lnTo>
                  <a:lnTo>
                    <a:pt x="22190" y="410113"/>
                  </a:lnTo>
                  <a:lnTo>
                    <a:pt x="60161" y="456331"/>
                  </a:lnTo>
                  <a:lnTo>
                    <a:pt x="115012" y="499482"/>
                  </a:lnTo>
                  <a:lnTo>
                    <a:pt x="148323" y="519744"/>
                  </a:lnTo>
                  <a:lnTo>
                    <a:pt x="185322" y="539047"/>
                  </a:lnTo>
                  <a:lnTo>
                    <a:pt x="225827" y="557325"/>
                  </a:lnTo>
                  <a:lnTo>
                    <a:pt x="269666" y="574512"/>
                  </a:lnTo>
                  <a:lnTo>
                    <a:pt x="316656" y="590543"/>
                  </a:lnTo>
                  <a:lnTo>
                    <a:pt x="366623" y="605355"/>
                  </a:lnTo>
                  <a:lnTo>
                    <a:pt x="419387" y="618883"/>
                  </a:lnTo>
                  <a:lnTo>
                    <a:pt x="474771" y="631061"/>
                  </a:lnTo>
                  <a:lnTo>
                    <a:pt x="532597" y="641827"/>
                  </a:lnTo>
                  <a:lnTo>
                    <a:pt x="592687" y="651113"/>
                  </a:lnTo>
                  <a:lnTo>
                    <a:pt x="654864" y="658855"/>
                  </a:lnTo>
                  <a:lnTo>
                    <a:pt x="718948" y="664991"/>
                  </a:lnTo>
                  <a:lnTo>
                    <a:pt x="784764" y="669452"/>
                  </a:lnTo>
                  <a:lnTo>
                    <a:pt x="852133" y="672177"/>
                  </a:lnTo>
                  <a:lnTo>
                    <a:pt x="920876" y="673100"/>
                  </a:lnTo>
                  <a:lnTo>
                    <a:pt x="989520" y="672177"/>
                  </a:lnTo>
                  <a:lnTo>
                    <a:pt x="1056798" y="669452"/>
                  </a:lnTo>
                  <a:lnTo>
                    <a:pt x="1122532" y="664991"/>
                  </a:lnTo>
                  <a:lnTo>
                    <a:pt x="1186544" y="658855"/>
                  </a:lnTo>
                  <a:lnTo>
                    <a:pt x="1248655" y="651113"/>
                  </a:lnTo>
                  <a:lnTo>
                    <a:pt x="1308688" y="641827"/>
                  </a:lnTo>
                  <a:lnTo>
                    <a:pt x="1366461" y="631061"/>
                  </a:lnTo>
                  <a:lnTo>
                    <a:pt x="1421800" y="618883"/>
                  </a:lnTo>
                  <a:lnTo>
                    <a:pt x="1474524" y="605355"/>
                  </a:lnTo>
                  <a:lnTo>
                    <a:pt x="1524458" y="590543"/>
                  </a:lnTo>
                  <a:lnTo>
                    <a:pt x="1571421" y="574512"/>
                  </a:lnTo>
                  <a:lnTo>
                    <a:pt x="1615235" y="557325"/>
                  </a:lnTo>
                  <a:lnTo>
                    <a:pt x="1655723" y="539047"/>
                  </a:lnTo>
                  <a:lnTo>
                    <a:pt x="1692704" y="519744"/>
                  </a:lnTo>
                  <a:lnTo>
                    <a:pt x="1726003" y="499482"/>
                  </a:lnTo>
                  <a:lnTo>
                    <a:pt x="1780839" y="456331"/>
                  </a:lnTo>
                  <a:lnTo>
                    <a:pt x="1818802" y="410113"/>
                  </a:lnTo>
                  <a:lnTo>
                    <a:pt x="1838467" y="361346"/>
                  </a:lnTo>
                  <a:lnTo>
                    <a:pt x="1840993" y="336169"/>
                  </a:lnTo>
                  <a:lnTo>
                    <a:pt x="1831012" y="286512"/>
                  </a:lnTo>
                  <a:lnTo>
                    <a:pt x="1802019" y="239110"/>
                  </a:lnTo>
                  <a:lnTo>
                    <a:pt x="1755442" y="194485"/>
                  </a:lnTo>
                  <a:lnTo>
                    <a:pt x="1692704" y="153158"/>
                  </a:lnTo>
                  <a:lnTo>
                    <a:pt x="1655723" y="133894"/>
                  </a:lnTo>
                  <a:lnTo>
                    <a:pt x="1615235" y="115651"/>
                  </a:lnTo>
                  <a:lnTo>
                    <a:pt x="1571420" y="98492"/>
                  </a:lnTo>
                  <a:lnTo>
                    <a:pt x="1524458" y="82483"/>
                  </a:lnTo>
                  <a:lnTo>
                    <a:pt x="1474524" y="67692"/>
                  </a:lnTo>
                  <a:lnTo>
                    <a:pt x="1421800" y="54179"/>
                  </a:lnTo>
                  <a:lnTo>
                    <a:pt x="1366461" y="42012"/>
                  </a:lnTo>
                  <a:lnTo>
                    <a:pt x="1308688" y="31257"/>
                  </a:lnTo>
                  <a:lnTo>
                    <a:pt x="1248655" y="21977"/>
                  </a:lnTo>
                  <a:lnTo>
                    <a:pt x="1186544" y="14239"/>
                  </a:lnTo>
                  <a:lnTo>
                    <a:pt x="1122532" y="8106"/>
                  </a:lnTo>
                  <a:lnTo>
                    <a:pt x="1056798" y="3646"/>
                  </a:lnTo>
                  <a:lnTo>
                    <a:pt x="989520" y="922"/>
                  </a:lnTo>
                  <a:lnTo>
                    <a:pt x="920876" y="0"/>
                  </a:lnTo>
                  <a:close/>
                </a:path>
              </a:pathLst>
            </a:custGeom>
            <a:solidFill>
              <a:srgbClr val="FFFFCC"/>
            </a:solidFill>
          </p:spPr>
          <p:txBody>
            <a:bodyPr wrap="square" lIns="0" tIns="0" rIns="0" bIns="0" rtlCol="0"/>
            <a:lstStyle/>
            <a:p>
              <a:endParaRPr/>
            </a:p>
          </p:txBody>
        </p:sp>
        <p:sp>
          <p:nvSpPr>
            <p:cNvPr id="15" name="object 15"/>
            <p:cNvSpPr/>
            <p:nvPr/>
          </p:nvSpPr>
          <p:spPr>
            <a:xfrm>
              <a:off x="2959100" y="2184399"/>
              <a:ext cx="1854200" cy="685800"/>
            </a:xfrm>
            <a:custGeom>
              <a:avLst/>
              <a:gdLst/>
              <a:ahLst/>
              <a:cxnLst/>
              <a:rect l="l" t="t" r="r" b="b"/>
              <a:pathLst>
                <a:path w="1854200" h="685800">
                  <a:moveTo>
                    <a:pt x="1853819" y="342709"/>
                  </a:moveTo>
                  <a:lnTo>
                    <a:pt x="1843163" y="288759"/>
                  </a:lnTo>
                  <a:lnTo>
                    <a:pt x="1841639" y="286219"/>
                  </a:lnTo>
                  <a:lnTo>
                    <a:pt x="1841639" y="343471"/>
                  </a:lnTo>
                  <a:lnTo>
                    <a:pt x="1840115" y="360197"/>
                  </a:lnTo>
                  <a:lnTo>
                    <a:pt x="1798497" y="441756"/>
                  </a:lnTo>
                  <a:lnTo>
                    <a:pt x="1769262" y="470903"/>
                  </a:lnTo>
                  <a:lnTo>
                    <a:pt x="1734375" y="497713"/>
                  </a:lnTo>
                  <a:lnTo>
                    <a:pt x="1694548" y="522249"/>
                  </a:lnTo>
                  <a:lnTo>
                    <a:pt x="1650492" y="544614"/>
                  </a:lnTo>
                  <a:lnTo>
                    <a:pt x="1602930" y="564883"/>
                  </a:lnTo>
                  <a:lnTo>
                    <a:pt x="1552473" y="583145"/>
                  </a:lnTo>
                  <a:lnTo>
                    <a:pt x="1500174" y="599389"/>
                  </a:lnTo>
                  <a:lnTo>
                    <a:pt x="1446415" y="613791"/>
                  </a:lnTo>
                  <a:lnTo>
                    <a:pt x="1392034" y="626402"/>
                  </a:lnTo>
                  <a:lnTo>
                    <a:pt x="1337754" y="637286"/>
                  </a:lnTo>
                  <a:lnTo>
                    <a:pt x="1284274" y="646518"/>
                  </a:lnTo>
                  <a:lnTo>
                    <a:pt x="1232331" y="654202"/>
                  </a:lnTo>
                  <a:lnTo>
                    <a:pt x="1182560" y="660387"/>
                  </a:lnTo>
                  <a:lnTo>
                    <a:pt x="1135811" y="665162"/>
                  </a:lnTo>
                  <a:lnTo>
                    <a:pt x="1092923" y="668578"/>
                  </a:lnTo>
                  <a:lnTo>
                    <a:pt x="1054227" y="670763"/>
                  </a:lnTo>
                  <a:lnTo>
                    <a:pt x="927290" y="673265"/>
                  </a:lnTo>
                  <a:lnTo>
                    <a:pt x="891184" y="673430"/>
                  </a:lnTo>
                  <a:lnTo>
                    <a:pt x="850938" y="672642"/>
                  </a:lnTo>
                  <a:lnTo>
                    <a:pt x="807072" y="670839"/>
                  </a:lnTo>
                  <a:lnTo>
                    <a:pt x="760145" y="667918"/>
                  </a:lnTo>
                  <a:lnTo>
                    <a:pt x="710692" y="663829"/>
                  </a:lnTo>
                  <a:lnTo>
                    <a:pt x="659231" y="658469"/>
                  </a:lnTo>
                  <a:lnTo>
                    <a:pt x="606310" y="651764"/>
                  </a:lnTo>
                  <a:lnTo>
                    <a:pt x="552475" y="643648"/>
                  </a:lnTo>
                  <a:lnTo>
                    <a:pt x="498259" y="634034"/>
                  </a:lnTo>
                  <a:lnTo>
                    <a:pt x="444195" y="622858"/>
                  </a:lnTo>
                  <a:lnTo>
                    <a:pt x="390829" y="610019"/>
                  </a:lnTo>
                  <a:lnTo>
                    <a:pt x="338683" y="595452"/>
                  </a:lnTo>
                  <a:lnTo>
                    <a:pt x="288315" y="579081"/>
                  </a:lnTo>
                  <a:lnTo>
                    <a:pt x="240258" y="560819"/>
                  </a:lnTo>
                  <a:lnTo>
                    <a:pt x="195033" y="540600"/>
                  </a:lnTo>
                  <a:lnTo>
                    <a:pt x="153200" y="518337"/>
                  </a:lnTo>
                  <a:lnTo>
                    <a:pt x="115277" y="493953"/>
                  </a:lnTo>
                  <a:lnTo>
                    <a:pt x="81826" y="467372"/>
                  </a:lnTo>
                  <a:lnTo>
                    <a:pt x="53352" y="438518"/>
                  </a:lnTo>
                  <a:lnTo>
                    <a:pt x="30416" y="407301"/>
                  </a:lnTo>
                  <a:lnTo>
                    <a:pt x="13690" y="359435"/>
                  </a:lnTo>
                  <a:lnTo>
                    <a:pt x="12166" y="342709"/>
                  </a:lnTo>
                  <a:lnTo>
                    <a:pt x="13690" y="325996"/>
                  </a:lnTo>
                  <a:lnTo>
                    <a:pt x="41821" y="262420"/>
                  </a:lnTo>
                  <a:lnTo>
                    <a:pt x="66586" y="233045"/>
                  </a:lnTo>
                  <a:lnTo>
                    <a:pt x="96583" y="205892"/>
                  </a:lnTo>
                  <a:lnTo>
                    <a:pt x="131279" y="180873"/>
                  </a:lnTo>
                  <a:lnTo>
                    <a:pt x="170141" y="157937"/>
                  </a:lnTo>
                  <a:lnTo>
                    <a:pt x="212648" y="136982"/>
                  </a:lnTo>
                  <a:lnTo>
                    <a:pt x="258267" y="117957"/>
                  </a:lnTo>
                  <a:lnTo>
                    <a:pt x="306476" y="100787"/>
                  </a:lnTo>
                  <a:lnTo>
                    <a:pt x="356730" y="85394"/>
                  </a:lnTo>
                  <a:lnTo>
                    <a:pt x="408508" y="71704"/>
                  </a:lnTo>
                  <a:lnTo>
                    <a:pt x="461568" y="59588"/>
                  </a:lnTo>
                  <a:lnTo>
                    <a:pt x="514527" y="49161"/>
                  </a:lnTo>
                  <a:lnTo>
                    <a:pt x="567702" y="40157"/>
                  </a:lnTo>
                  <a:lnTo>
                    <a:pt x="620280" y="32562"/>
                  </a:lnTo>
                  <a:lnTo>
                    <a:pt x="671741" y="26314"/>
                  </a:lnTo>
                  <a:lnTo>
                    <a:pt x="721550" y="21323"/>
                  </a:lnTo>
                  <a:lnTo>
                    <a:pt x="769175" y="17551"/>
                  </a:lnTo>
                  <a:lnTo>
                    <a:pt x="814095" y="14884"/>
                  </a:lnTo>
                  <a:lnTo>
                    <a:pt x="855764" y="13271"/>
                  </a:lnTo>
                  <a:lnTo>
                    <a:pt x="893673" y="12649"/>
                  </a:lnTo>
                  <a:lnTo>
                    <a:pt x="927290" y="12928"/>
                  </a:lnTo>
                  <a:lnTo>
                    <a:pt x="1021613" y="14465"/>
                  </a:lnTo>
                  <a:lnTo>
                    <a:pt x="1092923" y="17564"/>
                  </a:lnTo>
                  <a:lnTo>
                    <a:pt x="1135951" y="20993"/>
                  </a:lnTo>
                  <a:lnTo>
                    <a:pt x="1182662" y="25755"/>
                  </a:lnTo>
                  <a:lnTo>
                    <a:pt x="1232344" y="31927"/>
                  </a:lnTo>
                  <a:lnTo>
                    <a:pt x="1284363" y="39611"/>
                  </a:lnTo>
                  <a:lnTo>
                    <a:pt x="1337957" y="48882"/>
                  </a:lnTo>
                  <a:lnTo>
                    <a:pt x="1392364" y="59791"/>
                  </a:lnTo>
                  <a:lnTo>
                    <a:pt x="1446872" y="72440"/>
                  </a:lnTo>
                  <a:lnTo>
                    <a:pt x="1500759" y="86880"/>
                  </a:lnTo>
                  <a:lnTo>
                    <a:pt x="1553273" y="103212"/>
                  </a:lnTo>
                  <a:lnTo>
                    <a:pt x="1603692" y="121500"/>
                  </a:lnTo>
                  <a:lnTo>
                    <a:pt x="1651304" y="141820"/>
                  </a:lnTo>
                  <a:lnTo>
                    <a:pt x="1695373" y="164261"/>
                  </a:lnTo>
                  <a:lnTo>
                    <a:pt x="1735162" y="188887"/>
                  </a:lnTo>
                  <a:lnTo>
                    <a:pt x="1769960" y="215773"/>
                  </a:lnTo>
                  <a:lnTo>
                    <a:pt x="1799031" y="245008"/>
                  </a:lnTo>
                  <a:lnTo>
                    <a:pt x="1821649" y="276656"/>
                  </a:lnTo>
                  <a:lnTo>
                    <a:pt x="1840115" y="326758"/>
                  </a:lnTo>
                  <a:lnTo>
                    <a:pt x="1841639" y="343471"/>
                  </a:lnTo>
                  <a:lnTo>
                    <a:pt x="1841639" y="286219"/>
                  </a:lnTo>
                  <a:lnTo>
                    <a:pt x="1798053" y="225628"/>
                  </a:lnTo>
                  <a:lnTo>
                    <a:pt x="1767179" y="197573"/>
                  </a:lnTo>
                  <a:lnTo>
                    <a:pt x="1731530" y="171754"/>
                  </a:lnTo>
                  <a:lnTo>
                    <a:pt x="1691665" y="148094"/>
                  </a:lnTo>
                  <a:lnTo>
                    <a:pt x="1648155" y="126530"/>
                  </a:lnTo>
                  <a:lnTo>
                    <a:pt x="1601571" y="106972"/>
                  </a:lnTo>
                  <a:lnTo>
                    <a:pt x="1552473" y="89344"/>
                  </a:lnTo>
                  <a:lnTo>
                    <a:pt x="1501432" y="73571"/>
                  </a:lnTo>
                  <a:lnTo>
                    <a:pt x="1449031" y="59575"/>
                  </a:lnTo>
                  <a:lnTo>
                    <a:pt x="1395806" y="47294"/>
                  </a:lnTo>
                  <a:lnTo>
                    <a:pt x="1342364" y="36639"/>
                  </a:lnTo>
                  <a:lnTo>
                    <a:pt x="1289240" y="27520"/>
                  </a:lnTo>
                  <a:lnTo>
                    <a:pt x="1237018" y="19888"/>
                  </a:lnTo>
                  <a:lnTo>
                    <a:pt x="1186268" y="13652"/>
                  </a:lnTo>
                  <a:lnTo>
                    <a:pt x="1137564" y="8737"/>
                  </a:lnTo>
                  <a:lnTo>
                    <a:pt x="1091450" y="5067"/>
                  </a:lnTo>
                  <a:lnTo>
                    <a:pt x="1048524" y="2565"/>
                  </a:lnTo>
                  <a:lnTo>
                    <a:pt x="1009332" y="1155"/>
                  </a:lnTo>
                  <a:lnTo>
                    <a:pt x="927290" y="0"/>
                  </a:lnTo>
                  <a:lnTo>
                    <a:pt x="844588" y="1143"/>
                  </a:lnTo>
                  <a:lnTo>
                    <a:pt x="805459" y="2540"/>
                  </a:lnTo>
                  <a:lnTo>
                    <a:pt x="762546" y="5029"/>
                  </a:lnTo>
                  <a:lnTo>
                    <a:pt x="716407" y="8712"/>
                  </a:lnTo>
                  <a:lnTo>
                    <a:pt x="667258" y="13677"/>
                  </a:lnTo>
                  <a:lnTo>
                    <a:pt x="616800" y="19888"/>
                  </a:lnTo>
                  <a:lnTo>
                    <a:pt x="563994" y="27635"/>
                  </a:lnTo>
                  <a:lnTo>
                    <a:pt x="511238" y="36690"/>
                  </a:lnTo>
                  <a:lnTo>
                    <a:pt x="457669" y="47396"/>
                  </a:lnTo>
                  <a:lnTo>
                    <a:pt x="404342" y="59728"/>
                  </a:lnTo>
                  <a:lnTo>
                    <a:pt x="351815" y="73761"/>
                  </a:lnTo>
                  <a:lnTo>
                    <a:pt x="300685" y="89585"/>
                  </a:lnTo>
                  <a:lnTo>
                    <a:pt x="251510" y="107264"/>
                  </a:lnTo>
                  <a:lnTo>
                    <a:pt x="204889" y="126885"/>
                  </a:lnTo>
                  <a:lnTo>
                    <a:pt x="161378" y="148513"/>
                  </a:lnTo>
                  <a:lnTo>
                    <a:pt x="121551" y="172237"/>
                  </a:lnTo>
                  <a:lnTo>
                    <a:pt x="85991" y="198120"/>
                  </a:lnTo>
                  <a:lnTo>
                    <a:pt x="55270" y="226250"/>
                  </a:lnTo>
                  <a:lnTo>
                    <a:pt x="29959" y="256692"/>
                  </a:lnTo>
                  <a:lnTo>
                    <a:pt x="0" y="343471"/>
                  </a:lnTo>
                  <a:lnTo>
                    <a:pt x="1511" y="361708"/>
                  </a:lnTo>
                  <a:lnTo>
                    <a:pt x="12166" y="398945"/>
                  </a:lnTo>
                  <a:lnTo>
                    <a:pt x="62001" y="467334"/>
                  </a:lnTo>
                  <a:lnTo>
                    <a:pt x="101460" y="499999"/>
                  </a:lnTo>
                  <a:lnTo>
                    <a:pt x="146570" y="528904"/>
                  </a:lnTo>
                  <a:lnTo>
                    <a:pt x="195122" y="554164"/>
                  </a:lnTo>
                  <a:lnTo>
                    <a:pt x="244894" y="575818"/>
                  </a:lnTo>
                  <a:lnTo>
                    <a:pt x="293674" y="593966"/>
                  </a:lnTo>
                  <a:lnTo>
                    <a:pt x="339267" y="608672"/>
                  </a:lnTo>
                  <a:lnTo>
                    <a:pt x="410768" y="628434"/>
                  </a:lnTo>
                  <a:lnTo>
                    <a:pt x="461568" y="640067"/>
                  </a:lnTo>
                  <a:lnTo>
                    <a:pt x="512660" y="650227"/>
                  </a:lnTo>
                  <a:lnTo>
                    <a:pt x="563994" y="658977"/>
                  </a:lnTo>
                  <a:lnTo>
                    <a:pt x="615543" y="666369"/>
                  </a:lnTo>
                  <a:lnTo>
                    <a:pt x="667639" y="672490"/>
                  </a:lnTo>
                  <a:lnTo>
                    <a:pt x="719124" y="677316"/>
                  </a:lnTo>
                  <a:lnTo>
                    <a:pt x="771093" y="680974"/>
                  </a:lnTo>
                  <a:lnTo>
                    <a:pt x="823137" y="683514"/>
                  </a:lnTo>
                  <a:lnTo>
                    <a:pt x="875207" y="684974"/>
                  </a:lnTo>
                  <a:lnTo>
                    <a:pt x="927290" y="685431"/>
                  </a:lnTo>
                  <a:lnTo>
                    <a:pt x="974445" y="685431"/>
                  </a:lnTo>
                  <a:lnTo>
                    <a:pt x="1021613" y="683907"/>
                  </a:lnTo>
                  <a:lnTo>
                    <a:pt x="1067257" y="681621"/>
                  </a:lnTo>
                  <a:lnTo>
                    <a:pt x="1097965" y="680415"/>
                  </a:lnTo>
                  <a:lnTo>
                    <a:pt x="1173302" y="674370"/>
                  </a:lnTo>
                  <a:lnTo>
                    <a:pt x="1216596" y="669417"/>
                  </a:lnTo>
                  <a:lnTo>
                    <a:pt x="1262786" y="663092"/>
                  </a:lnTo>
                  <a:lnTo>
                    <a:pt x="1311186" y="655320"/>
                  </a:lnTo>
                  <a:lnTo>
                    <a:pt x="1361160" y="646061"/>
                  </a:lnTo>
                  <a:lnTo>
                    <a:pt x="1412024" y="635241"/>
                  </a:lnTo>
                  <a:lnTo>
                    <a:pt x="1463141" y="622795"/>
                  </a:lnTo>
                  <a:lnTo>
                    <a:pt x="1513840" y="608660"/>
                  </a:lnTo>
                  <a:lnTo>
                    <a:pt x="1563458" y="592785"/>
                  </a:lnTo>
                  <a:lnTo>
                    <a:pt x="1611350" y="575094"/>
                  </a:lnTo>
                  <a:lnTo>
                    <a:pt x="1656854" y="555536"/>
                  </a:lnTo>
                  <a:lnTo>
                    <a:pt x="1699298" y="534035"/>
                  </a:lnTo>
                  <a:lnTo>
                    <a:pt x="1738045" y="510552"/>
                  </a:lnTo>
                  <a:lnTo>
                    <a:pt x="1772412" y="485000"/>
                  </a:lnTo>
                  <a:lnTo>
                    <a:pt x="1801761" y="457327"/>
                  </a:lnTo>
                  <a:lnTo>
                    <a:pt x="1841639" y="397395"/>
                  </a:lnTo>
                  <a:lnTo>
                    <a:pt x="1842744" y="395363"/>
                  </a:lnTo>
                  <a:lnTo>
                    <a:pt x="1853057" y="360946"/>
                  </a:lnTo>
                  <a:lnTo>
                    <a:pt x="1853819" y="342709"/>
                  </a:lnTo>
                  <a:close/>
                </a:path>
              </a:pathLst>
            </a:custGeom>
            <a:solidFill>
              <a:srgbClr val="990033"/>
            </a:solidFill>
          </p:spPr>
          <p:txBody>
            <a:bodyPr wrap="square" lIns="0" tIns="0" rIns="0" bIns="0" rtlCol="0"/>
            <a:lstStyle/>
            <a:p>
              <a:endParaRPr/>
            </a:p>
          </p:txBody>
        </p:sp>
      </p:grpSp>
      <p:sp>
        <p:nvSpPr>
          <p:cNvPr id="16" name="object 16"/>
          <p:cNvSpPr txBox="1"/>
          <p:nvPr/>
        </p:nvSpPr>
        <p:spPr>
          <a:xfrm>
            <a:off x="3271391" y="2386181"/>
            <a:ext cx="1200150" cy="238760"/>
          </a:xfrm>
          <a:prstGeom prst="rect">
            <a:avLst/>
          </a:prstGeom>
        </p:spPr>
        <p:txBody>
          <a:bodyPr vert="horz" wrap="square" lIns="0" tIns="12700" rIns="0" bIns="0" rtlCol="0">
            <a:spAutoFit/>
          </a:bodyPr>
          <a:lstStyle/>
          <a:p>
            <a:pPr marL="12700">
              <a:lnSpc>
                <a:spcPct val="100000"/>
              </a:lnSpc>
              <a:spcBef>
                <a:spcPts val="100"/>
              </a:spcBef>
            </a:pPr>
            <a:r>
              <a:rPr sz="1400" spc="45" dirty="0">
                <a:latin typeface="Calibri"/>
                <a:cs typeface="Calibri"/>
              </a:rPr>
              <a:t>I</a:t>
            </a:r>
            <a:r>
              <a:rPr sz="1400" spc="-40" dirty="0">
                <a:latin typeface="Calibri"/>
                <a:cs typeface="Calibri"/>
              </a:rPr>
              <a:t>n</a:t>
            </a:r>
            <a:r>
              <a:rPr sz="1400" spc="-50" dirty="0">
                <a:latin typeface="Calibri"/>
                <a:cs typeface="Calibri"/>
              </a:rPr>
              <a:t>s</a:t>
            </a:r>
            <a:r>
              <a:rPr sz="1400" spc="5" dirty="0">
                <a:latin typeface="Calibri"/>
                <a:cs typeface="Calibri"/>
              </a:rPr>
              <a:t>c</a:t>
            </a:r>
            <a:r>
              <a:rPr sz="1400" spc="10" dirty="0">
                <a:latin typeface="Calibri"/>
                <a:cs typeface="Calibri"/>
              </a:rPr>
              <a:t>r</a:t>
            </a:r>
            <a:r>
              <a:rPr sz="1400" spc="-25" dirty="0">
                <a:latin typeface="Calibri"/>
                <a:cs typeface="Calibri"/>
              </a:rPr>
              <a:t>i</a:t>
            </a:r>
            <a:r>
              <a:rPr sz="1400" spc="-40" dirty="0">
                <a:latin typeface="Calibri"/>
                <a:cs typeface="Calibri"/>
              </a:rPr>
              <a:t>p</a:t>
            </a:r>
            <a:r>
              <a:rPr sz="1400" spc="30" dirty="0">
                <a:latin typeface="Calibri"/>
                <a:cs typeface="Calibri"/>
              </a:rPr>
              <a:t>t</a:t>
            </a:r>
            <a:r>
              <a:rPr sz="1400" spc="-25" dirty="0">
                <a:latin typeface="Calibri"/>
                <a:cs typeface="Calibri"/>
              </a:rPr>
              <a:t>i</a:t>
            </a:r>
            <a:r>
              <a:rPr sz="1400" spc="-40" dirty="0">
                <a:latin typeface="Calibri"/>
                <a:cs typeface="Calibri"/>
              </a:rPr>
              <a:t>o</a:t>
            </a:r>
            <a:r>
              <a:rPr sz="1400" dirty="0">
                <a:latin typeface="Calibri"/>
                <a:cs typeface="Calibri"/>
              </a:rPr>
              <a:t>n</a:t>
            </a:r>
            <a:r>
              <a:rPr sz="1400" spc="-55" dirty="0">
                <a:latin typeface="Calibri"/>
                <a:cs typeface="Calibri"/>
              </a:rPr>
              <a:t> </a:t>
            </a:r>
            <a:r>
              <a:rPr sz="1400" spc="5" dirty="0">
                <a:latin typeface="Calibri"/>
                <a:cs typeface="Calibri"/>
              </a:rPr>
              <a:t>c</a:t>
            </a:r>
            <a:r>
              <a:rPr sz="1400" spc="-40" dirty="0">
                <a:latin typeface="Calibri"/>
                <a:cs typeface="Calibri"/>
              </a:rPr>
              <a:t>ou</a:t>
            </a:r>
            <a:r>
              <a:rPr sz="1400" spc="10" dirty="0">
                <a:latin typeface="Calibri"/>
                <a:cs typeface="Calibri"/>
              </a:rPr>
              <a:t>r</a:t>
            </a:r>
            <a:r>
              <a:rPr sz="1400" dirty="0">
                <a:latin typeface="Calibri"/>
                <a:cs typeface="Calibri"/>
              </a:rPr>
              <a:t>s</a:t>
            </a:r>
            <a:endParaRPr sz="1400">
              <a:latin typeface="Calibri"/>
              <a:cs typeface="Calibri"/>
            </a:endParaRPr>
          </a:p>
        </p:txBody>
      </p:sp>
      <p:grpSp>
        <p:nvGrpSpPr>
          <p:cNvPr id="17" name="object 17"/>
          <p:cNvGrpSpPr/>
          <p:nvPr/>
        </p:nvGrpSpPr>
        <p:grpSpPr>
          <a:xfrm>
            <a:off x="2959100" y="3149600"/>
            <a:ext cx="1854200" cy="685800"/>
            <a:chOff x="2959100" y="3149600"/>
            <a:chExt cx="1854200" cy="685800"/>
          </a:xfrm>
        </p:grpSpPr>
        <p:sp>
          <p:nvSpPr>
            <p:cNvPr id="18" name="object 18"/>
            <p:cNvSpPr/>
            <p:nvPr/>
          </p:nvSpPr>
          <p:spPr>
            <a:xfrm>
              <a:off x="2959100" y="3149600"/>
              <a:ext cx="1841500" cy="673100"/>
            </a:xfrm>
            <a:custGeom>
              <a:avLst/>
              <a:gdLst/>
              <a:ahLst/>
              <a:cxnLst/>
              <a:rect l="l" t="t" r="r" b="b"/>
              <a:pathLst>
                <a:path w="1841500" h="673100">
                  <a:moveTo>
                    <a:pt x="920876" y="0"/>
                  </a:moveTo>
                  <a:lnTo>
                    <a:pt x="852133" y="920"/>
                  </a:lnTo>
                  <a:lnTo>
                    <a:pt x="784764" y="3639"/>
                  </a:lnTo>
                  <a:lnTo>
                    <a:pt x="718948" y="8093"/>
                  </a:lnTo>
                  <a:lnTo>
                    <a:pt x="654864" y="14217"/>
                  </a:lnTo>
                  <a:lnTo>
                    <a:pt x="592687" y="21945"/>
                  </a:lnTo>
                  <a:lnTo>
                    <a:pt x="532597" y="31214"/>
                  </a:lnTo>
                  <a:lnTo>
                    <a:pt x="474771" y="41958"/>
                  </a:lnTo>
                  <a:lnTo>
                    <a:pt x="419387" y="54113"/>
                  </a:lnTo>
                  <a:lnTo>
                    <a:pt x="366623" y="67617"/>
                  </a:lnTo>
                  <a:lnTo>
                    <a:pt x="316656" y="82401"/>
                  </a:lnTo>
                  <a:lnTo>
                    <a:pt x="269666" y="98403"/>
                  </a:lnTo>
                  <a:lnTo>
                    <a:pt x="225827" y="115557"/>
                  </a:lnTo>
                  <a:lnTo>
                    <a:pt x="185322" y="133800"/>
                  </a:lnTo>
                  <a:lnTo>
                    <a:pt x="148323" y="153066"/>
                  </a:lnTo>
                  <a:lnTo>
                    <a:pt x="115012" y="173291"/>
                  </a:lnTo>
                  <a:lnTo>
                    <a:pt x="60161" y="216361"/>
                  </a:lnTo>
                  <a:lnTo>
                    <a:pt x="22190" y="262491"/>
                  </a:lnTo>
                  <a:lnTo>
                    <a:pt x="2524" y="311167"/>
                  </a:lnTo>
                  <a:lnTo>
                    <a:pt x="0" y="336296"/>
                  </a:lnTo>
                  <a:lnTo>
                    <a:pt x="2524" y="361332"/>
                  </a:lnTo>
                  <a:lnTo>
                    <a:pt x="22190" y="409870"/>
                  </a:lnTo>
                  <a:lnTo>
                    <a:pt x="60161" y="455923"/>
                  </a:lnTo>
                  <a:lnTo>
                    <a:pt x="115012" y="498966"/>
                  </a:lnTo>
                  <a:lnTo>
                    <a:pt x="148323" y="519192"/>
                  </a:lnTo>
                  <a:lnTo>
                    <a:pt x="185322" y="538468"/>
                  </a:lnTo>
                  <a:lnTo>
                    <a:pt x="225827" y="556728"/>
                  </a:lnTo>
                  <a:lnTo>
                    <a:pt x="269666" y="573906"/>
                  </a:lnTo>
                  <a:lnTo>
                    <a:pt x="316656" y="589936"/>
                  </a:lnTo>
                  <a:lnTo>
                    <a:pt x="366623" y="604752"/>
                  </a:lnTo>
                  <a:lnTo>
                    <a:pt x="419387" y="618288"/>
                  </a:lnTo>
                  <a:lnTo>
                    <a:pt x="474771" y="630477"/>
                  </a:lnTo>
                  <a:lnTo>
                    <a:pt x="532597" y="641256"/>
                  </a:lnTo>
                  <a:lnTo>
                    <a:pt x="592687" y="650557"/>
                  </a:lnTo>
                  <a:lnTo>
                    <a:pt x="654864" y="658314"/>
                  </a:lnTo>
                  <a:lnTo>
                    <a:pt x="718948" y="664463"/>
                  </a:lnTo>
                  <a:lnTo>
                    <a:pt x="784764" y="668936"/>
                  </a:lnTo>
                  <a:lnTo>
                    <a:pt x="852133" y="671669"/>
                  </a:lnTo>
                  <a:lnTo>
                    <a:pt x="920876" y="672594"/>
                  </a:lnTo>
                  <a:lnTo>
                    <a:pt x="989520" y="671669"/>
                  </a:lnTo>
                  <a:lnTo>
                    <a:pt x="1056798" y="668936"/>
                  </a:lnTo>
                  <a:lnTo>
                    <a:pt x="1122532" y="664463"/>
                  </a:lnTo>
                  <a:lnTo>
                    <a:pt x="1186544" y="658314"/>
                  </a:lnTo>
                  <a:lnTo>
                    <a:pt x="1248655" y="650557"/>
                  </a:lnTo>
                  <a:lnTo>
                    <a:pt x="1308688" y="641256"/>
                  </a:lnTo>
                  <a:lnTo>
                    <a:pt x="1366461" y="630477"/>
                  </a:lnTo>
                  <a:lnTo>
                    <a:pt x="1421800" y="618288"/>
                  </a:lnTo>
                  <a:lnTo>
                    <a:pt x="1474524" y="604752"/>
                  </a:lnTo>
                  <a:lnTo>
                    <a:pt x="1524458" y="589936"/>
                  </a:lnTo>
                  <a:lnTo>
                    <a:pt x="1571421" y="573906"/>
                  </a:lnTo>
                  <a:lnTo>
                    <a:pt x="1615235" y="556728"/>
                  </a:lnTo>
                  <a:lnTo>
                    <a:pt x="1655723" y="538468"/>
                  </a:lnTo>
                  <a:lnTo>
                    <a:pt x="1692704" y="519192"/>
                  </a:lnTo>
                  <a:lnTo>
                    <a:pt x="1726003" y="498966"/>
                  </a:lnTo>
                  <a:lnTo>
                    <a:pt x="1780839" y="455923"/>
                  </a:lnTo>
                  <a:lnTo>
                    <a:pt x="1818802" y="409870"/>
                  </a:lnTo>
                  <a:lnTo>
                    <a:pt x="1838467" y="361332"/>
                  </a:lnTo>
                  <a:lnTo>
                    <a:pt x="1840993" y="336296"/>
                  </a:lnTo>
                  <a:lnTo>
                    <a:pt x="1831012" y="286542"/>
                  </a:lnTo>
                  <a:lnTo>
                    <a:pt x="1802019" y="239076"/>
                  </a:lnTo>
                  <a:lnTo>
                    <a:pt x="1755442" y="194411"/>
                  </a:lnTo>
                  <a:lnTo>
                    <a:pt x="1692704" y="153066"/>
                  </a:lnTo>
                  <a:lnTo>
                    <a:pt x="1655723" y="133800"/>
                  </a:lnTo>
                  <a:lnTo>
                    <a:pt x="1615235" y="115557"/>
                  </a:lnTo>
                  <a:lnTo>
                    <a:pt x="1571420" y="98403"/>
                  </a:lnTo>
                  <a:lnTo>
                    <a:pt x="1524458" y="82401"/>
                  </a:lnTo>
                  <a:lnTo>
                    <a:pt x="1474524" y="67617"/>
                  </a:lnTo>
                  <a:lnTo>
                    <a:pt x="1421800" y="54113"/>
                  </a:lnTo>
                  <a:lnTo>
                    <a:pt x="1366461" y="41958"/>
                  </a:lnTo>
                  <a:lnTo>
                    <a:pt x="1308688" y="31214"/>
                  </a:lnTo>
                  <a:lnTo>
                    <a:pt x="1248655" y="21945"/>
                  </a:lnTo>
                  <a:lnTo>
                    <a:pt x="1186544" y="14217"/>
                  </a:lnTo>
                  <a:lnTo>
                    <a:pt x="1122532" y="8093"/>
                  </a:lnTo>
                  <a:lnTo>
                    <a:pt x="1056798" y="3639"/>
                  </a:lnTo>
                  <a:lnTo>
                    <a:pt x="989520" y="920"/>
                  </a:lnTo>
                  <a:lnTo>
                    <a:pt x="920876" y="0"/>
                  </a:lnTo>
                  <a:close/>
                </a:path>
              </a:pathLst>
            </a:custGeom>
            <a:solidFill>
              <a:srgbClr val="FFFFCC"/>
            </a:solidFill>
          </p:spPr>
          <p:txBody>
            <a:bodyPr wrap="square" lIns="0" tIns="0" rIns="0" bIns="0" rtlCol="0"/>
            <a:lstStyle/>
            <a:p>
              <a:endParaRPr/>
            </a:p>
          </p:txBody>
        </p:sp>
        <p:sp>
          <p:nvSpPr>
            <p:cNvPr id="19" name="object 19"/>
            <p:cNvSpPr/>
            <p:nvPr/>
          </p:nvSpPr>
          <p:spPr>
            <a:xfrm>
              <a:off x="2959100" y="3149599"/>
              <a:ext cx="1854200" cy="685800"/>
            </a:xfrm>
            <a:custGeom>
              <a:avLst/>
              <a:gdLst/>
              <a:ahLst/>
              <a:cxnLst/>
              <a:rect l="l" t="t" r="r" b="b"/>
              <a:pathLst>
                <a:path w="1854200" h="685800">
                  <a:moveTo>
                    <a:pt x="1853819" y="341960"/>
                  </a:moveTo>
                  <a:lnTo>
                    <a:pt x="1843163" y="288759"/>
                  </a:lnTo>
                  <a:lnTo>
                    <a:pt x="1841639" y="286194"/>
                  </a:lnTo>
                  <a:lnTo>
                    <a:pt x="1841639" y="342709"/>
                  </a:lnTo>
                  <a:lnTo>
                    <a:pt x="1840115" y="359435"/>
                  </a:lnTo>
                  <a:lnTo>
                    <a:pt x="1798104" y="441274"/>
                  </a:lnTo>
                  <a:lnTo>
                    <a:pt x="1768805" y="470509"/>
                  </a:lnTo>
                  <a:lnTo>
                    <a:pt x="1733892" y="497382"/>
                  </a:lnTo>
                  <a:lnTo>
                    <a:pt x="1694091" y="521970"/>
                  </a:lnTo>
                  <a:lnTo>
                    <a:pt x="1650098" y="544347"/>
                  </a:lnTo>
                  <a:lnTo>
                    <a:pt x="1602638" y="564603"/>
                  </a:lnTo>
                  <a:lnTo>
                    <a:pt x="1552422" y="582828"/>
                  </a:lnTo>
                  <a:lnTo>
                    <a:pt x="1500149" y="599071"/>
                  </a:lnTo>
                  <a:lnTo>
                    <a:pt x="1446542" y="613435"/>
                  </a:lnTo>
                  <a:lnTo>
                    <a:pt x="1392224" y="626008"/>
                  </a:lnTo>
                  <a:lnTo>
                    <a:pt x="1337970" y="636841"/>
                  </a:lnTo>
                  <a:lnTo>
                    <a:pt x="1284516" y="646036"/>
                  </a:lnTo>
                  <a:lnTo>
                    <a:pt x="1232598" y="653656"/>
                  </a:lnTo>
                  <a:lnTo>
                    <a:pt x="1182903" y="659777"/>
                  </a:lnTo>
                  <a:lnTo>
                    <a:pt x="1136167" y="664489"/>
                  </a:lnTo>
                  <a:lnTo>
                    <a:pt x="1093355" y="667867"/>
                  </a:lnTo>
                  <a:lnTo>
                    <a:pt x="1054417" y="670013"/>
                  </a:lnTo>
                  <a:lnTo>
                    <a:pt x="974445" y="672503"/>
                  </a:lnTo>
                  <a:lnTo>
                    <a:pt x="927290" y="672503"/>
                  </a:lnTo>
                  <a:lnTo>
                    <a:pt x="891197" y="672744"/>
                  </a:lnTo>
                  <a:lnTo>
                    <a:pt x="850963" y="672007"/>
                  </a:lnTo>
                  <a:lnTo>
                    <a:pt x="807161" y="670255"/>
                  </a:lnTo>
                  <a:lnTo>
                    <a:pt x="760222" y="667372"/>
                  </a:lnTo>
                  <a:lnTo>
                    <a:pt x="710793" y="663308"/>
                  </a:lnTo>
                  <a:lnTo>
                    <a:pt x="659358" y="657987"/>
                  </a:lnTo>
                  <a:lnTo>
                    <a:pt x="606475" y="651306"/>
                  </a:lnTo>
                  <a:lnTo>
                    <a:pt x="552665" y="643216"/>
                  </a:lnTo>
                  <a:lnTo>
                    <a:pt x="498475" y="633615"/>
                  </a:lnTo>
                  <a:lnTo>
                    <a:pt x="444423" y="622452"/>
                  </a:lnTo>
                  <a:lnTo>
                    <a:pt x="391071" y="609638"/>
                  </a:lnTo>
                  <a:lnTo>
                    <a:pt x="338937" y="595096"/>
                  </a:lnTo>
                  <a:lnTo>
                    <a:pt x="288582" y="578739"/>
                  </a:lnTo>
                  <a:lnTo>
                    <a:pt x="240512" y="560514"/>
                  </a:lnTo>
                  <a:lnTo>
                    <a:pt x="195275" y="540321"/>
                  </a:lnTo>
                  <a:lnTo>
                    <a:pt x="153416" y="518096"/>
                  </a:lnTo>
                  <a:lnTo>
                    <a:pt x="115468" y="493763"/>
                  </a:lnTo>
                  <a:lnTo>
                    <a:pt x="81953" y="467233"/>
                  </a:lnTo>
                  <a:lnTo>
                    <a:pt x="53428" y="438442"/>
                  </a:lnTo>
                  <a:lnTo>
                    <a:pt x="30416" y="407314"/>
                  </a:lnTo>
                  <a:lnTo>
                    <a:pt x="13690" y="358673"/>
                  </a:lnTo>
                  <a:lnTo>
                    <a:pt x="12166" y="341960"/>
                  </a:lnTo>
                  <a:lnTo>
                    <a:pt x="13690" y="325996"/>
                  </a:lnTo>
                  <a:lnTo>
                    <a:pt x="41973" y="261708"/>
                  </a:lnTo>
                  <a:lnTo>
                    <a:pt x="66852" y="232371"/>
                  </a:lnTo>
                  <a:lnTo>
                    <a:pt x="96926" y="205244"/>
                  </a:lnTo>
                  <a:lnTo>
                    <a:pt x="131660" y="180263"/>
                  </a:lnTo>
                  <a:lnTo>
                    <a:pt x="170548" y="157353"/>
                  </a:lnTo>
                  <a:lnTo>
                    <a:pt x="213055" y="136423"/>
                  </a:lnTo>
                  <a:lnTo>
                    <a:pt x="258648" y="117424"/>
                  </a:lnTo>
                  <a:lnTo>
                    <a:pt x="306806" y="100266"/>
                  </a:lnTo>
                  <a:lnTo>
                    <a:pt x="357009" y="84886"/>
                  </a:lnTo>
                  <a:lnTo>
                    <a:pt x="408724" y="71196"/>
                  </a:lnTo>
                  <a:lnTo>
                    <a:pt x="461429" y="59143"/>
                  </a:lnTo>
                  <a:lnTo>
                    <a:pt x="514604" y="48653"/>
                  </a:lnTo>
                  <a:lnTo>
                    <a:pt x="567715" y="39636"/>
                  </a:lnTo>
                  <a:lnTo>
                    <a:pt x="620229" y="32029"/>
                  </a:lnTo>
                  <a:lnTo>
                    <a:pt x="671639" y="25768"/>
                  </a:lnTo>
                  <a:lnTo>
                    <a:pt x="721410" y="20764"/>
                  </a:lnTo>
                  <a:lnTo>
                    <a:pt x="769023" y="16954"/>
                  </a:lnTo>
                  <a:lnTo>
                    <a:pt x="813930" y="14262"/>
                  </a:lnTo>
                  <a:lnTo>
                    <a:pt x="855637" y="12611"/>
                  </a:lnTo>
                  <a:lnTo>
                    <a:pt x="898004" y="11963"/>
                  </a:lnTo>
                  <a:lnTo>
                    <a:pt x="927290" y="12166"/>
                  </a:lnTo>
                  <a:lnTo>
                    <a:pt x="974445" y="12928"/>
                  </a:lnTo>
                  <a:lnTo>
                    <a:pt x="1021613" y="14465"/>
                  </a:lnTo>
                  <a:lnTo>
                    <a:pt x="1054569" y="15240"/>
                  </a:lnTo>
                  <a:lnTo>
                    <a:pt x="1093355" y="17259"/>
                  </a:lnTo>
                  <a:lnTo>
                    <a:pt x="1136472" y="20574"/>
                  </a:lnTo>
                  <a:lnTo>
                    <a:pt x="1183220" y="25247"/>
                  </a:lnTo>
                  <a:lnTo>
                    <a:pt x="1232877" y="31369"/>
                  </a:lnTo>
                  <a:lnTo>
                    <a:pt x="1284757" y="39001"/>
                  </a:lnTo>
                  <a:lnTo>
                    <a:pt x="1338135" y="48209"/>
                  </a:lnTo>
                  <a:lnTo>
                    <a:pt x="1392301" y="59080"/>
                  </a:lnTo>
                  <a:lnTo>
                    <a:pt x="1446568" y="71691"/>
                  </a:lnTo>
                  <a:lnTo>
                    <a:pt x="1500276" y="86131"/>
                  </a:lnTo>
                  <a:lnTo>
                    <a:pt x="1552740" y="102501"/>
                  </a:lnTo>
                  <a:lnTo>
                    <a:pt x="1602943" y="120764"/>
                  </a:lnTo>
                  <a:lnTo>
                    <a:pt x="1650453" y="141097"/>
                  </a:lnTo>
                  <a:lnTo>
                    <a:pt x="1694484" y="163537"/>
                  </a:lnTo>
                  <a:lnTo>
                    <a:pt x="1734299" y="188163"/>
                  </a:lnTo>
                  <a:lnTo>
                    <a:pt x="1769173" y="215061"/>
                  </a:lnTo>
                  <a:lnTo>
                    <a:pt x="1798408" y="244284"/>
                  </a:lnTo>
                  <a:lnTo>
                    <a:pt x="1821281" y="275920"/>
                  </a:lnTo>
                  <a:lnTo>
                    <a:pt x="1840115" y="326758"/>
                  </a:lnTo>
                  <a:lnTo>
                    <a:pt x="1841639" y="342709"/>
                  </a:lnTo>
                  <a:lnTo>
                    <a:pt x="1841639" y="286194"/>
                  </a:lnTo>
                  <a:lnTo>
                    <a:pt x="1798104" y="225298"/>
                  </a:lnTo>
                  <a:lnTo>
                    <a:pt x="1767268" y="197142"/>
                  </a:lnTo>
                  <a:lnTo>
                    <a:pt x="1731657" y="171272"/>
                  </a:lnTo>
                  <a:lnTo>
                    <a:pt x="1691830" y="147586"/>
                  </a:lnTo>
                  <a:lnTo>
                    <a:pt x="1648358" y="126022"/>
                  </a:lnTo>
                  <a:lnTo>
                    <a:pt x="1601800" y="106489"/>
                  </a:lnTo>
                  <a:lnTo>
                    <a:pt x="1552740" y="88912"/>
                  </a:lnTo>
                  <a:lnTo>
                    <a:pt x="1501724" y="73190"/>
                  </a:lnTo>
                  <a:lnTo>
                    <a:pt x="1449336" y="59258"/>
                  </a:lnTo>
                  <a:lnTo>
                    <a:pt x="1396149" y="47028"/>
                  </a:lnTo>
                  <a:lnTo>
                    <a:pt x="1342707" y="36410"/>
                  </a:lnTo>
                  <a:lnTo>
                    <a:pt x="1289583" y="27343"/>
                  </a:lnTo>
                  <a:lnTo>
                    <a:pt x="1237361" y="19723"/>
                  </a:lnTo>
                  <a:lnTo>
                    <a:pt x="1186586" y="13487"/>
                  </a:lnTo>
                  <a:lnTo>
                    <a:pt x="1137843" y="8534"/>
                  </a:lnTo>
                  <a:lnTo>
                    <a:pt x="1091692" y="4800"/>
                  </a:lnTo>
                  <a:lnTo>
                    <a:pt x="1048689" y="2184"/>
                  </a:lnTo>
                  <a:lnTo>
                    <a:pt x="1009421" y="609"/>
                  </a:lnTo>
                  <a:lnTo>
                    <a:pt x="974445" y="0"/>
                  </a:lnTo>
                  <a:lnTo>
                    <a:pt x="879360" y="0"/>
                  </a:lnTo>
                  <a:lnTo>
                    <a:pt x="805764" y="2032"/>
                  </a:lnTo>
                  <a:lnTo>
                    <a:pt x="762889" y="4622"/>
                  </a:lnTo>
                  <a:lnTo>
                    <a:pt x="716737" y="8369"/>
                  </a:lnTo>
                  <a:lnTo>
                    <a:pt x="667893" y="13347"/>
                  </a:lnTo>
                  <a:lnTo>
                    <a:pt x="616953" y="19646"/>
                  </a:lnTo>
                  <a:lnTo>
                    <a:pt x="564502" y="27330"/>
                  </a:lnTo>
                  <a:lnTo>
                    <a:pt x="511111" y="36487"/>
                  </a:lnTo>
                  <a:lnTo>
                    <a:pt x="457377" y="47193"/>
                  </a:lnTo>
                  <a:lnTo>
                    <a:pt x="403872" y="59524"/>
                  </a:lnTo>
                  <a:lnTo>
                    <a:pt x="351193" y="73558"/>
                  </a:lnTo>
                  <a:lnTo>
                    <a:pt x="299923" y="89382"/>
                  </a:lnTo>
                  <a:lnTo>
                    <a:pt x="250647" y="107061"/>
                  </a:lnTo>
                  <a:lnTo>
                    <a:pt x="203949" y="126682"/>
                  </a:lnTo>
                  <a:lnTo>
                    <a:pt x="160413" y="148323"/>
                  </a:lnTo>
                  <a:lnTo>
                    <a:pt x="120624" y="172059"/>
                  </a:lnTo>
                  <a:lnTo>
                    <a:pt x="85166" y="197967"/>
                  </a:lnTo>
                  <a:lnTo>
                    <a:pt x="54622" y="226123"/>
                  </a:lnTo>
                  <a:lnTo>
                    <a:pt x="29591" y="256616"/>
                  </a:lnTo>
                  <a:lnTo>
                    <a:pt x="4559" y="306997"/>
                  </a:lnTo>
                  <a:lnTo>
                    <a:pt x="0" y="342722"/>
                  </a:lnTo>
                  <a:lnTo>
                    <a:pt x="1511" y="360959"/>
                  </a:lnTo>
                  <a:lnTo>
                    <a:pt x="12166" y="398259"/>
                  </a:lnTo>
                  <a:lnTo>
                    <a:pt x="42773" y="445592"/>
                  </a:lnTo>
                  <a:lnTo>
                    <a:pt x="71196" y="474726"/>
                  </a:lnTo>
                  <a:lnTo>
                    <a:pt x="104533" y="501611"/>
                  </a:lnTo>
                  <a:lnTo>
                    <a:pt x="142290" y="526326"/>
                  </a:lnTo>
                  <a:lnTo>
                    <a:pt x="183972" y="548932"/>
                  </a:lnTo>
                  <a:lnTo>
                    <a:pt x="229069" y="569518"/>
                  </a:lnTo>
                  <a:lnTo>
                    <a:pt x="277075" y="588137"/>
                  </a:lnTo>
                  <a:lnTo>
                    <a:pt x="327494" y="604888"/>
                  </a:lnTo>
                  <a:lnTo>
                    <a:pt x="379831" y="619823"/>
                  </a:lnTo>
                  <a:lnTo>
                    <a:pt x="433578" y="633031"/>
                  </a:lnTo>
                  <a:lnTo>
                    <a:pt x="488226" y="644563"/>
                  </a:lnTo>
                  <a:lnTo>
                    <a:pt x="543293" y="654519"/>
                  </a:lnTo>
                  <a:lnTo>
                    <a:pt x="598258" y="662952"/>
                  </a:lnTo>
                  <a:lnTo>
                    <a:pt x="652627" y="669950"/>
                  </a:lnTo>
                  <a:lnTo>
                    <a:pt x="705904" y="675576"/>
                  </a:lnTo>
                  <a:lnTo>
                    <a:pt x="757580" y="679907"/>
                  </a:lnTo>
                  <a:lnTo>
                    <a:pt x="807161" y="683018"/>
                  </a:lnTo>
                  <a:lnTo>
                    <a:pt x="854138" y="684961"/>
                  </a:lnTo>
                  <a:lnTo>
                    <a:pt x="893597" y="685761"/>
                  </a:lnTo>
                  <a:lnTo>
                    <a:pt x="938276" y="685723"/>
                  </a:lnTo>
                  <a:lnTo>
                    <a:pt x="974445" y="684669"/>
                  </a:lnTo>
                  <a:lnTo>
                    <a:pt x="1021613" y="683907"/>
                  </a:lnTo>
                  <a:lnTo>
                    <a:pt x="1097762" y="680313"/>
                  </a:lnTo>
                  <a:lnTo>
                    <a:pt x="1172908" y="674077"/>
                  </a:lnTo>
                  <a:lnTo>
                    <a:pt x="1216215" y="669036"/>
                  </a:lnTo>
                  <a:lnTo>
                    <a:pt x="1262443" y="662622"/>
                  </a:lnTo>
                  <a:lnTo>
                    <a:pt x="1310944" y="654773"/>
                  </a:lnTo>
                  <a:lnTo>
                    <a:pt x="1361033" y="645426"/>
                  </a:lnTo>
                  <a:lnTo>
                    <a:pt x="1412049" y="634542"/>
                  </a:lnTo>
                  <a:lnTo>
                    <a:pt x="1463332" y="622033"/>
                  </a:lnTo>
                  <a:lnTo>
                    <a:pt x="1514195" y="607847"/>
                  </a:lnTo>
                  <a:lnTo>
                    <a:pt x="1563966" y="591921"/>
                  </a:lnTo>
                  <a:lnTo>
                    <a:pt x="1611998" y="574192"/>
                  </a:lnTo>
                  <a:lnTo>
                    <a:pt x="1657616" y="554609"/>
                  </a:lnTo>
                  <a:lnTo>
                    <a:pt x="1700149" y="533107"/>
                  </a:lnTo>
                  <a:lnTo>
                    <a:pt x="1738909" y="509600"/>
                  </a:lnTo>
                  <a:lnTo>
                    <a:pt x="1773262" y="484060"/>
                  </a:lnTo>
                  <a:lnTo>
                    <a:pt x="1802523" y="456412"/>
                  </a:lnTo>
                  <a:lnTo>
                    <a:pt x="1841639" y="397243"/>
                  </a:lnTo>
                  <a:lnTo>
                    <a:pt x="1843087" y="394538"/>
                  </a:lnTo>
                  <a:lnTo>
                    <a:pt x="1853057" y="360197"/>
                  </a:lnTo>
                  <a:lnTo>
                    <a:pt x="1853819" y="341960"/>
                  </a:lnTo>
                  <a:close/>
                </a:path>
              </a:pathLst>
            </a:custGeom>
            <a:solidFill>
              <a:srgbClr val="990033"/>
            </a:solidFill>
          </p:spPr>
          <p:txBody>
            <a:bodyPr wrap="square" lIns="0" tIns="0" rIns="0" bIns="0" rtlCol="0"/>
            <a:lstStyle/>
            <a:p>
              <a:endParaRPr/>
            </a:p>
          </p:txBody>
        </p:sp>
      </p:grpSp>
      <p:sp>
        <p:nvSpPr>
          <p:cNvPr id="20" name="object 20"/>
          <p:cNvSpPr txBox="1"/>
          <p:nvPr/>
        </p:nvSpPr>
        <p:spPr>
          <a:xfrm>
            <a:off x="3352165" y="3239620"/>
            <a:ext cx="1054100" cy="454659"/>
          </a:xfrm>
          <a:prstGeom prst="rect">
            <a:avLst/>
          </a:prstGeom>
        </p:spPr>
        <p:txBody>
          <a:bodyPr vert="horz" wrap="square" lIns="0" tIns="10160" rIns="0" bIns="0" rtlCol="0">
            <a:spAutoFit/>
          </a:bodyPr>
          <a:lstStyle/>
          <a:p>
            <a:pPr marL="12700" marR="5080" indent="114300">
              <a:lnSpc>
                <a:spcPct val="101200"/>
              </a:lnSpc>
              <a:spcBef>
                <a:spcPts val="80"/>
              </a:spcBef>
            </a:pPr>
            <a:r>
              <a:rPr sz="1400" spc="-15" dirty="0">
                <a:latin typeface="Calibri"/>
                <a:cs typeface="Calibri"/>
              </a:rPr>
              <a:t>Inscription </a:t>
            </a:r>
            <a:r>
              <a:rPr sz="1400" spc="-10" dirty="0">
                <a:latin typeface="Calibri"/>
                <a:cs typeface="Calibri"/>
              </a:rPr>
              <a:t> </a:t>
            </a:r>
            <a:r>
              <a:rPr sz="1400" spc="25" dirty="0">
                <a:latin typeface="Calibri"/>
                <a:cs typeface="Calibri"/>
              </a:rPr>
              <a:t>a</a:t>
            </a:r>
            <a:r>
              <a:rPr sz="1400" spc="-35" dirty="0">
                <a:latin typeface="Calibri"/>
                <a:cs typeface="Calibri"/>
              </a:rPr>
              <a:t>d</a:t>
            </a:r>
            <a:r>
              <a:rPr sz="1400" spc="-20" dirty="0">
                <a:latin typeface="Calibri"/>
                <a:cs typeface="Calibri"/>
              </a:rPr>
              <a:t>m</a:t>
            </a:r>
            <a:r>
              <a:rPr sz="1400" spc="-25" dirty="0">
                <a:latin typeface="Calibri"/>
                <a:cs typeface="Calibri"/>
              </a:rPr>
              <a:t>i</a:t>
            </a:r>
            <a:r>
              <a:rPr sz="1400" spc="-40" dirty="0">
                <a:latin typeface="Calibri"/>
                <a:cs typeface="Calibri"/>
              </a:rPr>
              <a:t>n</a:t>
            </a:r>
            <a:r>
              <a:rPr sz="1400" spc="-25" dirty="0">
                <a:latin typeface="Calibri"/>
                <a:cs typeface="Calibri"/>
              </a:rPr>
              <a:t>i</a:t>
            </a:r>
            <a:r>
              <a:rPr sz="1400" spc="-50" dirty="0">
                <a:latin typeface="Calibri"/>
                <a:cs typeface="Calibri"/>
              </a:rPr>
              <a:t>s</a:t>
            </a:r>
            <a:r>
              <a:rPr sz="1400" spc="30" dirty="0">
                <a:latin typeface="Calibri"/>
                <a:cs typeface="Calibri"/>
              </a:rPr>
              <a:t>t</a:t>
            </a:r>
            <a:r>
              <a:rPr sz="1400" spc="10" dirty="0">
                <a:latin typeface="Calibri"/>
                <a:cs typeface="Calibri"/>
              </a:rPr>
              <a:t>r</a:t>
            </a:r>
            <a:r>
              <a:rPr sz="1400" spc="25" dirty="0">
                <a:latin typeface="Calibri"/>
                <a:cs typeface="Calibri"/>
              </a:rPr>
              <a:t>a</a:t>
            </a:r>
            <a:r>
              <a:rPr sz="1400" spc="30" dirty="0">
                <a:latin typeface="Calibri"/>
                <a:cs typeface="Calibri"/>
              </a:rPr>
              <a:t>t</a:t>
            </a:r>
            <a:r>
              <a:rPr sz="1400" spc="-25" dirty="0">
                <a:latin typeface="Calibri"/>
                <a:cs typeface="Calibri"/>
              </a:rPr>
              <a:t>i</a:t>
            </a:r>
            <a:r>
              <a:rPr sz="1400" spc="-35" dirty="0">
                <a:latin typeface="Calibri"/>
                <a:cs typeface="Calibri"/>
              </a:rPr>
              <a:t>v</a:t>
            </a:r>
            <a:r>
              <a:rPr sz="1400" dirty="0">
                <a:latin typeface="Calibri"/>
                <a:cs typeface="Calibri"/>
              </a:rPr>
              <a:t>e</a:t>
            </a:r>
            <a:endParaRPr sz="1400">
              <a:latin typeface="Calibri"/>
              <a:cs typeface="Calibri"/>
            </a:endParaRPr>
          </a:p>
        </p:txBody>
      </p:sp>
      <p:grpSp>
        <p:nvGrpSpPr>
          <p:cNvPr id="21" name="object 21"/>
          <p:cNvGrpSpPr/>
          <p:nvPr/>
        </p:nvGrpSpPr>
        <p:grpSpPr>
          <a:xfrm>
            <a:off x="2057400" y="2451100"/>
            <a:ext cx="2755900" cy="2349500"/>
            <a:chOff x="2057400" y="2451100"/>
            <a:chExt cx="2755900" cy="2349500"/>
          </a:xfrm>
        </p:grpSpPr>
        <p:sp>
          <p:nvSpPr>
            <p:cNvPr id="22" name="object 22"/>
            <p:cNvSpPr/>
            <p:nvPr/>
          </p:nvSpPr>
          <p:spPr>
            <a:xfrm>
              <a:off x="2057400" y="2514599"/>
              <a:ext cx="845819" cy="12700"/>
            </a:xfrm>
            <a:custGeom>
              <a:avLst/>
              <a:gdLst/>
              <a:ahLst/>
              <a:cxnLst/>
              <a:rect l="l" t="t" r="r" b="b"/>
              <a:pathLst>
                <a:path w="845819" h="12700">
                  <a:moveTo>
                    <a:pt x="845261" y="0"/>
                  </a:moveTo>
                  <a:lnTo>
                    <a:pt x="0" y="0"/>
                  </a:lnTo>
                  <a:lnTo>
                    <a:pt x="0" y="6350"/>
                  </a:lnTo>
                  <a:lnTo>
                    <a:pt x="0" y="12700"/>
                  </a:lnTo>
                  <a:lnTo>
                    <a:pt x="844346" y="12700"/>
                  </a:lnTo>
                  <a:lnTo>
                    <a:pt x="844346" y="6350"/>
                  </a:lnTo>
                  <a:lnTo>
                    <a:pt x="845261" y="6350"/>
                  </a:lnTo>
                  <a:lnTo>
                    <a:pt x="845261" y="0"/>
                  </a:lnTo>
                  <a:close/>
                </a:path>
              </a:pathLst>
            </a:custGeom>
            <a:solidFill>
              <a:srgbClr val="000000"/>
            </a:solidFill>
          </p:spPr>
          <p:txBody>
            <a:bodyPr wrap="square" lIns="0" tIns="0" rIns="0" bIns="0" rtlCol="0"/>
            <a:lstStyle/>
            <a:p>
              <a:endParaRPr/>
            </a:p>
          </p:txBody>
        </p:sp>
        <p:pic>
          <p:nvPicPr>
            <p:cNvPr id="23" name="object 23"/>
            <p:cNvPicPr/>
            <p:nvPr/>
          </p:nvPicPr>
          <p:blipFill>
            <a:blip r:embed="rId2" cstate="print"/>
            <a:stretch>
              <a:fillRect/>
            </a:stretch>
          </p:blipFill>
          <p:spPr>
            <a:xfrm>
              <a:off x="2798826" y="2451100"/>
              <a:ext cx="134874" cy="139200"/>
            </a:xfrm>
            <a:prstGeom prst="rect">
              <a:avLst/>
            </a:prstGeom>
          </p:spPr>
        </p:pic>
        <p:sp>
          <p:nvSpPr>
            <p:cNvPr id="24" name="object 24"/>
            <p:cNvSpPr/>
            <p:nvPr/>
          </p:nvSpPr>
          <p:spPr>
            <a:xfrm>
              <a:off x="2959100" y="4127500"/>
              <a:ext cx="1841500" cy="673100"/>
            </a:xfrm>
            <a:custGeom>
              <a:avLst/>
              <a:gdLst/>
              <a:ahLst/>
              <a:cxnLst/>
              <a:rect l="l" t="t" r="r" b="b"/>
              <a:pathLst>
                <a:path w="1841500" h="673100">
                  <a:moveTo>
                    <a:pt x="920876" y="0"/>
                  </a:moveTo>
                  <a:lnTo>
                    <a:pt x="852133" y="922"/>
                  </a:lnTo>
                  <a:lnTo>
                    <a:pt x="784764" y="3647"/>
                  </a:lnTo>
                  <a:lnTo>
                    <a:pt x="718948" y="8108"/>
                  </a:lnTo>
                  <a:lnTo>
                    <a:pt x="654864" y="14244"/>
                  </a:lnTo>
                  <a:lnTo>
                    <a:pt x="592687" y="21986"/>
                  </a:lnTo>
                  <a:lnTo>
                    <a:pt x="532597" y="31272"/>
                  </a:lnTo>
                  <a:lnTo>
                    <a:pt x="474771" y="42038"/>
                  </a:lnTo>
                  <a:lnTo>
                    <a:pt x="419387" y="54216"/>
                  </a:lnTo>
                  <a:lnTo>
                    <a:pt x="366623" y="67744"/>
                  </a:lnTo>
                  <a:lnTo>
                    <a:pt x="316656" y="82556"/>
                  </a:lnTo>
                  <a:lnTo>
                    <a:pt x="269666" y="98587"/>
                  </a:lnTo>
                  <a:lnTo>
                    <a:pt x="225827" y="115774"/>
                  </a:lnTo>
                  <a:lnTo>
                    <a:pt x="185322" y="134052"/>
                  </a:lnTo>
                  <a:lnTo>
                    <a:pt x="148323" y="153355"/>
                  </a:lnTo>
                  <a:lnTo>
                    <a:pt x="115012" y="173617"/>
                  </a:lnTo>
                  <a:lnTo>
                    <a:pt x="60161" y="216767"/>
                  </a:lnTo>
                  <a:lnTo>
                    <a:pt x="22190" y="262986"/>
                  </a:lnTo>
                  <a:lnTo>
                    <a:pt x="2524" y="311753"/>
                  </a:lnTo>
                  <a:lnTo>
                    <a:pt x="0" y="336929"/>
                  </a:lnTo>
                  <a:lnTo>
                    <a:pt x="2524" y="362008"/>
                  </a:lnTo>
                  <a:lnTo>
                    <a:pt x="22190" y="410603"/>
                  </a:lnTo>
                  <a:lnTo>
                    <a:pt x="60161" y="456681"/>
                  </a:lnTo>
                  <a:lnTo>
                    <a:pt x="115012" y="499722"/>
                  </a:lnTo>
                  <a:lnTo>
                    <a:pt x="148323" y="519940"/>
                  </a:lnTo>
                  <a:lnTo>
                    <a:pt x="185322" y="539205"/>
                  </a:lnTo>
                  <a:lnTo>
                    <a:pt x="225827" y="557448"/>
                  </a:lnTo>
                  <a:lnTo>
                    <a:pt x="269666" y="574606"/>
                  </a:lnTo>
                  <a:lnTo>
                    <a:pt x="316656" y="590614"/>
                  </a:lnTo>
                  <a:lnTo>
                    <a:pt x="366623" y="605406"/>
                  </a:lnTo>
                  <a:lnTo>
                    <a:pt x="419387" y="618919"/>
                  </a:lnTo>
                  <a:lnTo>
                    <a:pt x="474771" y="631085"/>
                  </a:lnTo>
                  <a:lnTo>
                    <a:pt x="532597" y="641841"/>
                  </a:lnTo>
                  <a:lnTo>
                    <a:pt x="592687" y="651121"/>
                  </a:lnTo>
                  <a:lnTo>
                    <a:pt x="654864" y="658859"/>
                  </a:lnTo>
                  <a:lnTo>
                    <a:pt x="718948" y="664992"/>
                  </a:lnTo>
                  <a:lnTo>
                    <a:pt x="784764" y="669452"/>
                  </a:lnTo>
                  <a:lnTo>
                    <a:pt x="852133" y="672176"/>
                  </a:lnTo>
                  <a:lnTo>
                    <a:pt x="920876" y="673098"/>
                  </a:lnTo>
                  <a:lnTo>
                    <a:pt x="989520" y="672176"/>
                  </a:lnTo>
                  <a:lnTo>
                    <a:pt x="1056798" y="669452"/>
                  </a:lnTo>
                  <a:lnTo>
                    <a:pt x="1122532" y="664992"/>
                  </a:lnTo>
                  <a:lnTo>
                    <a:pt x="1186544" y="658859"/>
                  </a:lnTo>
                  <a:lnTo>
                    <a:pt x="1248655" y="651121"/>
                  </a:lnTo>
                  <a:lnTo>
                    <a:pt x="1308688" y="641841"/>
                  </a:lnTo>
                  <a:lnTo>
                    <a:pt x="1366461" y="631085"/>
                  </a:lnTo>
                  <a:lnTo>
                    <a:pt x="1421800" y="618919"/>
                  </a:lnTo>
                  <a:lnTo>
                    <a:pt x="1474524" y="605406"/>
                  </a:lnTo>
                  <a:lnTo>
                    <a:pt x="1524458" y="590614"/>
                  </a:lnTo>
                  <a:lnTo>
                    <a:pt x="1571421" y="574606"/>
                  </a:lnTo>
                  <a:lnTo>
                    <a:pt x="1615235" y="557448"/>
                  </a:lnTo>
                  <a:lnTo>
                    <a:pt x="1655723" y="539205"/>
                  </a:lnTo>
                  <a:lnTo>
                    <a:pt x="1692704" y="519940"/>
                  </a:lnTo>
                  <a:lnTo>
                    <a:pt x="1726003" y="499722"/>
                  </a:lnTo>
                  <a:lnTo>
                    <a:pt x="1780839" y="456681"/>
                  </a:lnTo>
                  <a:lnTo>
                    <a:pt x="1818802" y="410603"/>
                  </a:lnTo>
                  <a:lnTo>
                    <a:pt x="1838467" y="362008"/>
                  </a:lnTo>
                  <a:lnTo>
                    <a:pt x="1840993" y="336929"/>
                  </a:lnTo>
                  <a:lnTo>
                    <a:pt x="1831012" y="287082"/>
                  </a:lnTo>
                  <a:lnTo>
                    <a:pt x="1802019" y="239525"/>
                  </a:lnTo>
                  <a:lnTo>
                    <a:pt x="1755442" y="194777"/>
                  </a:lnTo>
                  <a:lnTo>
                    <a:pt x="1692704" y="153355"/>
                  </a:lnTo>
                  <a:lnTo>
                    <a:pt x="1655723" y="134052"/>
                  </a:lnTo>
                  <a:lnTo>
                    <a:pt x="1615235" y="115774"/>
                  </a:lnTo>
                  <a:lnTo>
                    <a:pt x="1571420" y="98587"/>
                  </a:lnTo>
                  <a:lnTo>
                    <a:pt x="1524458" y="82556"/>
                  </a:lnTo>
                  <a:lnTo>
                    <a:pt x="1474524" y="67744"/>
                  </a:lnTo>
                  <a:lnTo>
                    <a:pt x="1421800" y="54216"/>
                  </a:lnTo>
                  <a:lnTo>
                    <a:pt x="1366461" y="42038"/>
                  </a:lnTo>
                  <a:lnTo>
                    <a:pt x="1308688" y="31272"/>
                  </a:lnTo>
                  <a:lnTo>
                    <a:pt x="1248655" y="21986"/>
                  </a:lnTo>
                  <a:lnTo>
                    <a:pt x="1186544" y="14244"/>
                  </a:lnTo>
                  <a:lnTo>
                    <a:pt x="1122532" y="8108"/>
                  </a:lnTo>
                  <a:lnTo>
                    <a:pt x="1056798" y="3647"/>
                  </a:lnTo>
                  <a:lnTo>
                    <a:pt x="989520" y="922"/>
                  </a:lnTo>
                  <a:lnTo>
                    <a:pt x="920876" y="0"/>
                  </a:lnTo>
                  <a:close/>
                </a:path>
              </a:pathLst>
            </a:custGeom>
            <a:solidFill>
              <a:srgbClr val="FFFFCC"/>
            </a:solidFill>
          </p:spPr>
          <p:txBody>
            <a:bodyPr wrap="square" lIns="0" tIns="0" rIns="0" bIns="0" rtlCol="0"/>
            <a:lstStyle/>
            <a:p>
              <a:endParaRPr/>
            </a:p>
          </p:txBody>
        </p:sp>
        <p:sp>
          <p:nvSpPr>
            <p:cNvPr id="25" name="object 25"/>
            <p:cNvSpPr/>
            <p:nvPr/>
          </p:nvSpPr>
          <p:spPr>
            <a:xfrm>
              <a:off x="2959100" y="4114799"/>
              <a:ext cx="1854200" cy="685800"/>
            </a:xfrm>
            <a:custGeom>
              <a:avLst/>
              <a:gdLst/>
              <a:ahLst/>
              <a:cxnLst/>
              <a:rect l="l" t="t" r="r" b="b"/>
              <a:pathLst>
                <a:path w="1854200" h="685800">
                  <a:moveTo>
                    <a:pt x="1853819" y="341960"/>
                  </a:moveTo>
                  <a:lnTo>
                    <a:pt x="1843163" y="288759"/>
                  </a:lnTo>
                  <a:lnTo>
                    <a:pt x="1841639" y="286207"/>
                  </a:lnTo>
                  <a:lnTo>
                    <a:pt x="1841639" y="342709"/>
                  </a:lnTo>
                  <a:lnTo>
                    <a:pt x="1840115" y="359435"/>
                  </a:lnTo>
                  <a:lnTo>
                    <a:pt x="1798129" y="441261"/>
                  </a:lnTo>
                  <a:lnTo>
                    <a:pt x="1768817" y="470484"/>
                  </a:lnTo>
                  <a:lnTo>
                    <a:pt x="1733905" y="497344"/>
                  </a:lnTo>
                  <a:lnTo>
                    <a:pt x="1694103" y="521919"/>
                  </a:lnTo>
                  <a:lnTo>
                    <a:pt x="1650111" y="544296"/>
                  </a:lnTo>
                  <a:lnTo>
                    <a:pt x="1602638" y="564540"/>
                  </a:lnTo>
                  <a:lnTo>
                    <a:pt x="1552409" y="582739"/>
                  </a:lnTo>
                  <a:lnTo>
                    <a:pt x="1500136" y="598982"/>
                  </a:lnTo>
                  <a:lnTo>
                    <a:pt x="1446517" y="613333"/>
                  </a:lnTo>
                  <a:lnTo>
                    <a:pt x="1392262" y="625881"/>
                  </a:lnTo>
                  <a:lnTo>
                    <a:pt x="1338033" y="636714"/>
                  </a:lnTo>
                  <a:lnTo>
                    <a:pt x="1284592" y="645909"/>
                  </a:lnTo>
                  <a:lnTo>
                    <a:pt x="1232649" y="653529"/>
                  </a:lnTo>
                  <a:lnTo>
                    <a:pt x="1182954" y="659663"/>
                  </a:lnTo>
                  <a:lnTo>
                    <a:pt x="1136205" y="664400"/>
                  </a:lnTo>
                  <a:lnTo>
                    <a:pt x="1093317" y="667804"/>
                  </a:lnTo>
                  <a:lnTo>
                    <a:pt x="1054442" y="669975"/>
                  </a:lnTo>
                  <a:lnTo>
                    <a:pt x="974445" y="672503"/>
                  </a:lnTo>
                  <a:lnTo>
                    <a:pt x="927290" y="672503"/>
                  </a:lnTo>
                  <a:lnTo>
                    <a:pt x="891298" y="672731"/>
                  </a:lnTo>
                  <a:lnTo>
                    <a:pt x="851128" y="672007"/>
                  </a:lnTo>
                  <a:lnTo>
                    <a:pt x="807339" y="670229"/>
                  </a:lnTo>
                  <a:lnTo>
                    <a:pt x="760450" y="667346"/>
                  </a:lnTo>
                  <a:lnTo>
                    <a:pt x="711009" y="663257"/>
                  </a:lnTo>
                  <a:lnTo>
                    <a:pt x="659561" y="657910"/>
                  </a:lnTo>
                  <a:lnTo>
                    <a:pt x="606628" y="651217"/>
                  </a:lnTo>
                  <a:lnTo>
                    <a:pt x="552780" y="643115"/>
                  </a:lnTo>
                  <a:lnTo>
                    <a:pt x="498525" y="633501"/>
                  </a:lnTo>
                  <a:lnTo>
                    <a:pt x="444436" y="622325"/>
                  </a:lnTo>
                  <a:lnTo>
                    <a:pt x="391020" y="609498"/>
                  </a:lnTo>
                  <a:lnTo>
                    <a:pt x="338836" y="594944"/>
                  </a:lnTo>
                  <a:lnTo>
                    <a:pt x="288429" y="578586"/>
                  </a:lnTo>
                  <a:lnTo>
                    <a:pt x="240322" y="560362"/>
                  </a:lnTo>
                  <a:lnTo>
                    <a:pt x="195059" y="540169"/>
                  </a:lnTo>
                  <a:lnTo>
                    <a:pt x="153200" y="517969"/>
                  </a:lnTo>
                  <a:lnTo>
                    <a:pt x="115265" y="493649"/>
                  </a:lnTo>
                  <a:lnTo>
                    <a:pt x="81788" y="467144"/>
                  </a:lnTo>
                  <a:lnTo>
                    <a:pt x="53327" y="438391"/>
                  </a:lnTo>
                  <a:lnTo>
                    <a:pt x="30416" y="407301"/>
                  </a:lnTo>
                  <a:lnTo>
                    <a:pt x="13690" y="358673"/>
                  </a:lnTo>
                  <a:lnTo>
                    <a:pt x="12166" y="341960"/>
                  </a:lnTo>
                  <a:lnTo>
                    <a:pt x="13690" y="325996"/>
                  </a:lnTo>
                  <a:lnTo>
                    <a:pt x="41973" y="261708"/>
                  </a:lnTo>
                  <a:lnTo>
                    <a:pt x="66852" y="232371"/>
                  </a:lnTo>
                  <a:lnTo>
                    <a:pt x="96926" y="205244"/>
                  </a:lnTo>
                  <a:lnTo>
                    <a:pt x="131660" y="180263"/>
                  </a:lnTo>
                  <a:lnTo>
                    <a:pt x="170548" y="157353"/>
                  </a:lnTo>
                  <a:lnTo>
                    <a:pt x="213055" y="136423"/>
                  </a:lnTo>
                  <a:lnTo>
                    <a:pt x="258648" y="117424"/>
                  </a:lnTo>
                  <a:lnTo>
                    <a:pt x="306806" y="100266"/>
                  </a:lnTo>
                  <a:lnTo>
                    <a:pt x="357009" y="84886"/>
                  </a:lnTo>
                  <a:lnTo>
                    <a:pt x="408724" y="71196"/>
                  </a:lnTo>
                  <a:lnTo>
                    <a:pt x="461429" y="59143"/>
                  </a:lnTo>
                  <a:lnTo>
                    <a:pt x="514604" y="48653"/>
                  </a:lnTo>
                  <a:lnTo>
                    <a:pt x="567715" y="39636"/>
                  </a:lnTo>
                  <a:lnTo>
                    <a:pt x="620229" y="32029"/>
                  </a:lnTo>
                  <a:lnTo>
                    <a:pt x="671639" y="25768"/>
                  </a:lnTo>
                  <a:lnTo>
                    <a:pt x="721410" y="20764"/>
                  </a:lnTo>
                  <a:lnTo>
                    <a:pt x="769023" y="16954"/>
                  </a:lnTo>
                  <a:lnTo>
                    <a:pt x="813930" y="14262"/>
                  </a:lnTo>
                  <a:lnTo>
                    <a:pt x="855637" y="12611"/>
                  </a:lnTo>
                  <a:lnTo>
                    <a:pt x="897788" y="11963"/>
                  </a:lnTo>
                  <a:lnTo>
                    <a:pt x="927290" y="12166"/>
                  </a:lnTo>
                  <a:lnTo>
                    <a:pt x="974445" y="12928"/>
                  </a:lnTo>
                  <a:lnTo>
                    <a:pt x="1021613" y="14465"/>
                  </a:lnTo>
                  <a:lnTo>
                    <a:pt x="1054557" y="15265"/>
                  </a:lnTo>
                  <a:lnTo>
                    <a:pt x="1093317" y="17297"/>
                  </a:lnTo>
                  <a:lnTo>
                    <a:pt x="1136421" y="20612"/>
                  </a:lnTo>
                  <a:lnTo>
                    <a:pt x="1183170" y="25285"/>
                  </a:lnTo>
                  <a:lnTo>
                    <a:pt x="1232827" y="31394"/>
                  </a:lnTo>
                  <a:lnTo>
                    <a:pt x="1284706" y="39001"/>
                  </a:lnTo>
                  <a:lnTo>
                    <a:pt x="1338084" y="48196"/>
                  </a:lnTo>
                  <a:lnTo>
                    <a:pt x="1392301" y="59055"/>
                  </a:lnTo>
                  <a:lnTo>
                    <a:pt x="1446644" y="71666"/>
                  </a:lnTo>
                  <a:lnTo>
                    <a:pt x="1500352" y="86080"/>
                  </a:lnTo>
                  <a:lnTo>
                    <a:pt x="1552714" y="102387"/>
                  </a:lnTo>
                  <a:lnTo>
                    <a:pt x="1603006" y="120675"/>
                  </a:lnTo>
                  <a:lnTo>
                    <a:pt x="1650530" y="140995"/>
                  </a:lnTo>
                  <a:lnTo>
                    <a:pt x="1694548" y="163423"/>
                  </a:lnTo>
                  <a:lnTo>
                    <a:pt x="1734350" y="188061"/>
                  </a:lnTo>
                  <a:lnTo>
                    <a:pt x="1769224" y="214960"/>
                  </a:lnTo>
                  <a:lnTo>
                    <a:pt x="1798447" y="244208"/>
                  </a:lnTo>
                  <a:lnTo>
                    <a:pt x="1821307" y="275882"/>
                  </a:lnTo>
                  <a:lnTo>
                    <a:pt x="1840115" y="326758"/>
                  </a:lnTo>
                  <a:lnTo>
                    <a:pt x="1841639" y="342709"/>
                  </a:lnTo>
                  <a:lnTo>
                    <a:pt x="1841639" y="286207"/>
                  </a:lnTo>
                  <a:lnTo>
                    <a:pt x="1797875" y="225107"/>
                  </a:lnTo>
                  <a:lnTo>
                    <a:pt x="1766989" y="196900"/>
                  </a:lnTo>
                  <a:lnTo>
                    <a:pt x="1731352" y="170992"/>
                  </a:lnTo>
                  <a:lnTo>
                    <a:pt x="1691538" y="147307"/>
                  </a:lnTo>
                  <a:lnTo>
                    <a:pt x="1648104" y="125742"/>
                  </a:lnTo>
                  <a:lnTo>
                    <a:pt x="1601609" y="106235"/>
                  </a:lnTo>
                  <a:lnTo>
                    <a:pt x="1552409" y="88607"/>
                  </a:lnTo>
                  <a:lnTo>
                    <a:pt x="1501686" y="72999"/>
                  </a:lnTo>
                  <a:lnTo>
                    <a:pt x="1449374" y="59105"/>
                  </a:lnTo>
                  <a:lnTo>
                    <a:pt x="1396263" y="46926"/>
                  </a:lnTo>
                  <a:lnTo>
                    <a:pt x="1342898" y="36360"/>
                  </a:lnTo>
                  <a:lnTo>
                    <a:pt x="1289850" y="27330"/>
                  </a:lnTo>
                  <a:lnTo>
                    <a:pt x="1237665" y="19748"/>
                  </a:lnTo>
                  <a:lnTo>
                    <a:pt x="1186929" y="13538"/>
                  </a:lnTo>
                  <a:lnTo>
                    <a:pt x="1138186" y="8610"/>
                  </a:lnTo>
                  <a:lnTo>
                    <a:pt x="1092009" y="4876"/>
                  </a:lnTo>
                  <a:lnTo>
                    <a:pt x="1048943" y="2260"/>
                  </a:lnTo>
                  <a:lnTo>
                    <a:pt x="1009573" y="660"/>
                  </a:lnTo>
                  <a:lnTo>
                    <a:pt x="974445" y="0"/>
                  </a:lnTo>
                  <a:lnTo>
                    <a:pt x="879360" y="0"/>
                  </a:lnTo>
                  <a:lnTo>
                    <a:pt x="805726" y="2057"/>
                  </a:lnTo>
                  <a:lnTo>
                    <a:pt x="762838" y="4660"/>
                  </a:lnTo>
                  <a:lnTo>
                    <a:pt x="716686" y="8407"/>
                  </a:lnTo>
                  <a:lnTo>
                    <a:pt x="667842" y="13373"/>
                  </a:lnTo>
                  <a:lnTo>
                    <a:pt x="616902" y="19659"/>
                  </a:lnTo>
                  <a:lnTo>
                    <a:pt x="564451" y="27343"/>
                  </a:lnTo>
                  <a:lnTo>
                    <a:pt x="511073" y="36487"/>
                  </a:lnTo>
                  <a:lnTo>
                    <a:pt x="457339" y="47167"/>
                  </a:lnTo>
                  <a:lnTo>
                    <a:pt x="403847" y="59486"/>
                  </a:lnTo>
                  <a:lnTo>
                    <a:pt x="351180" y="73507"/>
                  </a:lnTo>
                  <a:lnTo>
                    <a:pt x="299923" y="89319"/>
                  </a:lnTo>
                  <a:lnTo>
                    <a:pt x="250647" y="106984"/>
                  </a:lnTo>
                  <a:lnTo>
                    <a:pt x="203962" y="126606"/>
                  </a:lnTo>
                  <a:lnTo>
                    <a:pt x="160426" y="148234"/>
                  </a:lnTo>
                  <a:lnTo>
                    <a:pt x="120650" y="171970"/>
                  </a:lnTo>
                  <a:lnTo>
                    <a:pt x="85191" y="197891"/>
                  </a:lnTo>
                  <a:lnTo>
                    <a:pt x="54648" y="226072"/>
                  </a:lnTo>
                  <a:lnTo>
                    <a:pt x="29603" y="256590"/>
                  </a:lnTo>
                  <a:lnTo>
                    <a:pt x="4559" y="306997"/>
                  </a:lnTo>
                  <a:lnTo>
                    <a:pt x="0" y="342722"/>
                  </a:lnTo>
                  <a:lnTo>
                    <a:pt x="1511" y="360959"/>
                  </a:lnTo>
                  <a:lnTo>
                    <a:pt x="12166" y="398183"/>
                  </a:lnTo>
                  <a:lnTo>
                    <a:pt x="42760" y="445046"/>
                  </a:lnTo>
                  <a:lnTo>
                    <a:pt x="71170" y="474345"/>
                  </a:lnTo>
                  <a:lnTo>
                    <a:pt x="104482" y="501357"/>
                  </a:lnTo>
                  <a:lnTo>
                    <a:pt x="142214" y="526173"/>
                  </a:lnTo>
                  <a:lnTo>
                    <a:pt x="183857" y="548855"/>
                  </a:lnTo>
                  <a:lnTo>
                    <a:pt x="228904" y="569480"/>
                  </a:lnTo>
                  <a:lnTo>
                    <a:pt x="276872" y="588124"/>
                  </a:lnTo>
                  <a:lnTo>
                    <a:pt x="327253" y="604875"/>
                  </a:lnTo>
                  <a:lnTo>
                    <a:pt x="379539" y="619798"/>
                  </a:lnTo>
                  <a:lnTo>
                    <a:pt x="433247" y="632980"/>
                  </a:lnTo>
                  <a:lnTo>
                    <a:pt x="487870" y="644499"/>
                  </a:lnTo>
                  <a:lnTo>
                    <a:pt x="542899" y="654418"/>
                  </a:lnTo>
                  <a:lnTo>
                    <a:pt x="597852" y="662813"/>
                  </a:lnTo>
                  <a:lnTo>
                    <a:pt x="652221" y="669785"/>
                  </a:lnTo>
                  <a:lnTo>
                    <a:pt x="705497" y="675386"/>
                  </a:lnTo>
                  <a:lnTo>
                    <a:pt x="757199" y="679691"/>
                  </a:lnTo>
                  <a:lnTo>
                    <a:pt x="807339" y="682828"/>
                  </a:lnTo>
                  <a:lnTo>
                    <a:pt x="853846" y="684771"/>
                  </a:lnTo>
                  <a:lnTo>
                    <a:pt x="893597" y="685609"/>
                  </a:lnTo>
                  <a:lnTo>
                    <a:pt x="938161" y="685634"/>
                  </a:lnTo>
                  <a:lnTo>
                    <a:pt x="1067257" y="681621"/>
                  </a:lnTo>
                  <a:lnTo>
                    <a:pt x="1133195" y="677824"/>
                  </a:lnTo>
                  <a:lnTo>
                    <a:pt x="1172908" y="674077"/>
                  </a:lnTo>
                  <a:lnTo>
                    <a:pt x="1216215" y="669036"/>
                  </a:lnTo>
                  <a:lnTo>
                    <a:pt x="1262443" y="662622"/>
                  </a:lnTo>
                  <a:lnTo>
                    <a:pt x="1310944" y="654773"/>
                  </a:lnTo>
                  <a:lnTo>
                    <a:pt x="1361033" y="645426"/>
                  </a:lnTo>
                  <a:lnTo>
                    <a:pt x="1412049" y="634542"/>
                  </a:lnTo>
                  <a:lnTo>
                    <a:pt x="1463332" y="622033"/>
                  </a:lnTo>
                  <a:lnTo>
                    <a:pt x="1514195" y="607847"/>
                  </a:lnTo>
                  <a:lnTo>
                    <a:pt x="1563966" y="591921"/>
                  </a:lnTo>
                  <a:lnTo>
                    <a:pt x="1611998" y="574192"/>
                  </a:lnTo>
                  <a:lnTo>
                    <a:pt x="1657616" y="554609"/>
                  </a:lnTo>
                  <a:lnTo>
                    <a:pt x="1700149" y="533107"/>
                  </a:lnTo>
                  <a:lnTo>
                    <a:pt x="1738909" y="509600"/>
                  </a:lnTo>
                  <a:lnTo>
                    <a:pt x="1773262" y="484060"/>
                  </a:lnTo>
                  <a:lnTo>
                    <a:pt x="1802523" y="456412"/>
                  </a:lnTo>
                  <a:lnTo>
                    <a:pt x="1841639" y="397243"/>
                  </a:lnTo>
                  <a:lnTo>
                    <a:pt x="1843087" y="394538"/>
                  </a:lnTo>
                  <a:lnTo>
                    <a:pt x="1853057" y="360197"/>
                  </a:lnTo>
                  <a:lnTo>
                    <a:pt x="1853819" y="341960"/>
                  </a:lnTo>
                  <a:close/>
                </a:path>
              </a:pathLst>
            </a:custGeom>
            <a:solidFill>
              <a:srgbClr val="990033"/>
            </a:solidFill>
          </p:spPr>
          <p:txBody>
            <a:bodyPr wrap="square" lIns="0" tIns="0" rIns="0" bIns="0" rtlCol="0"/>
            <a:lstStyle/>
            <a:p>
              <a:endParaRPr/>
            </a:p>
          </p:txBody>
        </p:sp>
      </p:grpSp>
      <p:sp>
        <p:nvSpPr>
          <p:cNvPr id="26" name="object 26"/>
          <p:cNvSpPr txBox="1"/>
          <p:nvPr/>
        </p:nvSpPr>
        <p:spPr>
          <a:xfrm>
            <a:off x="2044700" y="4209646"/>
            <a:ext cx="871219" cy="238760"/>
          </a:xfrm>
          <a:prstGeom prst="rect">
            <a:avLst/>
          </a:prstGeom>
        </p:spPr>
        <p:txBody>
          <a:bodyPr vert="horz" wrap="square" lIns="0" tIns="12700" rIns="0" bIns="0" rtlCol="0">
            <a:spAutoFit/>
          </a:bodyPr>
          <a:lstStyle/>
          <a:p>
            <a:pPr marL="12700">
              <a:lnSpc>
                <a:spcPct val="100000"/>
              </a:lnSpc>
              <a:spcBef>
                <a:spcPts val="100"/>
              </a:spcBef>
              <a:tabLst>
                <a:tab pos="857885" algn="l"/>
              </a:tabLst>
            </a:pPr>
            <a:r>
              <a:rPr sz="1400" u="sng" dirty="0">
                <a:uFill>
                  <a:solidFill>
                    <a:srgbClr val="000000"/>
                  </a:solidFill>
                </a:uFill>
                <a:latin typeface="Times New Roman"/>
                <a:cs typeface="Times New Roman"/>
              </a:rPr>
              <a:t> 	</a:t>
            </a:r>
            <a:endParaRPr sz="1400">
              <a:latin typeface="Times New Roman"/>
              <a:cs typeface="Times New Roman"/>
            </a:endParaRPr>
          </a:p>
        </p:txBody>
      </p:sp>
      <p:sp>
        <p:nvSpPr>
          <p:cNvPr id="27" name="object 27"/>
          <p:cNvSpPr txBox="1"/>
          <p:nvPr/>
        </p:nvSpPr>
        <p:spPr>
          <a:xfrm>
            <a:off x="3287407" y="4209646"/>
            <a:ext cx="1174750" cy="454659"/>
          </a:xfrm>
          <a:prstGeom prst="rect">
            <a:avLst/>
          </a:prstGeom>
        </p:spPr>
        <p:txBody>
          <a:bodyPr vert="horz" wrap="square" lIns="0" tIns="10160" rIns="0" bIns="0" rtlCol="0">
            <a:spAutoFit/>
          </a:bodyPr>
          <a:lstStyle/>
          <a:p>
            <a:pPr marL="177800" marR="5080" indent="-165100">
              <a:lnSpc>
                <a:spcPct val="101200"/>
              </a:lnSpc>
              <a:spcBef>
                <a:spcPts val="80"/>
              </a:spcBef>
            </a:pPr>
            <a:r>
              <a:rPr sz="1400" spc="-50" dirty="0">
                <a:latin typeface="Calibri"/>
                <a:cs typeface="Calibri"/>
              </a:rPr>
              <a:t>C</a:t>
            </a:r>
            <a:r>
              <a:rPr sz="1400" spc="-40" dirty="0">
                <a:latin typeface="Calibri"/>
                <a:cs typeface="Calibri"/>
              </a:rPr>
              <a:t>ho</a:t>
            </a:r>
            <a:r>
              <a:rPr sz="1400" spc="-25" dirty="0">
                <a:latin typeface="Calibri"/>
                <a:cs typeface="Calibri"/>
              </a:rPr>
              <a:t>i</a:t>
            </a:r>
            <a:r>
              <a:rPr sz="1400" spc="-50" dirty="0">
                <a:latin typeface="Calibri"/>
                <a:cs typeface="Calibri"/>
              </a:rPr>
              <a:t>s</a:t>
            </a:r>
            <a:r>
              <a:rPr sz="1400" spc="-25" dirty="0">
                <a:latin typeface="Calibri"/>
                <a:cs typeface="Calibri"/>
              </a:rPr>
              <a:t>i</a:t>
            </a:r>
            <a:r>
              <a:rPr sz="1400" dirty="0">
                <a:latin typeface="Calibri"/>
                <a:cs typeface="Calibri"/>
              </a:rPr>
              <a:t>t </a:t>
            </a:r>
            <a:r>
              <a:rPr sz="1400" spc="-105" dirty="0">
                <a:latin typeface="Calibri"/>
                <a:cs typeface="Calibri"/>
              </a:rPr>
              <a:t> </a:t>
            </a:r>
            <a:r>
              <a:rPr sz="1400" spc="-25" dirty="0">
                <a:latin typeface="Calibri"/>
                <a:cs typeface="Calibri"/>
              </a:rPr>
              <a:t>l</a:t>
            </a:r>
            <a:r>
              <a:rPr sz="1400" dirty="0">
                <a:latin typeface="Calibri"/>
                <a:cs typeface="Calibri"/>
              </a:rPr>
              <a:t>es</a:t>
            </a:r>
            <a:r>
              <a:rPr sz="1400" spc="-65" dirty="0">
                <a:latin typeface="Calibri"/>
                <a:cs typeface="Calibri"/>
              </a:rPr>
              <a:t> </a:t>
            </a:r>
            <a:r>
              <a:rPr sz="1400" spc="5" dirty="0">
                <a:latin typeface="Calibri"/>
                <a:cs typeface="Calibri"/>
              </a:rPr>
              <a:t>c</a:t>
            </a:r>
            <a:r>
              <a:rPr sz="1400" spc="-40" dirty="0">
                <a:latin typeface="Calibri"/>
                <a:cs typeface="Calibri"/>
              </a:rPr>
              <a:t>ou</a:t>
            </a:r>
            <a:r>
              <a:rPr sz="1400" spc="10" dirty="0">
                <a:latin typeface="Calibri"/>
                <a:cs typeface="Calibri"/>
              </a:rPr>
              <a:t>r</a:t>
            </a:r>
            <a:r>
              <a:rPr sz="1400" dirty="0">
                <a:latin typeface="Calibri"/>
                <a:cs typeface="Calibri"/>
              </a:rPr>
              <a:t>s  à</a:t>
            </a:r>
            <a:r>
              <a:rPr sz="1400" spc="-90" dirty="0">
                <a:latin typeface="Calibri"/>
                <a:cs typeface="Calibri"/>
              </a:rPr>
              <a:t> </a:t>
            </a:r>
            <a:r>
              <a:rPr sz="1400" dirty="0">
                <a:latin typeface="Calibri"/>
                <a:cs typeface="Calibri"/>
              </a:rPr>
              <a:t>e</a:t>
            </a:r>
            <a:r>
              <a:rPr sz="1400" spc="-35" dirty="0">
                <a:latin typeface="Calibri"/>
                <a:cs typeface="Calibri"/>
              </a:rPr>
              <a:t>n</a:t>
            </a:r>
            <a:r>
              <a:rPr sz="1400" spc="-50" dirty="0">
                <a:latin typeface="Calibri"/>
                <a:cs typeface="Calibri"/>
              </a:rPr>
              <a:t>s</a:t>
            </a:r>
            <a:r>
              <a:rPr sz="1400" dirty="0">
                <a:latin typeface="Calibri"/>
                <a:cs typeface="Calibri"/>
              </a:rPr>
              <a:t>e</a:t>
            </a:r>
            <a:r>
              <a:rPr sz="1400" spc="-25" dirty="0">
                <a:latin typeface="Calibri"/>
                <a:cs typeface="Calibri"/>
              </a:rPr>
              <a:t>i</a:t>
            </a:r>
            <a:r>
              <a:rPr sz="1400" spc="40" dirty="0">
                <a:latin typeface="Calibri"/>
                <a:cs typeface="Calibri"/>
              </a:rPr>
              <a:t>g</a:t>
            </a:r>
            <a:r>
              <a:rPr sz="1400" spc="-40" dirty="0">
                <a:latin typeface="Calibri"/>
                <a:cs typeface="Calibri"/>
              </a:rPr>
              <a:t>n</a:t>
            </a:r>
            <a:r>
              <a:rPr sz="1400" dirty="0">
                <a:latin typeface="Calibri"/>
                <a:cs typeface="Calibri"/>
              </a:rPr>
              <a:t>er</a:t>
            </a:r>
            <a:endParaRPr sz="1400">
              <a:latin typeface="Calibri"/>
              <a:cs typeface="Calibri"/>
            </a:endParaRPr>
          </a:p>
        </p:txBody>
      </p:sp>
      <p:grpSp>
        <p:nvGrpSpPr>
          <p:cNvPr id="28" name="object 28"/>
          <p:cNvGrpSpPr/>
          <p:nvPr/>
        </p:nvGrpSpPr>
        <p:grpSpPr>
          <a:xfrm>
            <a:off x="1460500" y="3911600"/>
            <a:ext cx="533400" cy="876300"/>
            <a:chOff x="1460500" y="3911600"/>
            <a:chExt cx="533400" cy="876300"/>
          </a:xfrm>
        </p:grpSpPr>
        <p:sp>
          <p:nvSpPr>
            <p:cNvPr id="29" name="object 29"/>
            <p:cNvSpPr/>
            <p:nvPr/>
          </p:nvSpPr>
          <p:spPr>
            <a:xfrm>
              <a:off x="1574800" y="3911599"/>
              <a:ext cx="304800" cy="304800"/>
            </a:xfrm>
            <a:custGeom>
              <a:avLst/>
              <a:gdLst/>
              <a:ahLst/>
              <a:cxnLst/>
              <a:rect l="l" t="t" r="r" b="b"/>
              <a:pathLst>
                <a:path w="304800" h="304800">
                  <a:moveTo>
                    <a:pt x="304800" y="152374"/>
                  </a:moveTo>
                  <a:lnTo>
                    <a:pt x="304038" y="143979"/>
                  </a:lnTo>
                  <a:lnTo>
                    <a:pt x="304038" y="136334"/>
                  </a:lnTo>
                  <a:lnTo>
                    <a:pt x="293179" y="94653"/>
                  </a:lnTo>
                  <a:lnTo>
                    <a:pt x="291846" y="92240"/>
                  </a:lnTo>
                  <a:lnTo>
                    <a:pt x="291846" y="145503"/>
                  </a:lnTo>
                  <a:lnTo>
                    <a:pt x="291846" y="159245"/>
                  </a:lnTo>
                  <a:lnTo>
                    <a:pt x="282790" y="201320"/>
                  </a:lnTo>
                  <a:lnTo>
                    <a:pt x="264807" y="235508"/>
                  </a:lnTo>
                  <a:lnTo>
                    <a:pt x="209638" y="279819"/>
                  </a:lnTo>
                  <a:lnTo>
                    <a:pt x="141541" y="291465"/>
                  </a:lnTo>
                  <a:lnTo>
                    <a:pt x="107378" y="284822"/>
                  </a:lnTo>
                  <a:lnTo>
                    <a:pt x="48387" y="246126"/>
                  </a:lnTo>
                  <a:lnTo>
                    <a:pt x="27343" y="213918"/>
                  </a:lnTo>
                  <a:lnTo>
                    <a:pt x="14478" y="172986"/>
                  </a:lnTo>
                  <a:lnTo>
                    <a:pt x="12954" y="166116"/>
                  </a:lnTo>
                  <a:lnTo>
                    <a:pt x="12954" y="159245"/>
                  </a:lnTo>
                  <a:lnTo>
                    <a:pt x="12192" y="152374"/>
                  </a:lnTo>
                  <a:lnTo>
                    <a:pt x="12954" y="144741"/>
                  </a:lnTo>
                  <a:lnTo>
                    <a:pt x="12954" y="137871"/>
                  </a:lnTo>
                  <a:lnTo>
                    <a:pt x="24866" y="95580"/>
                  </a:lnTo>
                  <a:lnTo>
                    <a:pt x="45339" y="62039"/>
                  </a:lnTo>
                  <a:lnTo>
                    <a:pt x="72402" y="37185"/>
                  </a:lnTo>
                  <a:lnTo>
                    <a:pt x="104101" y="20980"/>
                  </a:lnTo>
                  <a:lnTo>
                    <a:pt x="138493" y="13360"/>
                  </a:lnTo>
                  <a:lnTo>
                    <a:pt x="173609" y="14300"/>
                  </a:lnTo>
                  <a:lnTo>
                    <a:pt x="238239" y="41617"/>
                  </a:lnTo>
                  <a:lnTo>
                    <a:pt x="282359" y="102552"/>
                  </a:lnTo>
                  <a:lnTo>
                    <a:pt x="291846" y="145503"/>
                  </a:lnTo>
                  <a:lnTo>
                    <a:pt x="291846" y="92240"/>
                  </a:lnTo>
                  <a:lnTo>
                    <a:pt x="274383" y="60553"/>
                  </a:lnTo>
                  <a:lnTo>
                    <a:pt x="219392" y="15100"/>
                  </a:lnTo>
                  <a:lnTo>
                    <a:pt x="151777" y="0"/>
                  </a:lnTo>
                  <a:lnTo>
                    <a:pt x="117221" y="3848"/>
                  </a:lnTo>
                  <a:lnTo>
                    <a:pt x="54597" y="34340"/>
                  </a:lnTo>
                  <a:lnTo>
                    <a:pt x="11226" y="95237"/>
                  </a:lnTo>
                  <a:lnTo>
                    <a:pt x="749" y="137109"/>
                  </a:lnTo>
                  <a:lnTo>
                    <a:pt x="0" y="144741"/>
                  </a:lnTo>
                  <a:lnTo>
                    <a:pt x="0" y="160007"/>
                  </a:lnTo>
                  <a:lnTo>
                    <a:pt x="12192" y="209867"/>
                  </a:lnTo>
                  <a:lnTo>
                    <a:pt x="32308" y="246456"/>
                  </a:lnTo>
                  <a:lnTo>
                    <a:pt x="84391" y="289267"/>
                  </a:lnTo>
                  <a:lnTo>
                    <a:pt x="147434" y="304520"/>
                  </a:lnTo>
                  <a:lnTo>
                    <a:pt x="179819" y="302069"/>
                  </a:lnTo>
                  <a:lnTo>
                    <a:pt x="239852" y="277469"/>
                  </a:lnTo>
                  <a:lnTo>
                    <a:pt x="284962" y="227317"/>
                  </a:lnTo>
                  <a:lnTo>
                    <a:pt x="298691" y="192887"/>
                  </a:lnTo>
                  <a:lnTo>
                    <a:pt x="304800" y="152374"/>
                  </a:lnTo>
                  <a:close/>
                </a:path>
              </a:pathLst>
            </a:custGeom>
            <a:solidFill>
              <a:srgbClr val="000000"/>
            </a:solidFill>
          </p:spPr>
          <p:txBody>
            <a:bodyPr wrap="square" lIns="0" tIns="0" rIns="0" bIns="0" rtlCol="0"/>
            <a:lstStyle/>
            <a:p>
              <a:endParaRPr/>
            </a:p>
          </p:txBody>
        </p:sp>
        <p:sp>
          <p:nvSpPr>
            <p:cNvPr id="30" name="object 30"/>
            <p:cNvSpPr/>
            <p:nvPr/>
          </p:nvSpPr>
          <p:spPr>
            <a:xfrm>
              <a:off x="1733550" y="4210050"/>
              <a:ext cx="0" cy="317500"/>
            </a:xfrm>
            <a:custGeom>
              <a:avLst/>
              <a:gdLst/>
              <a:ahLst/>
              <a:cxnLst/>
              <a:rect l="l" t="t" r="r" b="b"/>
              <a:pathLst>
                <a:path h="317500">
                  <a:moveTo>
                    <a:pt x="0" y="0"/>
                  </a:moveTo>
                  <a:lnTo>
                    <a:pt x="0" y="317111"/>
                  </a:lnTo>
                </a:path>
              </a:pathLst>
            </a:custGeom>
            <a:ln w="12700">
              <a:solidFill>
                <a:srgbClr val="000000"/>
              </a:solidFill>
            </a:ln>
          </p:spPr>
          <p:txBody>
            <a:bodyPr wrap="square" lIns="0" tIns="0" rIns="0" bIns="0" rtlCol="0"/>
            <a:lstStyle/>
            <a:p>
              <a:endParaRPr/>
            </a:p>
          </p:txBody>
        </p:sp>
        <p:sp>
          <p:nvSpPr>
            <p:cNvPr id="31" name="object 31"/>
            <p:cNvSpPr/>
            <p:nvPr/>
          </p:nvSpPr>
          <p:spPr>
            <a:xfrm>
              <a:off x="1479550" y="4337050"/>
              <a:ext cx="508000" cy="0"/>
            </a:xfrm>
            <a:custGeom>
              <a:avLst/>
              <a:gdLst/>
              <a:ahLst/>
              <a:cxnLst/>
              <a:rect l="l" t="t" r="r" b="b"/>
              <a:pathLst>
                <a:path w="508000">
                  <a:moveTo>
                    <a:pt x="0" y="0"/>
                  </a:moveTo>
                  <a:lnTo>
                    <a:pt x="507500" y="0"/>
                  </a:lnTo>
                </a:path>
              </a:pathLst>
            </a:custGeom>
            <a:ln w="12700">
              <a:solidFill>
                <a:srgbClr val="000000"/>
              </a:solidFill>
            </a:ln>
          </p:spPr>
          <p:txBody>
            <a:bodyPr wrap="square" lIns="0" tIns="0" rIns="0" bIns="0" rtlCol="0"/>
            <a:lstStyle/>
            <a:p>
              <a:endParaRPr/>
            </a:p>
          </p:txBody>
        </p:sp>
        <p:sp>
          <p:nvSpPr>
            <p:cNvPr id="32" name="object 32"/>
            <p:cNvSpPr/>
            <p:nvPr/>
          </p:nvSpPr>
          <p:spPr>
            <a:xfrm>
              <a:off x="1460500" y="4508499"/>
              <a:ext cx="533400" cy="279400"/>
            </a:xfrm>
            <a:custGeom>
              <a:avLst/>
              <a:gdLst/>
              <a:ahLst/>
              <a:cxnLst/>
              <a:rect l="l" t="t" r="r" b="b"/>
              <a:pathLst>
                <a:path w="533400" h="279400">
                  <a:moveTo>
                    <a:pt x="533273" y="270065"/>
                  </a:moveTo>
                  <a:lnTo>
                    <a:pt x="264718" y="0"/>
                  </a:lnTo>
                  <a:lnTo>
                    <a:pt x="260146" y="0"/>
                  </a:lnTo>
                  <a:lnTo>
                    <a:pt x="0" y="261632"/>
                  </a:lnTo>
                  <a:lnTo>
                    <a:pt x="9144" y="270065"/>
                  </a:lnTo>
                  <a:lnTo>
                    <a:pt x="257860" y="20688"/>
                  </a:lnTo>
                  <a:lnTo>
                    <a:pt x="262432" y="16116"/>
                  </a:lnTo>
                  <a:lnTo>
                    <a:pt x="267017" y="20726"/>
                  </a:lnTo>
                  <a:lnTo>
                    <a:pt x="524116" y="279273"/>
                  </a:lnTo>
                  <a:lnTo>
                    <a:pt x="533273" y="270065"/>
                  </a:lnTo>
                  <a:close/>
                </a:path>
              </a:pathLst>
            </a:custGeom>
            <a:solidFill>
              <a:srgbClr val="000000"/>
            </a:solidFill>
          </p:spPr>
          <p:txBody>
            <a:bodyPr wrap="square" lIns="0" tIns="0" rIns="0" bIns="0" rtlCol="0"/>
            <a:lstStyle/>
            <a:p>
              <a:endParaRPr/>
            </a:p>
          </p:txBody>
        </p:sp>
      </p:grpSp>
      <p:grpSp>
        <p:nvGrpSpPr>
          <p:cNvPr id="33" name="object 33"/>
          <p:cNvGrpSpPr/>
          <p:nvPr/>
        </p:nvGrpSpPr>
        <p:grpSpPr>
          <a:xfrm>
            <a:off x="2798826" y="4394200"/>
            <a:ext cx="2014220" cy="1371600"/>
            <a:chOff x="2798826" y="4394200"/>
            <a:chExt cx="2014220" cy="1371600"/>
          </a:xfrm>
        </p:grpSpPr>
        <p:pic>
          <p:nvPicPr>
            <p:cNvPr id="34" name="object 34"/>
            <p:cNvPicPr/>
            <p:nvPr/>
          </p:nvPicPr>
          <p:blipFill>
            <a:blip r:embed="rId3" cstate="print"/>
            <a:stretch>
              <a:fillRect/>
            </a:stretch>
          </p:blipFill>
          <p:spPr>
            <a:xfrm>
              <a:off x="2798826" y="4394200"/>
              <a:ext cx="134874" cy="139202"/>
            </a:xfrm>
            <a:prstGeom prst="rect">
              <a:avLst/>
            </a:prstGeom>
          </p:spPr>
        </p:pic>
        <p:sp>
          <p:nvSpPr>
            <p:cNvPr id="35" name="object 35"/>
            <p:cNvSpPr/>
            <p:nvPr/>
          </p:nvSpPr>
          <p:spPr>
            <a:xfrm>
              <a:off x="2959100" y="5080000"/>
              <a:ext cx="1841500" cy="673100"/>
            </a:xfrm>
            <a:custGeom>
              <a:avLst/>
              <a:gdLst/>
              <a:ahLst/>
              <a:cxnLst/>
              <a:rect l="l" t="t" r="r" b="b"/>
              <a:pathLst>
                <a:path w="1841500" h="673100">
                  <a:moveTo>
                    <a:pt x="920876" y="0"/>
                  </a:moveTo>
                  <a:lnTo>
                    <a:pt x="852133" y="924"/>
                  </a:lnTo>
                  <a:lnTo>
                    <a:pt x="784764" y="3657"/>
                  </a:lnTo>
                  <a:lnTo>
                    <a:pt x="718948" y="8130"/>
                  </a:lnTo>
                  <a:lnTo>
                    <a:pt x="654864" y="14278"/>
                  </a:lnTo>
                  <a:lnTo>
                    <a:pt x="592687" y="22037"/>
                  </a:lnTo>
                  <a:lnTo>
                    <a:pt x="532597" y="31337"/>
                  </a:lnTo>
                  <a:lnTo>
                    <a:pt x="474771" y="42115"/>
                  </a:lnTo>
                  <a:lnTo>
                    <a:pt x="419387" y="54306"/>
                  </a:lnTo>
                  <a:lnTo>
                    <a:pt x="366623" y="67842"/>
                  </a:lnTo>
                  <a:lnTo>
                    <a:pt x="316656" y="82656"/>
                  </a:lnTo>
                  <a:lnTo>
                    <a:pt x="269666" y="98686"/>
                  </a:lnTo>
                  <a:lnTo>
                    <a:pt x="225827" y="115864"/>
                  </a:lnTo>
                  <a:lnTo>
                    <a:pt x="185322" y="134124"/>
                  </a:lnTo>
                  <a:lnTo>
                    <a:pt x="148323" y="153400"/>
                  </a:lnTo>
                  <a:lnTo>
                    <a:pt x="115012" y="173628"/>
                  </a:lnTo>
                  <a:lnTo>
                    <a:pt x="60161" y="216670"/>
                  </a:lnTo>
                  <a:lnTo>
                    <a:pt x="22190" y="262723"/>
                  </a:lnTo>
                  <a:lnTo>
                    <a:pt x="2524" y="311260"/>
                  </a:lnTo>
                  <a:lnTo>
                    <a:pt x="0" y="336296"/>
                  </a:lnTo>
                  <a:lnTo>
                    <a:pt x="2524" y="361426"/>
                  </a:lnTo>
                  <a:lnTo>
                    <a:pt x="22190" y="410102"/>
                  </a:lnTo>
                  <a:lnTo>
                    <a:pt x="60161" y="456233"/>
                  </a:lnTo>
                  <a:lnTo>
                    <a:pt x="115012" y="499303"/>
                  </a:lnTo>
                  <a:lnTo>
                    <a:pt x="148323" y="519527"/>
                  </a:lnTo>
                  <a:lnTo>
                    <a:pt x="185322" y="538793"/>
                  </a:lnTo>
                  <a:lnTo>
                    <a:pt x="225827" y="557036"/>
                  </a:lnTo>
                  <a:lnTo>
                    <a:pt x="269666" y="574191"/>
                  </a:lnTo>
                  <a:lnTo>
                    <a:pt x="316656" y="590192"/>
                  </a:lnTo>
                  <a:lnTo>
                    <a:pt x="366623" y="604976"/>
                  </a:lnTo>
                  <a:lnTo>
                    <a:pt x="419387" y="618480"/>
                  </a:lnTo>
                  <a:lnTo>
                    <a:pt x="474771" y="630635"/>
                  </a:lnTo>
                  <a:lnTo>
                    <a:pt x="532597" y="641379"/>
                  </a:lnTo>
                  <a:lnTo>
                    <a:pt x="592687" y="650648"/>
                  </a:lnTo>
                  <a:lnTo>
                    <a:pt x="654864" y="658376"/>
                  </a:lnTo>
                  <a:lnTo>
                    <a:pt x="718948" y="664500"/>
                  </a:lnTo>
                  <a:lnTo>
                    <a:pt x="784764" y="668953"/>
                  </a:lnTo>
                  <a:lnTo>
                    <a:pt x="852133" y="671673"/>
                  </a:lnTo>
                  <a:lnTo>
                    <a:pt x="920876" y="672593"/>
                  </a:lnTo>
                  <a:lnTo>
                    <a:pt x="989520" y="671673"/>
                  </a:lnTo>
                  <a:lnTo>
                    <a:pt x="1056798" y="668953"/>
                  </a:lnTo>
                  <a:lnTo>
                    <a:pt x="1122532" y="664500"/>
                  </a:lnTo>
                  <a:lnTo>
                    <a:pt x="1186544" y="658376"/>
                  </a:lnTo>
                  <a:lnTo>
                    <a:pt x="1248655" y="650648"/>
                  </a:lnTo>
                  <a:lnTo>
                    <a:pt x="1308688" y="641379"/>
                  </a:lnTo>
                  <a:lnTo>
                    <a:pt x="1366461" y="630635"/>
                  </a:lnTo>
                  <a:lnTo>
                    <a:pt x="1421800" y="618480"/>
                  </a:lnTo>
                  <a:lnTo>
                    <a:pt x="1474524" y="604976"/>
                  </a:lnTo>
                  <a:lnTo>
                    <a:pt x="1524458" y="590192"/>
                  </a:lnTo>
                  <a:lnTo>
                    <a:pt x="1571421" y="574191"/>
                  </a:lnTo>
                  <a:lnTo>
                    <a:pt x="1615235" y="557036"/>
                  </a:lnTo>
                  <a:lnTo>
                    <a:pt x="1655723" y="538793"/>
                  </a:lnTo>
                  <a:lnTo>
                    <a:pt x="1692704" y="519527"/>
                  </a:lnTo>
                  <a:lnTo>
                    <a:pt x="1726003" y="499303"/>
                  </a:lnTo>
                  <a:lnTo>
                    <a:pt x="1780839" y="456233"/>
                  </a:lnTo>
                  <a:lnTo>
                    <a:pt x="1818802" y="410102"/>
                  </a:lnTo>
                  <a:lnTo>
                    <a:pt x="1838467" y="361426"/>
                  </a:lnTo>
                  <a:lnTo>
                    <a:pt x="1840993" y="336296"/>
                  </a:lnTo>
                  <a:lnTo>
                    <a:pt x="1831012" y="286713"/>
                  </a:lnTo>
                  <a:lnTo>
                    <a:pt x="1802019" y="239353"/>
                  </a:lnTo>
                  <a:lnTo>
                    <a:pt x="1755442" y="194740"/>
                  </a:lnTo>
                  <a:lnTo>
                    <a:pt x="1692704" y="153400"/>
                  </a:lnTo>
                  <a:lnTo>
                    <a:pt x="1655723" y="134124"/>
                  </a:lnTo>
                  <a:lnTo>
                    <a:pt x="1615235" y="115864"/>
                  </a:lnTo>
                  <a:lnTo>
                    <a:pt x="1571420" y="98686"/>
                  </a:lnTo>
                  <a:lnTo>
                    <a:pt x="1524458" y="82656"/>
                  </a:lnTo>
                  <a:lnTo>
                    <a:pt x="1474524" y="67842"/>
                  </a:lnTo>
                  <a:lnTo>
                    <a:pt x="1421800" y="54306"/>
                  </a:lnTo>
                  <a:lnTo>
                    <a:pt x="1366461" y="42115"/>
                  </a:lnTo>
                  <a:lnTo>
                    <a:pt x="1308688" y="31337"/>
                  </a:lnTo>
                  <a:lnTo>
                    <a:pt x="1248655" y="22037"/>
                  </a:lnTo>
                  <a:lnTo>
                    <a:pt x="1186544" y="14278"/>
                  </a:lnTo>
                  <a:lnTo>
                    <a:pt x="1122532" y="8130"/>
                  </a:lnTo>
                  <a:lnTo>
                    <a:pt x="1056798" y="3657"/>
                  </a:lnTo>
                  <a:lnTo>
                    <a:pt x="989520" y="924"/>
                  </a:lnTo>
                  <a:lnTo>
                    <a:pt x="920876" y="0"/>
                  </a:lnTo>
                  <a:close/>
                </a:path>
              </a:pathLst>
            </a:custGeom>
            <a:solidFill>
              <a:srgbClr val="FFFFCC"/>
            </a:solidFill>
          </p:spPr>
          <p:txBody>
            <a:bodyPr wrap="square" lIns="0" tIns="0" rIns="0" bIns="0" rtlCol="0"/>
            <a:lstStyle/>
            <a:p>
              <a:endParaRPr/>
            </a:p>
          </p:txBody>
        </p:sp>
        <p:sp>
          <p:nvSpPr>
            <p:cNvPr id="36" name="object 36"/>
            <p:cNvSpPr/>
            <p:nvPr/>
          </p:nvSpPr>
          <p:spPr>
            <a:xfrm>
              <a:off x="2959100" y="5079999"/>
              <a:ext cx="1854200" cy="685800"/>
            </a:xfrm>
            <a:custGeom>
              <a:avLst/>
              <a:gdLst/>
              <a:ahLst/>
              <a:cxnLst/>
              <a:rect l="l" t="t" r="r" b="b"/>
              <a:pathLst>
                <a:path w="1854200" h="685800">
                  <a:moveTo>
                    <a:pt x="1853819" y="342404"/>
                  </a:moveTo>
                  <a:lnTo>
                    <a:pt x="1843163" y="288493"/>
                  </a:lnTo>
                  <a:lnTo>
                    <a:pt x="1841639" y="286346"/>
                  </a:lnTo>
                  <a:lnTo>
                    <a:pt x="1841639" y="343154"/>
                  </a:lnTo>
                  <a:lnTo>
                    <a:pt x="1840115" y="359105"/>
                  </a:lnTo>
                  <a:lnTo>
                    <a:pt x="1798027" y="441325"/>
                  </a:lnTo>
                  <a:lnTo>
                    <a:pt x="1768678" y="470446"/>
                  </a:lnTo>
                  <a:lnTo>
                    <a:pt x="1733715" y="497243"/>
                  </a:lnTo>
                  <a:lnTo>
                    <a:pt x="1693875" y="521779"/>
                  </a:lnTo>
                  <a:lnTo>
                    <a:pt x="1649857" y="544131"/>
                  </a:lnTo>
                  <a:lnTo>
                    <a:pt x="1602282" y="564400"/>
                  </a:lnTo>
                  <a:lnTo>
                    <a:pt x="1552117" y="582587"/>
                  </a:lnTo>
                  <a:lnTo>
                    <a:pt x="1499819" y="598855"/>
                  </a:lnTo>
                  <a:lnTo>
                    <a:pt x="1446187" y="613232"/>
                  </a:lnTo>
                  <a:lnTo>
                    <a:pt x="1391945" y="625805"/>
                  </a:lnTo>
                  <a:lnTo>
                    <a:pt x="1337779" y="636651"/>
                  </a:lnTo>
                  <a:lnTo>
                    <a:pt x="1284414" y="645845"/>
                  </a:lnTo>
                  <a:lnTo>
                    <a:pt x="1232560" y="653440"/>
                  </a:lnTo>
                  <a:lnTo>
                    <a:pt x="1182814" y="659561"/>
                  </a:lnTo>
                  <a:lnTo>
                    <a:pt x="1136027" y="664222"/>
                  </a:lnTo>
                  <a:lnTo>
                    <a:pt x="1093177" y="667524"/>
                  </a:lnTo>
                  <a:lnTo>
                    <a:pt x="1054315" y="669556"/>
                  </a:lnTo>
                  <a:lnTo>
                    <a:pt x="1020851" y="670369"/>
                  </a:lnTo>
                  <a:lnTo>
                    <a:pt x="974445" y="671893"/>
                  </a:lnTo>
                  <a:lnTo>
                    <a:pt x="927290" y="672642"/>
                  </a:lnTo>
                  <a:lnTo>
                    <a:pt x="891133" y="672757"/>
                  </a:lnTo>
                  <a:lnTo>
                    <a:pt x="850861" y="671931"/>
                  </a:lnTo>
                  <a:lnTo>
                    <a:pt x="806983" y="670090"/>
                  </a:lnTo>
                  <a:lnTo>
                    <a:pt x="760056" y="667156"/>
                  </a:lnTo>
                  <a:lnTo>
                    <a:pt x="710615" y="663041"/>
                  </a:lnTo>
                  <a:lnTo>
                    <a:pt x="659180" y="657682"/>
                  </a:lnTo>
                  <a:lnTo>
                    <a:pt x="606298" y="650989"/>
                  </a:lnTo>
                  <a:lnTo>
                    <a:pt x="552488" y="642874"/>
                  </a:lnTo>
                  <a:lnTo>
                    <a:pt x="498309" y="633285"/>
                  </a:lnTo>
                  <a:lnTo>
                    <a:pt x="444284" y="622122"/>
                  </a:lnTo>
                  <a:lnTo>
                    <a:pt x="390956" y="609307"/>
                  </a:lnTo>
                  <a:lnTo>
                    <a:pt x="338848" y="594779"/>
                  </a:lnTo>
                  <a:lnTo>
                    <a:pt x="288505" y="578434"/>
                  </a:lnTo>
                  <a:lnTo>
                    <a:pt x="240461" y="560209"/>
                  </a:lnTo>
                  <a:lnTo>
                    <a:pt x="195249" y="540029"/>
                  </a:lnTo>
                  <a:lnTo>
                    <a:pt x="153403" y="517804"/>
                  </a:lnTo>
                  <a:lnTo>
                    <a:pt x="115455" y="493458"/>
                  </a:lnTo>
                  <a:lnTo>
                    <a:pt x="81965" y="466915"/>
                  </a:lnTo>
                  <a:lnTo>
                    <a:pt x="53441" y="438099"/>
                  </a:lnTo>
                  <a:lnTo>
                    <a:pt x="30416" y="406933"/>
                  </a:lnTo>
                  <a:lnTo>
                    <a:pt x="13690" y="358343"/>
                  </a:lnTo>
                  <a:lnTo>
                    <a:pt x="12166" y="342404"/>
                  </a:lnTo>
                  <a:lnTo>
                    <a:pt x="13690" y="325704"/>
                  </a:lnTo>
                  <a:lnTo>
                    <a:pt x="30416" y="277863"/>
                  </a:lnTo>
                  <a:lnTo>
                    <a:pt x="57353" y="241363"/>
                  </a:lnTo>
                  <a:lnTo>
                    <a:pt x="92151" y="208788"/>
                  </a:lnTo>
                  <a:lnTo>
                    <a:pt x="132676" y="179984"/>
                  </a:lnTo>
                  <a:lnTo>
                    <a:pt x="176809" y="154813"/>
                  </a:lnTo>
                  <a:lnTo>
                    <a:pt x="222427" y="133096"/>
                  </a:lnTo>
                  <a:lnTo>
                    <a:pt x="267398" y="114693"/>
                  </a:lnTo>
                  <a:lnTo>
                    <a:pt x="309600" y="99453"/>
                  </a:lnTo>
                  <a:lnTo>
                    <a:pt x="343065" y="89585"/>
                  </a:lnTo>
                  <a:lnTo>
                    <a:pt x="378066" y="78955"/>
                  </a:lnTo>
                  <a:lnTo>
                    <a:pt x="427316" y="66649"/>
                  </a:lnTo>
                  <a:lnTo>
                    <a:pt x="476872" y="55791"/>
                  </a:lnTo>
                  <a:lnTo>
                    <a:pt x="526719" y="46316"/>
                  </a:lnTo>
                  <a:lnTo>
                    <a:pt x="576808" y="38163"/>
                  </a:lnTo>
                  <a:lnTo>
                    <a:pt x="627087" y="31254"/>
                  </a:lnTo>
                  <a:lnTo>
                    <a:pt x="677532" y="25514"/>
                  </a:lnTo>
                  <a:lnTo>
                    <a:pt x="728091" y="20878"/>
                  </a:lnTo>
                  <a:lnTo>
                    <a:pt x="778738" y="17284"/>
                  </a:lnTo>
                  <a:lnTo>
                    <a:pt x="829424" y="14655"/>
                  </a:lnTo>
                  <a:lnTo>
                    <a:pt x="879360" y="12941"/>
                  </a:lnTo>
                  <a:lnTo>
                    <a:pt x="974445" y="12915"/>
                  </a:lnTo>
                  <a:lnTo>
                    <a:pt x="1054481" y="15405"/>
                  </a:lnTo>
                  <a:lnTo>
                    <a:pt x="1093177" y="17551"/>
                  </a:lnTo>
                  <a:lnTo>
                    <a:pt x="1136027" y="20942"/>
                  </a:lnTo>
                  <a:lnTo>
                    <a:pt x="1182928" y="25692"/>
                  </a:lnTo>
                  <a:lnTo>
                    <a:pt x="1232585" y="31826"/>
                  </a:lnTo>
                  <a:lnTo>
                    <a:pt x="1284617" y="39471"/>
                  </a:lnTo>
                  <a:lnTo>
                    <a:pt x="1338199" y="48679"/>
                  </a:lnTo>
                  <a:lnTo>
                    <a:pt x="1392580" y="59550"/>
                  </a:lnTo>
                  <a:lnTo>
                    <a:pt x="1447050" y="72148"/>
                  </a:lnTo>
                  <a:lnTo>
                    <a:pt x="1500886" y="86550"/>
                  </a:lnTo>
                  <a:lnTo>
                    <a:pt x="1553362" y="102831"/>
                  </a:lnTo>
                  <a:lnTo>
                    <a:pt x="1603756" y="121081"/>
                  </a:lnTo>
                  <a:lnTo>
                    <a:pt x="1651317" y="141389"/>
                  </a:lnTo>
                  <a:lnTo>
                    <a:pt x="1695361" y="163804"/>
                  </a:lnTo>
                  <a:lnTo>
                    <a:pt x="1735124" y="188429"/>
                  </a:lnTo>
                  <a:lnTo>
                    <a:pt x="1769910" y="215328"/>
                  </a:lnTo>
                  <a:lnTo>
                    <a:pt x="1798980" y="244589"/>
                  </a:lnTo>
                  <a:lnTo>
                    <a:pt x="1821611" y="276301"/>
                  </a:lnTo>
                  <a:lnTo>
                    <a:pt x="1840115" y="326453"/>
                  </a:lnTo>
                  <a:lnTo>
                    <a:pt x="1841639" y="343154"/>
                  </a:lnTo>
                  <a:lnTo>
                    <a:pt x="1841639" y="286346"/>
                  </a:lnTo>
                  <a:lnTo>
                    <a:pt x="1798688" y="225577"/>
                  </a:lnTo>
                  <a:lnTo>
                    <a:pt x="1767979" y="197586"/>
                  </a:lnTo>
                  <a:lnTo>
                    <a:pt x="1732407" y="171792"/>
                  </a:lnTo>
                  <a:lnTo>
                    <a:pt x="1692541" y="148145"/>
                  </a:lnTo>
                  <a:lnTo>
                    <a:pt x="1648980" y="126568"/>
                  </a:lnTo>
                  <a:lnTo>
                    <a:pt x="1602282" y="106972"/>
                  </a:lnTo>
                  <a:lnTo>
                    <a:pt x="1553032" y="89306"/>
                  </a:lnTo>
                  <a:lnTo>
                    <a:pt x="1501813" y="73482"/>
                  </a:lnTo>
                  <a:lnTo>
                    <a:pt x="1449209" y="59436"/>
                  </a:lnTo>
                  <a:lnTo>
                    <a:pt x="1395806" y="47104"/>
                  </a:lnTo>
                  <a:lnTo>
                    <a:pt x="1342161" y="36385"/>
                  </a:lnTo>
                  <a:lnTo>
                    <a:pt x="1288872" y="27241"/>
                  </a:lnTo>
                  <a:lnTo>
                    <a:pt x="1236522" y="19583"/>
                  </a:lnTo>
                  <a:lnTo>
                    <a:pt x="1185672" y="13322"/>
                  </a:lnTo>
                  <a:lnTo>
                    <a:pt x="1136929" y="8420"/>
                  </a:lnTo>
                  <a:lnTo>
                    <a:pt x="1090853" y="4787"/>
                  </a:lnTo>
                  <a:lnTo>
                    <a:pt x="1048016" y="2336"/>
                  </a:lnTo>
                  <a:lnTo>
                    <a:pt x="1009027" y="1028"/>
                  </a:lnTo>
                  <a:lnTo>
                    <a:pt x="974445" y="762"/>
                  </a:lnTo>
                  <a:lnTo>
                    <a:pt x="927290" y="0"/>
                  </a:lnTo>
                  <a:lnTo>
                    <a:pt x="879360" y="762"/>
                  </a:lnTo>
                  <a:lnTo>
                    <a:pt x="845007" y="965"/>
                  </a:lnTo>
                  <a:lnTo>
                    <a:pt x="806145" y="2247"/>
                  </a:lnTo>
                  <a:lnTo>
                    <a:pt x="763371" y="4673"/>
                  </a:lnTo>
                  <a:lnTo>
                    <a:pt x="717270" y="8318"/>
                  </a:lnTo>
                  <a:lnTo>
                    <a:pt x="668451" y="13246"/>
                  </a:lnTo>
                  <a:lnTo>
                    <a:pt x="617486" y="19532"/>
                  </a:lnTo>
                  <a:lnTo>
                    <a:pt x="564972" y="27241"/>
                  </a:lnTo>
                  <a:lnTo>
                    <a:pt x="511505" y="36461"/>
                  </a:lnTo>
                  <a:lnTo>
                    <a:pt x="457669" y="47231"/>
                  </a:lnTo>
                  <a:lnTo>
                    <a:pt x="404063" y="59651"/>
                  </a:lnTo>
                  <a:lnTo>
                    <a:pt x="351269" y="73774"/>
                  </a:lnTo>
                  <a:lnTo>
                    <a:pt x="299897" y="89674"/>
                  </a:lnTo>
                  <a:lnTo>
                    <a:pt x="250520" y="107416"/>
                  </a:lnTo>
                  <a:lnTo>
                    <a:pt x="203746" y="127088"/>
                  </a:lnTo>
                  <a:lnTo>
                    <a:pt x="160147" y="148742"/>
                  </a:lnTo>
                  <a:lnTo>
                    <a:pt x="120332" y="172440"/>
                  </a:lnTo>
                  <a:lnTo>
                    <a:pt x="84874" y="198285"/>
                  </a:lnTo>
                  <a:lnTo>
                    <a:pt x="54381" y="226314"/>
                  </a:lnTo>
                  <a:lnTo>
                    <a:pt x="29438" y="256616"/>
                  </a:lnTo>
                  <a:lnTo>
                    <a:pt x="4559" y="306717"/>
                  </a:lnTo>
                  <a:lnTo>
                    <a:pt x="0" y="343154"/>
                  </a:lnTo>
                  <a:lnTo>
                    <a:pt x="1511" y="361378"/>
                  </a:lnTo>
                  <a:lnTo>
                    <a:pt x="42926" y="445376"/>
                  </a:lnTo>
                  <a:lnTo>
                    <a:pt x="71450" y="474624"/>
                  </a:lnTo>
                  <a:lnTo>
                    <a:pt x="104851" y="501573"/>
                  </a:lnTo>
                  <a:lnTo>
                    <a:pt x="142633" y="526313"/>
                  </a:lnTo>
                  <a:lnTo>
                    <a:pt x="184289" y="548919"/>
                  </a:lnTo>
                  <a:lnTo>
                    <a:pt x="229336" y="569480"/>
                  </a:lnTo>
                  <a:lnTo>
                    <a:pt x="277266" y="588048"/>
                  </a:lnTo>
                  <a:lnTo>
                    <a:pt x="327596" y="604723"/>
                  </a:lnTo>
                  <a:lnTo>
                    <a:pt x="379831" y="619582"/>
                  </a:lnTo>
                  <a:lnTo>
                    <a:pt x="433463" y="632701"/>
                  </a:lnTo>
                  <a:lnTo>
                    <a:pt x="488010" y="644156"/>
                  </a:lnTo>
                  <a:lnTo>
                    <a:pt x="542963" y="654037"/>
                  </a:lnTo>
                  <a:lnTo>
                    <a:pt x="597839" y="662406"/>
                  </a:lnTo>
                  <a:lnTo>
                    <a:pt x="652145" y="669353"/>
                  </a:lnTo>
                  <a:lnTo>
                    <a:pt x="705370" y="674966"/>
                  </a:lnTo>
                  <a:lnTo>
                    <a:pt x="757021" y="679310"/>
                  </a:lnTo>
                  <a:lnTo>
                    <a:pt x="806983" y="682472"/>
                  </a:lnTo>
                  <a:lnTo>
                    <a:pt x="853655" y="684504"/>
                  </a:lnTo>
                  <a:lnTo>
                    <a:pt x="897636" y="685520"/>
                  </a:lnTo>
                  <a:lnTo>
                    <a:pt x="938060" y="685596"/>
                  </a:lnTo>
                  <a:lnTo>
                    <a:pt x="974445" y="684796"/>
                  </a:lnTo>
                  <a:lnTo>
                    <a:pt x="1021613" y="683272"/>
                  </a:lnTo>
                  <a:lnTo>
                    <a:pt x="1098016" y="679589"/>
                  </a:lnTo>
                  <a:lnTo>
                    <a:pt x="1173391" y="673315"/>
                  </a:lnTo>
                  <a:lnTo>
                    <a:pt x="1216710" y="668299"/>
                  </a:lnTo>
                  <a:lnTo>
                    <a:pt x="1262888" y="661949"/>
                  </a:lnTo>
                  <a:lnTo>
                    <a:pt x="1311275" y="654189"/>
                  </a:lnTo>
                  <a:lnTo>
                    <a:pt x="1361224" y="644969"/>
                  </a:lnTo>
                  <a:lnTo>
                    <a:pt x="1412074" y="634212"/>
                  </a:lnTo>
                  <a:lnTo>
                    <a:pt x="1463167" y="621842"/>
                  </a:lnTo>
                  <a:lnTo>
                    <a:pt x="1513840" y="607796"/>
                  </a:lnTo>
                  <a:lnTo>
                    <a:pt x="1563433" y="592023"/>
                  </a:lnTo>
                  <a:lnTo>
                    <a:pt x="1611299" y="574433"/>
                  </a:lnTo>
                  <a:lnTo>
                    <a:pt x="1656778" y="554964"/>
                  </a:lnTo>
                  <a:lnTo>
                    <a:pt x="1699209" y="533565"/>
                  </a:lnTo>
                  <a:lnTo>
                    <a:pt x="1737944" y="510159"/>
                  </a:lnTo>
                  <a:lnTo>
                    <a:pt x="1772310" y="484670"/>
                  </a:lnTo>
                  <a:lnTo>
                    <a:pt x="1801660" y="457034"/>
                  </a:lnTo>
                  <a:lnTo>
                    <a:pt x="1841639" y="397027"/>
                  </a:lnTo>
                  <a:lnTo>
                    <a:pt x="1842693" y="395084"/>
                  </a:lnTo>
                  <a:lnTo>
                    <a:pt x="1853057" y="360616"/>
                  </a:lnTo>
                  <a:lnTo>
                    <a:pt x="1853819" y="342404"/>
                  </a:lnTo>
                  <a:close/>
                </a:path>
              </a:pathLst>
            </a:custGeom>
            <a:solidFill>
              <a:srgbClr val="990033"/>
            </a:solidFill>
          </p:spPr>
          <p:txBody>
            <a:bodyPr wrap="square" lIns="0" tIns="0" rIns="0" bIns="0" rtlCol="0"/>
            <a:lstStyle/>
            <a:p>
              <a:endParaRPr/>
            </a:p>
          </p:txBody>
        </p:sp>
      </p:grpSp>
      <p:sp>
        <p:nvSpPr>
          <p:cNvPr id="37" name="object 37"/>
          <p:cNvSpPr txBox="1"/>
          <p:nvPr/>
        </p:nvSpPr>
        <p:spPr>
          <a:xfrm>
            <a:off x="6006209" y="3808581"/>
            <a:ext cx="749300"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Calibri"/>
                <a:cs typeface="Calibri"/>
              </a:rPr>
              <a:t>Scolarité</a:t>
            </a:r>
            <a:endParaRPr sz="1600">
              <a:latin typeface="Calibri"/>
              <a:cs typeface="Calibri"/>
            </a:endParaRPr>
          </a:p>
        </p:txBody>
      </p:sp>
      <p:grpSp>
        <p:nvGrpSpPr>
          <p:cNvPr id="38" name="object 38"/>
          <p:cNvGrpSpPr/>
          <p:nvPr/>
        </p:nvGrpSpPr>
        <p:grpSpPr>
          <a:xfrm>
            <a:off x="6096000" y="2946400"/>
            <a:ext cx="533400" cy="876300"/>
            <a:chOff x="6096000" y="2946400"/>
            <a:chExt cx="533400" cy="876300"/>
          </a:xfrm>
        </p:grpSpPr>
        <p:sp>
          <p:nvSpPr>
            <p:cNvPr id="39" name="object 39"/>
            <p:cNvSpPr/>
            <p:nvPr/>
          </p:nvSpPr>
          <p:spPr>
            <a:xfrm>
              <a:off x="6210300" y="2946399"/>
              <a:ext cx="304800" cy="292100"/>
            </a:xfrm>
            <a:custGeom>
              <a:avLst/>
              <a:gdLst/>
              <a:ahLst/>
              <a:cxnLst/>
              <a:rect l="l" t="t" r="r" b="b"/>
              <a:pathLst>
                <a:path w="304800" h="292100">
                  <a:moveTo>
                    <a:pt x="304800" y="138087"/>
                  </a:moveTo>
                  <a:lnTo>
                    <a:pt x="304038" y="130771"/>
                  </a:lnTo>
                  <a:lnTo>
                    <a:pt x="293192" y="90741"/>
                  </a:lnTo>
                  <a:lnTo>
                    <a:pt x="291846" y="88392"/>
                  </a:lnTo>
                  <a:lnTo>
                    <a:pt x="291846" y="139560"/>
                  </a:lnTo>
                  <a:lnTo>
                    <a:pt x="291846" y="152730"/>
                  </a:lnTo>
                  <a:lnTo>
                    <a:pt x="282930" y="193027"/>
                  </a:lnTo>
                  <a:lnTo>
                    <a:pt x="240068" y="250875"/>
                  </a:lnTo>
                  <a:lnTo>
                    <a:pt x="176517" y="277774"/>
                  </a:lnTo>
                  <a:lnTo>
                    <a:pt x="141757" y="279412"/>
                  </a:lnTo>
                  <a:lnTo>
                    <a:pt x="107543" y="273050"/>
                  </a:lnTo>
                  <a:lnTo>
                    <a:pt x="48437" y="235991"/>
                  </a:lnTo>
                  <a:lnTo>
                    <a:pt x="27355" y="205117"/>
                  </a:lnTo>
                  <a:lnTo>
                    <a:pt x="14478" y="165900"/>
                  </a:lnTo>
                  <a:lnTo>
                    <a:pt x="12954" y="152730"/>
                  </a:lnTo>
                  <a:lnTo>
                    <a:pt x="12954" y="138823"/>
                  </a:lnTo>
                  <a:lnTo>
                    <a:pt x="23710" y="94805"/>
                  </a:lnTo>
                  <a:lnTo>
                    <a:pt x="64846" y="41021"/>
                  </a:lnTo>
                  <a:lnTo>
                    <a:pt x="123837" y="15100"/>
                  </a:lnTo>
                  <a:lnTo>
                    <a:pt x="156159" y="12496"/>
                  </a:lnTo>
                  <a:lnTo>
                    <a:pt x="188290" y="16751"/>
                  </a:lnTo>
                  <a:lnTo>
                    <a:pt x="245770" y="45669"/>
                  </a:lnTo>
                  <a:lnTo>
                    <a:pt x="283908" y="101574"/>
                  </a:lnTo>
                  <a:lnTo>
                    <a:pt x="291846" y="139560"/>
                  </a:lnTo>
                  <a:lnTo>
                    <a:pt x="291846" y="88392"/>
                  </a:lnTo>
                  <a:lnTo>
                    <a:pt x="274447" y="58013"/>
                  </a:lnTo>
                  <a:lnTo>
                    <a:pt x="219595" y="14427"/>
                  </a:lnTo>
                  <a:lnTo>
                    <a:pt x="152133" y="0"/>
                  </a:lnTo>
                  <a:lnTo>
                    <a:pt x="117627" y="3721"/>
                  </a:lnTo>
                  <a:lnTo>
                    <a:pt x="55003" y="32994"/>
                  </a:lnTo>
                  <a:lnTo>
                    <a:pt x="11442" y="91389"/>
                  </a:lnTo>
                  <a:lnTo>
                    <a:pt x="749" y="131508"/>
                  </a:lnTo>
                  <a:lnTo>
                    <a:pt x="0" y="138823"/>
                  </a:lnTo>
                  <a:lnTo>
                    <a:pt x="0" y="153454"/>
                  </a:lnTo>
                  <a:lnTo>
                    <a:pt x="12954" y="203644"/>
                  </a:lnTo>
                  <a:lnTo>
                    <a:pt x="84455" y="277228"/>
                  </a:lnTo>
                  <a:lnTo>
                    <a:pt x="147624" y="291884"/>
                  </a:lnTo>
                  <a:lnTo>
                    <a:pt x="180073" y="289560"/>
                  </a:lnTo>
                  <a:lnTo>
                    <a:pt x="240182" y="266052"/>
                  </a:lnTo>
                  <a:lnTo>
                    <a:pt x="285229" y="218008"/>
                  </a:lnTo>
                  <a:lnTo>
                    <a:pt x="304800" y="146138"/>
                  </a:lnTo>
                  <a:lnTo>
                    <a:pt x="304800" y="138087"/>
                  </a:lnTo>
                  <a:close/>
                </a:path>
              </a:pathLst>
            </a:custGeom>
            <a:solidFill>
              <a:srgbClr val="000000"/>
            </a:solidFill>
          </p:spPr>
          <p:txBody>
            <a:bodyPr wrap="square" lIns="0" tIns="0" rIns="0" bIns="0" rtlCol="0"/>
            <a:lstStyle/>
            <a:p>
              <a:endParaRPr/>
            </a:p>
          </p:txBody>
        </p:sp>
        <p:sp>
          <p:nvSpPr>
            <p:cNvPr id="40" name="object 40"/>
            <p:cNvSpPr/>
            <p:nvPr/>
          </p:nvSpPr>
          <p:spPr>
            <a:xfrm>
              <a:off x="6369050" y="3244850"/>
              <a:ext cx="0" cy="304800"/>
            </a:xfrm>
            <a:custGeom>
              <a:avLst/>
              <a:gdLst/>
              <a:ahLst/>
              <a:cxnLst/>
              <a:rect l="l" t="t" r="r" b="b"/>
              <a:pathLst>
                <a:path h="304800">
                  <a:moveTo>
                    <a:pt x="0" y="0"/>
                  </a:moveTo>
                  <a:lnTo>
                    <a:pt x="0" y="304427"/>
                  </a:lnTo>
                </a:path>
              </a:pathLst>
            </a:custGeom>
            <a:ln w="12700">
              <a:solidFill>
                <a:srgbClr val="000000"/>
              </a:solidFill>
            </a:ln>
          </p:spPr>
          <p:txBody>
            <a:bodyPr wrap="square" lIns="0" tIns="0" rIns="0" bIns="0" rtlCol="0"/>
            <a:lstStyle/>
            <a:p>
              <a:endParaRPr/>
            </a:p>
          </p:txBody>
        </p:sp>
        <p:sp>
          <p:nvSpPr>
            <p:cNvPr id="41" name="object 41"/>
            <p:cNvSpPr/>
            <p:nvPr/>
          </p:nvSpPr>
          <p:spPr>
            <a:xfrm>
              <a:off x="6115050" y="3359150"/>
              <a:ext cx="508000" cy="0"/>
            </a:xfrm>
            <a:custGeom>
              <a:avLst/>
              <a:gdLst/>
              <a:ahLst/>
              <a:cxnLst/>
              <a:rect l="l" t="t" r="r" b="b"/>
              <a:pathLst>
                <a:path w="508000">
                  <a:moveTo>
                    <a:pt x="0" y="0"/>
                  </a:moveTo>
                  <a:lnTo>
                    <a:pt x="507498" y="0"/>
                  </a:lnTo>
                </a:path>
              </a:pathLst>
            </a:custGeom>
            <a:ln w="12700">
              <a:solidFill>
                <a:srgbClr val="000000"/>
              </a:solidFill>
            </a:ln>
          </p:spPr>
          <p:txBody>
            <a:bodyPr wrap="square" lIns="0" tIns="0" rIns="0" bIns="0" rtlCol="0"/>
            <a:lstStyle/>
            <a:p>
              <a:endParaRPr/>
            </a:p>
          </p:txBody>
        </p:sp>
        <p:sp>
          <p:nvSpPr>
            <p:cNvPr id="42" name="object 42"/>
            <p:cNvSpPr/>
            <p:nvPr/>
          </p:nvSpPr>
          <p:spPr>
            <a:xfrm>
              <a:off x="6096000" y="3543299"/>
              <a:ext cx="533400" cy="279400"/>
            </a:xfrm>
            <a:custGeom>
              <a:avLst/>
              <a:gdLst/>
              <a:ahLst/>
              <a:cxnLst/>
              <a:rect l="l" t="t" r="r" b="b"/>
              <a:pathLst>
                <a:path w="533400" h="279400">
                  <a:moveTo>
                    <a:pt x="533400" y="270065"/>
                  </a:moveTo>
                  <a:lnTo>
                    <a:pt x="264414" y="0"/>
                  </a:lnTo>
                  <a:lnTo>
                    <a:pt x="260604" y="0"/>
                  </a:lnTo>
                  <a:lnTo>
                    <a:pt x="257556" y="2311"/>
                  </a:lnTo>
                  <a:lnTo>
                    <a:pt x="0" y="261632"/>
                  </a:lnTo>
                  <a:lnTo>
                    <a:pt x="9144" y="270065"/>
                  </a:lnTo>
                  <a:lnTo>
                    <a:pt x="257556" y="20688"/>
                  </a:lnTo>
                  <a:lnTo>
                    <a:pt x="262115" y="16103"/>
                  </a:lnTo>
                  <a:lnTo>
                    <a:pt x="266700" y="20701"/>
                  </a:lnTo>
                  <a:lnTo>
                    <a:pt x="524256" y="279273"/>
                  </a:lnTo>
                  <a:lnTo>
                    <a:pt x="533400" y="270065"/>
                  </a:lnTo>
                  <a:close/>
                </a:path>
              </a:pathLst>
            </a:custGeom>
            <a:solidFill>
              <a:srgbClr val="000000"/>
            </a:solidFill>
          </p:spPr>
          <p:txBody>
            <a:bodyPr wrap="square" lIns="0" tIns="0" rIns="0" bIns="0" rtlCol="0"/>
            <a:lstStyle/>
            <a:p>
              <a:endParaRPr/>
            </a:p>
          </p:txBody>
        </p:sp>
      </p:grpSp>
      <p:grpSp>
        <p:nvGrpSpPr>
          <p:cNvPr id="43" name="object 43"/>
          <p:cNvGrpSpPr/>
          <p:nvPr/>
        </p:nvGrpSpPr>
        <p:grpSpPr>
          <a:xfrm>
            <a:off x="6096000" y="4762500"/>
            <a:ext cx="533400" cy="876300"/>
            <a:chOff x="6096000" y="4762500"/>
            <a:chExt cx="533400" cy="876300"/>
          </a:xfrm>
        </p:grpSpPr>
        <p:sp>
          <p:nvSpPr>
            <p:cNvPr id="44" name="object 44"/>
            <p:cNvSpPr/>
            <p:nvPr/>
          </p:nvSpPr>
          <p:spPr>
            <a:xfrm>
              <a:off x="6210300" y="4762499"/>
              <a:ext cx="304800" cy="304800"/>
            </a:xfrm>
            <a:custGeom>
              <a:avLst/>
              <a:gdLst/>
              <a:ahLst/>
              <a:cxnLst/>
              <a:rect l="l" t="t" r="r" b="b"/>
              <a:pathLst>
                <a:path w="304800" h="304800">
                  <a:moveTo>
                    <a:pt x="304800" y="144208"/>
                  </a:moveTo>
                  <a:lnTo>
                    <a:pt x="304038" y="136563"/>
                  </a:lnTo>
                  <a:lnTo>
                    <a:pt x="293319" y="94843"/>
                  </a:lnTo>
                  <a:lnTo>
                    <a:pt x="291846" y="92151"/>
                  </a:lnTo>
                  <a:lnTo>
                    <a:pt x="291846" y="144970"/>
                  </a:lnTo>
                  <a:lnTo>
                    <a:pt x="291846" y="159473"/>
                  </a:lnTo>
                  <a:lnTo>
                    <a:pt x="282892" y="201447"/>
                  </a:lnTo>
                  <a:lnTo>
                    <a:pt x="264985" y="235546"/>
                  </a:lnTo>
                  <a:lnTo>
                    <a:pt x="209931" y="279742"/>
                  </a:lnTo>
                  <a:lnTo>
                    <a:pt x="141871" y="291363"/>
                  </a:lnTo>
                  <a:lnTo>
                    <a:pt x="107696" y="284734"/>
                  </a:lnTo>
                  <a:lnTo>
                    <a:pt x="48602" y="246151"/>
                  </a:lnTo>
                  <a:lnTo>
                    <a:pt x="27470" y="214033"/>
                  </a:lnTo>
                  <a:lnTo>
                    <a:pt x="14478" y="173215"/>
                  </a:lnTo>
                  <a:lnTo>
                    <a:pt x="12954" y="159473"/>
                  </a:lnTo>
                  <a:lnTo>
                    <a:pt x="12954" y="144970"/>
                  </a:lnTo>
                  <a:lnTo>
                    <a:pt x="23774" y="98958"/>
                  </a:lnTo>
                  <a:lnTo>
                    <a:pt x="64884" y="42659"/>
                  </a:lnTo>
                  <a:lnTo>
                    <a:pt x="123698" y="15430"/>
                  </a:lnTo>
                  <a:lnTo>
                    <a:pt x="155905" y="12623"/>
                  </a:lnTo>
                  <a:lnTo>
                    <a:pt x="187947" y="16979"/>
                  </a:lnTo>
                  <a:lnTo>
                    <a:pt x="245376" y="47040"/>
                  </a:lnTo>
                  <a:lnTo>
                    <a:pt x="283679" y="105321"/>
                  </a:lnTo>
                  <a:lnTo>
                    <a:pt x="291846" y="144970"/>
                  </a:lnTo>
                  <a:lnTo>
                    <a:pt x="291846" y="92151"/>
                  </a:lnTo>
                  <a:lnTo>
                    <a:pt x="274675" y="60706"/>
                  </a:lnTo>
                  <a:lnTo>
                    <a:pt x="219951" y="15189"/>
                  </a:lnTo>
                  <a:lnTo>
                    <a:pt x="152527" y="0"/>
                  </a:lnTo>
                  <a:lnTo>
                    <a:pt x="118021" y="3797"/>
                  </a:lnTo>
                  <a:lnTo>
                    <a:pt x="55295" y="34137"/>
                  </a:lnTo>
                  <a:lnTo>
                    <a:pt x="11557" y="94843"/>
                  </a:lnTo>
                  <a:lnTo>
                    <a:pt x="749" y="136563"/>
                  </a:lnTo>
                  <a:lnTo>
                    <a:pt x="0" y="144208"/>
                  </a:lnTo>
                  <a:lnTo>
                    <a:pt x="0" y="160235"/>
                  </a:lnTo>
                  <a:lnTo>
                    <a:pt x="12954" y="211264"/>
                  </a:lnTo>
                  <a:lnTo>
                    <a:pt x="32296" y="246265"/>
                  </a:lnTo>
                  <a:lnTo>
                    <a:pt x="84188" y="288950"/>
                  </a:lnTo>
                  <a:lnTo>
                    <a:pt x="147370" y="304266"/>
                  </a:lnTo>
                  <a:lnTo>
                    <a:pt x="179895" y="301853"/>
                  </a:lnTo>
                  <a:lnTo>
                    <a:pt x="240195" y="277342"/>
                  </a:lnTo>
                  <a:lnTo>
                    <a:pt x="285343" y="227114"/>
                  </a:lnTo>
                  <a:lnTo>
                    <a:pt x="304800" y="151841"/>
                  </a:lnTo>
                  <a:lnTo>
                    <a:pt x="304800" y="144208"/>
                  </a:lnTo>
                  <a:close/>
                </a:path>
              </a:pathLst>
            </a:custGeom>
            <a:solidFill>
              <a:srgbClr val="000000"/>
            </a:solidFill>
          </p:spPr>
          <p:txBody>
            <a:bodyPr wrap="square" lIns="0" tIns="0" rIns="0" bIns="0" rtlCol="0"/>
            <a:lstStyle/>
            <a:p>
              <a:endParaRPr/>
            </a:p>
          </p:txBody>
        </p:sp>
        <p:sp>
          <p:nvSpPr>
            <p:cNvPr id="45" name="object 45"/>
            <p:cNvSpPr/>
            <p:nvPr/>
          </p:nvSpPr>
          <p:spPr>
            <a:xfrm>
              <a:off x="6369050" y="5060950"/>
              <a:ext cx="0" cy="317500"/>
            </a:xfrm>
            <a:custGeom>
              <a:avLst/>
              <a:gdLst/>
              <a:ahLst/>
              <a:cxnLst/>
              <a:rect l="l" t="t" r="r" b="b"/>
              <a:pathLst>
                <a:path h="317500">
                  <a:moveTo>
                    <a:pt x="0" y="0"/>
                  </a:moveTo>
                  <a:lnTo>
                    <a:pt x="0" y="317111"/>
                  </a:lnTo>
                </a:path>
              </a:pathLst>
            </a:custGeom>
            <a:ln w="12700">
              <a:solidFill>
                <a:srgbClr val="000000"/>
              </a:solidFill>
            </a:ln>
          </p:spPr>
          <p:txBody>
            <a:bodyPr wrap="square" lIns="0" tIns="0" rIns="0" bIns="0" rtlCol="0"/>
            <a:lstStyle/>
            <a:p>
              <a:endParaRPr/>
            </a:p>
          </p:txBody>
        </p:sp>
        <p:sp>
          <p:nvSpPr>
            <p:cNvPr id="46" name="object 46"/>
            <p:cNvSpPr/>
            <p:nvPr/>
          </p:nvSpPr>
          <p:spPr>
            <a:xfrm>
              <a:off x="6115050" y="5187950"/>
              <a:ext cx="508000" cy="0"/>
            </a:xfrm>
            <a:custGeom>
              <a:avLst/>
              <a:gdLst/>
              <a:ahLst/>
              <a:cxnLst/>
              <a:rect l="l" t="t" r="r" b="b"/>
              <a:pathLst>
                <a:path w="508000">
                  <a:moveTo>
                    <a:pt x="0" y="0"/>
                  </a:moveTo>
                  <a:lnTo>
                    <a:pt x="507498" y="0"/>
                  </a:lnTo>
                </a:path>
              </a:pathLst>
            </a:custGeom>
            <a:ln w="12700">
              <a:solidFill>
                <a:srgbClr val="000000"/>
              </a:solidFill>
            </a:ln>
          </p:spPr>
          <p:txBody>
            <a:bodyPr wrap="square" lIns="0" tIns="0" rIns="0" bIns="0" rtlCol="0"/>
            <a:lstStyle/>
            <a:p>
              <a:endParaRPr/>
            </a:p>
          </p:txBody>
        </p:sp>
        <p:sp>
          <p:nvSpPr>
            <p:cNvPr id="47" name="object 47"/>
            <p:cNvSpPr/>
            <p:nvPr/>
          </p:nvSpPr>
          <p:spPr>
            <a:xfrm>
              <a:off x="6096000" y="5359399"/>
              <a:ext cx="533400" cy="279400"/>
            </a:xfrm>
            <a:custGeom>
              <a:avLst/>
              <a:gdLst/>
              <a:ahLst/>
              <a:cxnLst/>
              <a:rect l="l" t="t" r="r" b="b"/>
              <a:pathLst>
                <a:path w="533400" h="279400">
                  <a:moveTo>
                    <a:pt x="533400" y="270840"/>
                  </a:moveTo>
                  <a:lnTo>
                    <a:pt x="264414" y="0"/>
                  </a:lnTo>
                  <a:lnTo>
                    <a:pt x="260604" y="0"/>
                  </a:lnTo>
                  <a:lnTo>
                    <a:pt x="257556" y="2311"/>
                  </a:lnTo>
                  <a:lnTo>
                    <a:pt x="0" y="261632"/>
                  </a:lnTo>
                  <a:lnTo>
                    <a:pt x="9144" y="270840"/>
                  </a:lnTo>
                  <a:lnTo>
                    <a:pt x="257556" y="20726"/>
                  </a:lnTo>
                  <a:lnTo>
                    <a:pt x="262128" y="16116"/>
                  </a:lnTo>
                  <a:lnTo>
                    <a:pt x="266700" y="20688"/>
                  </a:lnTo>
                  <a:lnTo>
                    <a:pt x="524256" y="279273"/>
                  </a:lnTo>
                  <a:lnTo>
                    <a:pt x="533400" y="270840"/>
                  </a:lnTo>
                  <a:close/>
                </a:path>
              </a:pathLst>
            </a:custGeom>
            <a:solidFill>
              <a:srgbClr val="000000"/>
            </a:solidFill>
          </p:spPr>
          <p:txBody>
            <a:bodyPr wrap="square" lIns="0" tIns="0" rIns="0" bIns="0" rtlCol="0"/>
            <a:lstStyle/>
            <a:p>
              <a:endParaRPr/>
            </a:p>
          </p:txBody>
        </p:sp>
      </p:grpSp>
      <p:grpSp>
        <p:nvGrpSpPr>
          <p:cNvPr id="48" name="object 48"/>
          <p:cNvGrpSpPr/>
          <p:nvPr/>
        </p:nvGrpSpPr>
        <p:grpSpPr>
          <a:xfrm>
            <a:off x="7594600" y="2044700"/>
            <a:ext cx="1854200" cy="685800"/>
            <a:chOff x="7594600" y="2044700"/>
            <a:chExt cx="1854200" cy="685800"/>
          </a:xfrm>
        </p:grpSpPr>
        <p:sp>
          <p:nvSpPr>
            <p:cNvPr id="49" name="object 49"/>
            <p:cNvSpPr/>
            <p:nvPr/>
          </p:nvSpPr>
          <p:spPr>
            <a:xfrm>
              <a:off x="7594600" y="2044700"/>
              <a:ext cx="1841500" cy="673100"/>
            </a:xfrm>
            <a:custGeom>
              <a:avLst/>
              <a:gdLst/>
              <a:ahLst/>
              <a:cxnLst/>
              <a:rect l="l" t="t" r="r" b="b"/>
              <a:pathLst>
                <a:path w="1841500" h="673100">
                  <a:moveTo>
                    <a:pt x="920876" y="0"/>
                  </a:moveTo>
                  <a:lnTo>
                    <a:pt x="852133" y="920"/>
                  </a:lnTo>
                  <a:lnTo>
                    <a:pt x="784764" y="3639"/>
                  </a:lnTo>
                  <a:lnTo>
                    <a:pt x="718949" y="8093"/>
                  </a:lnTo>
                  <a:lnTo>
                    <a:pt x="654864" y="14217"/>
                  </a:lnTo>
                  <a:lnTo>
                    <a:pt x="592687" y="21945"/>
                  </a:lnTo>
                  <a:lnTo>
                    <a:pt x="532597" y="31214"/>
                  </a:lnTo>
                  <a:lnTo>
                    <a:pt x="474771" y="41958"/>
                  </a:lnTo>
                  <a:lnTo>
                    <a:pt x="419387" y="54113"/>
                  </a:lnTo>
                  <a:lnTo>
                    <a:pt x="366623" y="67617"/>
                  </a:lnTo>
                  <a:lnTo>
                    <a:pt x="316657" y="82401"/>
                  </a:lnTo>
                  <a:lnTo>
                    <a:pt x="269666" y="98403"/>
                  </a:lnTo>
                  <a:lnTo>
                    <a:pt x="225827" y="115557"/>
                  </a:lnTo>
                  <a:lnTo>
                    <a:pt x="185322" y="133800"/>
                  </a:lnTo>
                  <a:lnTo>
                    <a:pt x="148323" y="153066"/>
                  </a:lnTo>
                  <a:lnTo>
                    <a:pt x="115012" y="173291"/>
                  </a:lnTo>
                  <a:lnTo>
                    <a:pt x="60161" y="216361"/>
                  </a:lnTo>
                  <a:lnTo>
                    <a:pt x="22190" y="262491"/>
                  </a:lnTo>
                  <a:lnTo>
                    <a:pt x="2524" y="311167"/>
                  </a:lnTo>
                  <a:lnTo>
                    <a:pt x="0" y="336296"/>
                  </a:lnTo>
                  <a:lnTo>
                    <a:pt x="2524" y="361332"/>
                  </a:lnTo>
                  <a:lnTo>
                    <a:pt x="22190" y="409870"/>
                  </a:lnTo>
                  <a:lnTo>
                    <a:pt x="60161" y="455923"/>
                  </a:lnTo>
                  <a:lnTo>
                    <a:pt x="115012" y="498965"/>
                  </a:lnTo>
                  <a:lnTo>
                    <a:pt x="148323" y="519192"/>
                  </a:lnTo>
                  <a:lnTo>
                    <a:pt x="185322" y="538468"/>
                  </a:lnTo>
                  <a:lnTo>
                    <a:pt x="225827" y="556728"/>
                  </a:lnTo>
                  <a:lnTo>
                    <a:pt x="269666" y="573906"/>
                  </a:lnTo>
                  <a:lnTo>
                    <a:pt x="316657" y="589936"/>
                  </a:lnTo>
                  <a:lnTo>
                    <a:pt x="366623" y="604752"/>
                  </a:lnTo>
                  <a:lnTo>
                    <a:pt x="419387" y="618288"/>
                  </a:lnTo>
                  <a:lnTo>
                    <a:pt x="474771" y="630477"/>
                  </a:lnTo>
                  <a:lnTo>
                    <a:pt x="532597" y="641256"/>
                  </a:lnTo>
                  <a:lnTo>
                    <a:pt x="592687" y="650557"/>
                  </a:lnTo>
                  <a:lnTo>
                    <a:pt x="654864" y="658314"/>
                  </a:lnTo>
                  <a:lnTo>
                    <a:pt x="718949" y="664463"/>
                  </a:lnTo>
                  <a:lnTo>
                    <a:pt x="784764" y="668936"/>
                  </a:lnTo>
                  <a:lnTo>
                    <a:pt x="852133" y="671669"/>
                  </a:lnTo>
                  <a:lnTo>
                    <a:pt x="920876" y="672593"/>
                  </a:lnTo>
                  <a:lnTo>
                    <a:pt x="989520" y="671669"/>
                  </a:lnTo>
                  <a:lnTo>
                    <a:pt x="1056798" y="668936"/>
                  </a:lnTo>
                  <a:lnTo>
                    <a:pt x="1122532" y="664463"/>
                  </a:lnTo>
                  <a:lnTo>
                    <a:pt x="1186544" y="658314"/>
                  </a:lnTo>
                  <a:lnTo>
                    <a:pt x="1248656" y="650557"/>
                  </a:lnTo>
                  <a:lnTo>
                    <a:pt x="1308688" y="641256"/>
                  </a:lnTo>
                  <a:lnTo>
                    <a:pt x="1366462" y="630477"/>
                  </a:lnTo>
                  <a:lnTo>
                    <a:pt x="1421800" y="618288"/>
                  </a:lnTo>
                  <a:lnTo>
                    <a:pt x="1474525" y="604752"/>
                  </a:lnTo>
                  <a:lnTo>
                    <a:pt x="1524459" y="589936"/>
                  </a:lnTo>
                  <a:lnTo>
                    <a:pt x="1571423" y="573906"/>
                  </a:lnTo>
                  <a:lnTo>
                    <a:pt x="1615236" y="556728"/>
                  </a:lnTo>
                  <a:lnTo>
                    <a:pt x="1655724" y="538468"/>
                  </a:lnTo>
                  <a:lnTo>
                    <a:pt x="1692705" y="519192"/>
                  </a:lnTo>
                  <a:lnTo>
                    <a:pt x="1726004" y="498965"/>
                  </a:lnTo>
                  <a:lnTo>
                    <a:pt x="1780840" y="455923"/>
                  </a:lnTo>
                  <a:lnTo>
                    <a:pt x="1818803" y="409870"/>
                  </a:lnTo>
                  <a:lnTo>
                    <a:pt x="1838468" y="361332"/>
                  </a:lnTo>
                  <a:lnTo>
                    <a:pt x="1840993" y="336296"/>
                  </a:lnTo>
                  <a:lnTo>
                    <a:pt x="1831013" y="286542"/>
                  </a:lnTo>
                  <a:lnTo>
                    <a:pt x="1802020" y="239076"/>
                  </a:lnTo>
                  <a:lnTo>
                    <a:pt x="1755443" y="194411"/>
                  </a:lnTo>
                  <a:lnTo>
                    <a:pt x="1692705" y="153066"/>
                  </a:lnTo>
                  <a:lnTo>
                    <a:pt x="1655724" y="133800"/>
                  </a:lnTo>
                  <a:lnTo>
                    <a:pt x="1615236" y="115557"/>
                  </a:lnTo>
                  <a:lnTo>
                    <a:pt x="1571421" y="98403"/>
                  </a:lnTo>
                  <a:lnTo>
                    <a:pt x="1524459" y="82401"/>
                  </a:lnTo>
                  <a:lnTo>
                    <a:pt x="1474525" y="67617"/>
                  </a:lnTo>
                  <a:lnTo>
                    <a:pt x="1421800" y="54113"/>
                  </a:lnTo>
                  <a:lnTo>
                    <a:pt x="1366462" y="41958"/>
                  </a:lnTo>
                  <a:lnTo>
                    <a:pt x="1308688" y="31214"/>
                  </a:lnTo>
                  <a:lnTo>
                    <a:pt x="1248656" y="21945"/>
                  </a:lnTo>
                  <a:lnTo>
                    <a:pt x="1186544" y="14217"/>
                  </a:lnTo>
                  <a:lnTo>
                    <a:pt x="1122532" y="8093"/>
                  </a:lnTo>
                  <a:lnTo>
                    <a:pt x="1056798" y="3639"/>
                  </a:lnTo>
                  <a:lnTo>
                    <a:pt x="989520" y="920"/>
                  </a:lnTo>
                  <a:lnTo>
                    <a:pt x="920876" y="0"/>
                  </a:lnTo>
                  <a:close/>
                </a:path>
              </a:pathLst>
            </a:custGeom>
            <a:solidFill>
              <a:srgbClr val="FFFFCC"/>
            </a:solidFill>
          </p:spPr>
          <p:txBody>
            <a:bodyPr wrap="square" lIns="0" tIns="0" rIns="0" bIns="0" rtlCol="0"/>
            <a:lstStyle/>
            <a:p>
              <a:endParaRPr/>
            </a:p>
          </p:txBody>
        </p:sp>
        <p:sp>
          <p:nvSpPr>
            <p:cNvPr id="50" name="object 50"/>
            <p:cNvSpPr/>
            <p:nvPr/>
          </p:nvSpPr>
          <p:spPr>
            <a:xfrm>
              <a:off x="7594600" y="2044699"/>
              <a:ext cx="1854200" cy="686435"/>
            </a:xfrm>
            <a:custGeom>
              <a:avLst/>
              <a:gdLst/>
              <a:ahLst/>
              <a:cxnLst/>
              <a:rect l="l" t="t" r="r" b="b"/>
              <a:pathLst>
                <a:path w="1854200" h="686435">
                  <a:moveTo>
                    <a:pt x="1853946" y="341960"/>
                  </a:moveTo>
                  <a:lnTo>
                    <a:pt x="1842541" y="288759"/>
                  </a:lnTo>
                  <a:lnTo>
                    <a:pt x="1841017" y="286156"/>
                  </a:lnTo>
                  <a:lnTo>
                    <a:pt x="1841017" y="342709"/>
                  </a:lnTo>
                  <a:lnTo>
                    <a:pt x="1839493" y="359435"/>
                  </a:lnTo>
                  <a:lnTo>
                    <a:pt x="1820113" y="409867"/>
                  </a:lnTo>
                  <a:lnTo>
                    <a:pt x="1796884" y="441744"/>
                  </a:lnTo>
                  <a:lnTo>
                    <a:pt x="1767433" y="471131"/>
                  </a:lnTo>
                  <a:lnTo>
                    <a:pt x="1732521" y="498043"/>
                  </a:lnTo>
                  <a:lnTo>
                    <a:pt x="1692770" y="522643"/>
                  </a:lnTo>
                  <a:lnTo>
                    <a:pt x="1648917" y="544995"/>
                  </a:lnTo>
                  <a:lnTo>
                    <a:pt x="1601635" y="565175"/>
                  </a:lnTo>
                  <a:lnTo>
                    <a:pt x="1551622" y="583285"/>
                  </a:lnTo>
                  <a:lnTo>
                    <a:pt x="1499590" y="599414"/>
                  </a:lnTo>
                  <a:lnTo>
                    <a:pt x="1446212" y="613651"/>
                  </a:lnTo>
                  <a:lnTo>
                    <a:pt x="1392199" y="626071"/>
                  </a:lnTo>
                  <a:lnTo>
                    <a:pt x="1338249" y="636778"/>
                  </a:lnTo>
                  <a:lnTo>
                    <a:pt x="1285036" y="645858"/>
                  </a:lnTo>
                  <a:lnTo>
                    <a:pt x="1233284" y="653376"/>
                  </a:lnTo>
                  <a:lnTo>
                    <a:pt x="1183665" y="659460"/>
                  </a:lnTo>
                  <a:lnTo>
                    <a:pt x="1136878" y="664171"/>
                  </a:lnTo>
                  <a:lnTo>
                    <a:pt x="1093622" y="667600"/>
                  </a:lnTo>
                  <a:lnTo>
                    <a:pt x="1054608" y="669848"/>
                  </a:lnTo>
                  <a:lnTo>
                    <a:pt x="974115" y="672503"/>
                  </a:lnTo>
                  <a:lnTo>
                    <a:pt x="890790" y="672719"/>
                  </a:lnTo>
                  <a:lnTo>
                    <a:pt x="850519" y="671969"/>
                  </a:lnTo>
                  <a:lnTo>
                    <a:pt x="806742" y="670204"/>
                  </a:lnTo>
                  <a:lnTo>
                    <a:pt x="759764" y="667321"/>
                  </a:lnTo>
                  <a:lnTo>
                    <a:pt x="710361" y="663257"/>
                  </a:lnTo>
                  <a:lnTo>
                    <a:pt x="658990" y="657923"/>
                  </a:lnTo>
                  <a:lnTo>
                    <a:pt x="606171" y="651256"/>
                  </a:lnTo>
                  <a:lnTo>
                    <a:pt x="552437" y="643166"/>
                  </a:lnTo>
                  <a:lnTo>
                    <a:pt x="498322" y="633590"/>
                  </a:lnTo>
                  <a:lnTo>
                    <a:pt x="444373" y="622439"/>
                  </a:lnTo>
                  <a:lnTo>
                    <a:pt x="391096" y="609625"/>
                  </a:lnTo>
                  <a:lnTo>
                    <a:pt x="339051" y="595096"/>
                  </a:lnTo>
                  <a:lnTo>
                    <a:pt x="288747" y="578751"/>
                  </a:lnTo>
                  <a:lnTo>
                    <a:pt x="240728" y="560539"/>
                  </a:lnTo>
                  <a:lnTo>
                    <a:pt x="195529" y="540346"/>
                  </a:lnTo>
                  <a:lnTo>
                    <a:pt x="153682" y="518134"/>
                  </a:lnTo>
                  <a:lnTo>
                    <a:pt x="115709" y="493788"/>
                  </a:lnTo>
                  <a:lnTo>
                    <a:pt x="82156" y="467258"/>
                  </a:lnTo>
                  <a:lnTo>
                    <a:pt x="53543" y="438454"/>
                  </a:lnTo>
                  <a:lnTo>
                    <a:pt x="30416" y="407301"/>
                  </a:lnTo>
                  <a:lnTo>
                    <a:pt x="13677" y="358673"/>
                  </a:lnTo>
                  <a:lnTo>
                    <a:pt x="12915" y="341960"/>
                  </a:lnTo>
                  <a:lnTo>
                    <a:pt x="13677" y="325996"/>
                  </a:lnTo>
                  <a:lnTo>
                    <a:pt x="31165" y="277368"/>
                  </a:lnTo>
                  <a:lnTo>
                    <a:pt x="57721" y="240855"/>
                  </a:lnTo>
                  <a:lnTo>
                    <a:pt x="92430" y="208280"/>
                  </a:lnTo>
                  <a:lnTo>
                    <a:pt x="133070" y="179489"/>
                  </a:lnTo>
                  <a:lnTo>
                    <a:pt x="177393" y="154355"/>
                  </a:lnTo>
                  <a:lnTo>
                    <a:pt x="223189" y="132753"/>
                  </a:lnTo>
                  <a:lnTo>
                    <a:pt x="268224" y="114528"/>
                  </a:lnTo>
                  <a:lnTo>
                    <a:pt x="310248" y="99555"/>
                  </a:lnTo>
                  <a:lnTo>
                    <a:pt x="377926" y="79032"/>
                  </a:lnTo>
                  <a:lnTo>
                    <a:pt x="427456" y="66522"/>
                  </a:lnTo>
                  <a:lnTo>
                    <a:pt x="477088" y="55499"/>
                  </a:lnTo>
                  <a:lnTo>
                    <a:pt x="526846" y="45897"/>
                  </a:lnTo>
                  <a:lnTo>
                    <a:pt x="576745" y="37642"/>
                  </a:lnTo>
                  <a:lnTo>
                    <a:pt x="626795" y="30683"/>
                  </a:lnTo>
                  <a:lnTo>
                    <a:pt x="677024" y="24955"/>
                  </a:lnTo>
                  <a:lnTo>
                    <a:pt x="727417" y="20370"/>
                  </a:lnTo>
                  <a:lnTo>
                    <a:pt x="778014" y="16878"/>
                  </a:lnTo>
                  <a:lnTo>
                    <a:pt x="828802" y="14427"/>
                  </a:lnTo>
                  <a:lnTo>
                    <a:pt x="879817" y="12928"/>
                  </a:lnTo>
                  <a:lnTo>
                    <a:pt x="926973" y="12166"/>
                  </a:lnTo>
                  <a:lnTo>
                    <a:pt x="974115" y="12928"/>
                  </a:lnTo>
                  <a:lnTo>
                    <a:pt x="1021257" y="14452"/>
                  </a:lnTo>
                  <a:lnTo>
                    <a:pt x="1053642" y="15087"/>
                  </a:lnTo>
                  <a:lnTo>
                    <a:pt x="1092034" y="17018"/>
                  </a:lnTo>
                  <a:lnTo>
                    <a:pt x="1134960" y="20269"/>
                  </a:lnTo>
                  <a:lnTo>
                    <a:pt x="1181671" y="24955"/>
                  </a:lnTo>
                  <a:lnTo>
                    <a:pt x="1231430" y="31102"/>
                  </a:lnTo>
                  <a:lnTo>
                    <a:pt x="1283500" y="38798"/>
                  </a:lnTo>
                  <a:lnTo>
                    <a:pt x="1337157" y="48107"/>
                  </a:lnTo>
                  <a:lnTo>
                    <a:pt x="1391666" y="59093"/>
                  </a:lnTo>
                  <a:lnTo>
                    <a:pt x="1446276" y="71818"/>
                  </a:lnTo>
                  <a:lnTo>
                    <a:pt x="1500251" y="86372"/>
                  </a:lnTo>
                  <a:lnTo>
                    <a:pt x="1552879" y="102793"/>
                  </a:lnTo>
                  <a:lnTo>
                    <a:pt x="1603400" y="121170"/>
                  </a:lnTo>
                  <a:lnTo>
                    <a:pt x="1651076" y="141566"/>
                  </a:lnTo>
                  <a:lnTo>
                    <a:pt x="1695196" y="164045"/>
                  </a:lnTo>
                  <a:lnTo>
                    <a:pt x="1734997" y="188671"/>
                  </a:lnTo>
                  <a:lnTo>
                    <a:pt x="1769770" y="215519"/>
                  </a:lnTo>
                  <a:lnTo>
                    <a:pt x="1798751" y="244652"/>
                  </a:lnTo>
                  <a:lnTo>
                    <a:pt x="1821230" y="276136"/>
                  </a:lnTo>
                  <a:lnTo>
                    <a:pt x="1840255" y="326758"/>
                  </a:lnTo>
                  <a:lnTo>
                    <a:pt x="1841017" y="342709"/>
                  </a:lnTo>
                  <a:lnTo>
                    <a:pt x="1841017" y="286156"/>
                  </a:lnTo>
                  <a:lnTo>
                    <a:pt x="1798091" y="225475"/>
                  </a:lnTo>
                  <a:lnTo>
                    <a:pt x="1767433" y="197370"/>
                  </a:lnTo>
                  <a:lnTo>
                    <a:pt x="1731911" y="171526"/>
                  </a:lnTo>
                  <a:lnTo>
                    <a:pt x="1692097" y="147853"/>
                  </a:lnTo>
                  <a:lnTo>
                    <a:pt x="1648599" y="126276"/>
                  </a:lnTo>
                  <a:lnTo>
                    <a:pt x="1601965" y="106718"/>
                  </a:lnTo>
                  <a:lnTo>
                    <a:pt x="1552778" y="89090"/>
                  </a:lnTo>
                  <a:lnTo>
                    <a:pt x="1501635" y="73329"/>
                  </a:lnTo>
                  <a:lnTo>
                    <a:pt x="1449082" y="59347"/>
                  </a:lnTo>
                  <a:lnTo>
                    <a:pt x="1395730" y="47066"/>
                  </a:lnTo>
                  <a:lnTo>
                    <a:pt x="1342136" y="36410"/>
                  </a:lnTo>
                  <a:lnTo>
                    <a:pt x="1288872" y="27292"/>
                  </a:lnTo>
                  <a:lnTo>
                    <a:pt x="1236535" y="19646"/>
                  </a:lnTo>
                  <a:lnTo>
                    <a:pt x="1185697" y="13373"/>
                  </a:lnTo>
                  <a:lnTo>
                    <a:pt x="1136878" y="8407"/>
                  </a:lnTo>
                  <a:lnTo>
                    <a:pt x="1090803" y="4660"/>
                  </a:lnTo>
                  <a:lnTo>
                    <a:pt x="1047902" y="2070"/>
                  </a:lnTo>
                  <a:lnTo>
                    <a:pt x="1008824" y="546"/>
                  </a:lnTo>
                  <a:lnTo>
                    <a:pt x="974115" y="0"/>
                  </a:lnTo>
                  <a:lnTo>
                    <a:pt x="879055" y="0"/>
                  </a:lnTo>
                  <a:lnTo>
                    <a:pt x="805637" y="2044"/>
                  </a:lnTo>
                  <a:lnTo>
                    <a:pt x="762812" y="4635"/>
                  </a:lnTo>
                  <a:lnTo>
                    <a:pt x="716711" y="8382"/>
                  </a:lnTo>
                  <a:lnTo>
                    <a:pt x="667905" y="13360"/>
                  </a:lnTo>
                  <a:lnTo>
                    <a:pt x="616991" y="19646"/>
                  </a:lnTo>
                  <a:lnTo>
                    <a:pt x="564553" y="27330"/>
                  </a:lnTo>
                  <a:lnTo>
                    <a:pt x="511175" y="36474"/>
                  </a:lnTo>
                  <a:lnTo>
                    <a:pt x="457454" y="47167"/>
                  </a:lnTo>
                  <a:lnTo>
                    <a:pt x="403961" y="59499"/>
                  </a:lnTo>
                  <a:lnTo>
                    <a:pt x="351294" y="73520"/>
                  </a:lnTo>
                  <a:lnTo>
                    <a:pt x="300050" y="89331"/>
                  </a:lnTo>
                  <a:lnTo>
                    <a:pt x="250799" y="107010"/>
                  </a:lnTo>
                  <a:lnTo>
                    <a:pt x="204139" y="126631"/>
                  </a:lnTo>
                  <a:lnTo>
                    <a:pt x="160655" y="148272"/>
                  </a:lnTo>
                  <a:lnTo>
                    <a:pt x="120929" y="172008"/>
                  </a:lnTo>
                  <a:lnTo>
                    <a:pt x="85547" y="197916"/>
                  </a:lnTo>
                  <a:lnTo>
                    <a:pt x="55118" y="226098"/>
                  </a:lnTo>
                  <a:lnTo>
                    <a:pt x="30200" y="256603"/>
                  </a:lnTo>
                  <a:lnTo>
                    <a:pt x="5321" y="306997"/>
                  </a:lnTo>
                  <a:lnTo>
                    <a:pt x="0" y="342709"/>
                  </a:lnTo>
                  <a:lnTo>
                    <a:pt x="1511" y="360959"/>
                  </a:lnTo>
                  <a:lnTo>
                    <a:pt x="12915" y="399846"/>
                  </a:lnTo>
                  <a:lnTo>
                    <a:pt x="42862" y="445592"/>
                  </a:lnTo>
                  <a:lnTo>
                    <a:pt x="71348" y="474726"/>
                  </a:lnTo>
                  <a:lnTo>
                    <a:pt x="104736" y="501599"/>
                  </a:lnTo>
                  <a:lnTo>
                    <a:pt x="142519" y="526300"/>
                  </a:lnTo>
                  <a:lnTo>
                    <a:pt x="184188" y="548906"/>
                  </a:lnTo>
                  <a:lnTo>
                    <a:pt x="229260" y="569480"/>
                  </a:lnTo>
                  <a:lnTo>
                    <a:pt x="277228" y="588098"/>
                  </a:lnTo>
                  <a:lnTo>
                    <a:pt x="327596" y="604837"/>
                  </a:lnTo>
                  <a:lnTo>
                    <a:pt x="379869" y="619772"/>
                  </a:lnTo>
                  <a:lnTo>
                    <a:pt x="433552" y="632968"/>
                  </a:lnTo>
                  <a:lnTo>
                    <a:pt x="488137" y="644512"/>
                  </a:lnTo>
                  <a:lnTo>
                    <a:pt x="543128" y="654456"/>
                  </a:lnTo>
                  <a:lnTo>
                    <a:pt x="598030" y="662889"/>
                  </a:lnTo>
                  <a:lnTo>
                    <a:pt x="652335" y="669886"/>
                  </a:lnTo>
                  <a:lnTo>
                    <a:pt x="705561" y="675513"/>
                  </a:lnTo>
                  <a:lnTo>
                    <a:pt x="757186" y="679843"/>
                  </a:lnTo>
                  <a:lnTo>
                    <a:pt x="806742" y="682955"/>
                  </a:lnTo>
                  <a:lnTo>
                    <a:pt x="853706" y="684923"/>
                  </a:lnTo>
                  <a:lnTo>
                    <a:pt x="897585" y="685812"/>
                  </a:lnTo>
                  <a:lnTo>
                    <a:pt x="937895" y="685698"/>
                  </a:lnTo>
                  <a:lnTo>
                    <a:pt x="974115" y="684669"/>
                  </a:lnTo>
                  <a:lnTo>
                    <a:pt x="1021257" y="683907"/>
                  </a:lnTo>
                  <a:lnTo>
                    <a:pt x="1098245" y="680237"/>
                  </a:lnTo>
                  <a:lnTo>
                    <a:pt x="1173441" y="673925"/>
                  </a:lnTo>
                  <a:lnTo>
                    <a:pt x="1216710" y="668870"/>
                  </a:lnTo>
                  <a:lnTo>
                    <a:pt x="1262888" y="662470"/>
                  </a:lnTo>
                  <a:lnTo>
                    <a:pt x="1311287" y="654646"/>
                  </a:lnTo>
                  <a:lnTo>
                    <a:pt x="1361274" y="645350"/>
                  </a:lnTo>
                  <a:lnTo>
                    <a:pt x="1412163" y="634504"/>
                  </a:lnTo>
                  <a:lnTo>
                    <a:pt x="1463294" y="622046"/>
                  </a:lnTo>
                  <a:lnTo>
                    <a:pt x="1514017" y="607910"/>
                  </a:lnTo>
                  <a:lnTo>
                    <a:pt x="1563649" y="592048"/>
                  </a:lnTo>
                  <a:lnTo>
                    <a:pt x="1611553" y="574370"/>
                  </a:lnTo>
                  <a:lnTo>
                    <a:pt x="1657045" y="554824"/>
                  </a:lnTo>
                  <a:lnTo>
                    <a:pt x="1699463" y="533349"/>
                  </a:lnTo>
                  <a:lnTo>
                    <a:pt x="1738160" y="509866"/>
                  </a:lnTo>
                  <a:lnTo>
                    <a:pt x="1772450" y="484314"/>
                  </a:lnTo>
                  <a:lnTo>
                    <a:pt x="1801685" y="456641"/>
                  </a:lnTo>
                  <a:lnTo>
                    <a:pt x="1841017" y="397129"/>
                  </a:lnTo>
                  <a:lnTo>
                    <a:pt x="1852422" y="360197"/>
                  </a:lnTo>
                  <a:lnTo>
                    <a:pt x="1853946" y="341960"/>
                  </a:lnTo>
                  <a:close/>
                </a:path>
              </a:pathLst>
            </a:custGeom>
            <a:solidFill>
              <a:srgbClr val="990033"/>
            </a:solidFill>
          </p:spPr>
          <p:txBody>
            <a:bodyPr wrap="square" lIns="0" tIns="0" rIns="0" bIns="0" rtlCol="0"/>
            <a:lstStyle/>
            <a:p>
              <a:endParaRPr/>
            </a:p>
          </p:txBody>
        </p:sp>
      </p:grpSp>
      <p:sp>
        <p:nvSpPr>
          <p:cNvPr id="51" name="object 51"/>
          <p:cNvSpPr txBox="1"/>
          <p:nvPr/>
        </p:nvSpPr>
        <p:spPr>
          <a:xfrm>
            <a:off x="8035652" y="2028040"/>
            <a:ext cx="933450" cy="670560"/>
          </a:xfrm>
          <a:prstGeom prst="rect">
            <a:avLst/>
          </a:prstGeom>
        </p:spPr>
        <p:txBody>
          <a:bodyPr vert="horz" wrap="square" lIns="0" tIns="10160" rIns="0" bIns="0" rtlCol="0">
            <a:spAutoFit/>
          </a:bodyPr>
          <a:lstStyle/>
          <a:p>
            <a:pPr marL="12700" marR="5080" indent="-635" algn="ctr">
              <a:lnSpc>
                <a:spcPct val="101200"/>
              </a:lnSpc>
              <a:spcBef>
                <a:spcPts val="80"/>
              </a:spcBef>
            </a:pPr>
            <a:r>
              <a:rPr sz="1400" spc="15" dirty="0">
                <a:latin typeface="Calibri"/>
                <a:cs typeface="Calibri"/>
              </a:rPr>
              <a:t>G</a:t>
            </a:r>
            <a:r>
              <a:rPr sz="1400" dirty="0">
                <a:latin typeface="Calibri"/>
                <a:cs typeface="Calibri"/>
              </a:rPr>
              <a:t>è</a:t>
            </a:r>
            <a:r>
              <a:rPr sz="1400" spc="10" dirty="0">
                <a:latin typeface="Calibri"/>
                <a:cs typeface="Calibri"/>
              </a:rPr>
              <a:t>r</a:t>
            </a:r>
            <a:r>
              <a:rPr sz="1400" dirty="0">
                <a:latin typeface="Calibri"/>
                <a:cs typeface="Calibri"/>
              </a:rPr>
              <a:t>e</a:t>
            </a:r>
            <a:r>
              <a:rPr sz="1400" spc="-114" dirty="0">
                <a:latin typeface="Calibri"/>
                <a:cs typeface="Calibri"/>
              </a:rPr>
              <a:t> </a:t>
            </a:r>
            <a:r>
              <a:rPr sz="1400" spc="-25" dirty="0">
                <a:latin typeface="Calibri"/>
                <a:cs typeface="Calibri"/>
              </a:rPr>
              <a:t>l</a:t>
            </a:r>
            <a:r>
              <a:rPr sz="1400" dirty="0">
                <a:latin typeface="Calibri"/>
                <a:cs typeface="Calibri"/>
              </a:rPr>
              <a:t>es  </a:t>
            </a:r>
            <a:r>
              <a:rPr sz="1400" spc="-25" dirty="0">
                <a:latin typeface="Calibri"/>
                <a:cs typeface="Calibri"/>
              </a:rPr>
              <a:t>i</a:t>
            </a:r>
            <a:r>
              <a:rPr sz="1400" spc="-40" dirty="0">
                <a:latin typeface="Calibri"/>
                <a:cs typeface="Calibri"/>
              </a:rPr>
              <a:t>n</a:t>
            </a:r>
            <a:r>
              <a:rPr sz="1400" spc="-30" dirty="0">
                <a:latin typeface="Calibri"/>
                <a:cs typeface="Calibri"/>
              </a:rPr>
              <a:t>f</a:t>
            </a:r>
            <a:r>
              <a:rPr sz="1400" spc="-40" dirty="0">
                <a:latin typeface="Calibri"/>
                <a:cs typeface="Calibri"/>
              </a:rPr>
              <a:t>o</a:t>
            </a:r>
            <a:r>
              <a:rPr sz="1400" spc="10" dirty="0">
                <a:latin typeface="Calibri"/>
                <a:cs typeface="Calibri"/>
              </a:rPr>
              <a:t>r</a:t>
            </a:r>
            <a:r>
              <a:rPr sz="1400" spc="-20" dirty="0">
                <a:latin typeface="Calibri"/>
                <a:cs typeface="Calibri"/>
              </a:rPr>
              <a:t>m</a:t>
            </a:r>
            <a:r>
              <a:rPr sz="1400" spc="25" dirty="0">
                <a:latin typeface="Calibri"/>
                <a:cs typeface="Calibri"/>
              </a:rPr>
              <a:t>a</a:t>
            </a:r>
            <a:r>
              <a:rPr sz="1400" spc="30" dirty="0">
                <a:latin typeface="Calibri"/>
                <a:cs typeface="Calibri"/>
              </a:rPr>
              <a:t>t</a:t>
            </a:r>
            <a:r>
              <a:rPr sz="1400" spc="-25" dirty="0">
                <a:latin typeface="Calibri"/>
                <a:cs typeface="Calibri"/>
              </a:rPr>
              <a:t>i</a:t>
            </a:r>
            <a:r>
              <a:rPr sz="1400" spc="-40" dirty="0">
                <a:latin typeface="Calibri"/>
                <a:cs typeface="Calibri"/>
              </a:rPr>
              <a:t>on</a:t>
            </a:r>
            <a:r>
              <a:rPr sz="1400" dirty="0">
                <a:latin typeface="Calibri"/>
                <a:cs typeface="Calibri"/>
              </a:rPr>
              <a:t>s  </a:t>
            </a:r>
            <a:r>
              <a:rPr sz="1400" spc="-50" dirty="0">
                <a:latin typeface="Calibri"/>
                <a:cs typeface="Calibri"/>
              </a:rPr>
              <a:t>s</a:t>
            </a:r>
            <a:r>
              <a:rPr sz="1400" spc="-35" dirty="0">
                <a:latin typeface="Calibri"/>
                <a:cs typeface="Calibri"/>
              </a:rPr>
              <a:t>u</a:t>
            </a:r>
            <a:r>
              <a:rPr sz="1400" dirty="0">
                <a:latin typeface="Calibri"/>
                <a:cs typeface="Calibri"/>
              </a:rPr>
              <a:t>r</a:t>
            </a:r>
            <a:r>
              <a:rPr sz="1400" spc="95" dirty="0">
                <a:latin typeface="Calibri"/>
                <a:cs typeface="Calibri"/>
              </a:rPr>
              <a:t> </a:t>
            </a:r>
            <a:r>
              <a:rPr sz="1400" spc="-25" dirty="0">
                <a:latin typeface="Calibri"/>
                <a:cs typeface="Calibri"/>
              </a:rPr>
              <a:t>l</a:t>
            </a:r>
            <a:r>
              <a:rPr sz="1400" dirty="0">
                <a:latin typeface="Calibri"/>
                <a:cs typeface="Calibri"/>
              </a:rPr>
              <a:t>es</a:t>
            </a:r>
            <a:r>
              <a:rPr sz="1400" spc="-65" dirty="0">
                <a:latin typeface="Calibri"/>
                <a:cs typeface="Calibri"/>
              </a:rPr>
              <a:t> </a:t>
            </a:r>
            <a:r>
              <a:rPr sz="1400" spc="-40" dirty="0">
                <a:latin typeface="Calibri"/>
                <a:cs typeface="Calibri"/>
              </a:rPr>
              <a:t>p</a:t>
            </a:r>
            <a:r>
              <a:rPr sz="1400" spc="10" dirty="0">
                <a:latin typeface="Calibri"/>
                <a:cs typeface="Calibri"/>
              </a:rPr>
              <a:t>r</a:t>
            </a:r>
            <a:r>
              <a:rPr sz="1400" spc="-40" dirty="0">
                <a:latin typeface="Calibri"/>
                <a:cs typeface="Calibri"/>
              </a:rPr>
              <a:t>o</a:t>
            </a:r>
            <a:r>
              <a:rPr sz="1400" spc="-30" dirty="0">
                <a:latin typeface="Calibri"/>
                <a:cs typeface="Calibri"/>
              </a:rPr>
              <a:t>f</a:t>
            </a:r>
            <a:r>
              <a:rPr sz="1400" dirty="0">
                <a:latin typeface="Calibri"/>
                <a:cs typeface="Calibri"/>
              </a:rPr>
              <a:t>s</a:t>
            </a:r>
            <a:endParaRPr sz="1400">
              <a:latin typeface="Calibri"/>
              <a:cs typeface="Calibri"/>
            </a:endParaRPr>
          </a:p>
        </p:txBody>
      </p:sp>
      <p:grpSp>
        <p:nvGrpSpPr>
          <p:cNvPr id="52" name="object 52"/>
          <p:cNvGrpSpPr/>
          <p:nvPr/>
        </p:nvGrpSpPr>
        <p:grpSpPr>
          <a:xfrm>
            <a:off x="7594600" y="3136900"/>
            <a:ext cx="1854200" cy="685800"/>
            <a:chOff x="7594600" y="3136900"/>
            <a:chExt cx="1854200" cy="685800"/>
          </a:xfrm>
        </p:grpSpPr>
        <p:sp>
          <p:nvSpPr>
            <p:cNvPr id="53" name="object 53"/>
            <p:cNvSpPr/>
            <p:nvPr/>
          </p:nvSpPr>
          <p:spPr>
            <a:xfrm>
              <a:off x="7594600" y="3149600"/>
              <a:ext cx="1841500" cy="673100"/>
            </a:xfrm>
            <a:custGeom>
              <a:avLst/>
              <a:gdLst/>
              <a:ahLst/>
              <a:cxnLst/>
              <a:rect l="l" t="t" r="r" b="b"/>
              <a:pathLst>
                <a:path w="1841500" h="673100">
                  <a:moveTo>
                    <a:pt x="920876" y="0"/>
                  </a:moveTo>
                  <a:lnTo>
                    <a:pt x="852133" y="922"/>
                  </a:lnTo>
                  <a:lnTo>
                    <a:pt x="784764" y="3646"/>
                  </a:lnTo>
                  <a:lnTo>
                    <a:pt x="718949" y="8106"/>
                  </a:lnTo>
                  <a:lnTo>
                    <a:pt x="654864" y="14239"/>
                  </a:lnTo>
                  <a:lnTo>
                    <a:pt x="592687" y="21977"/>
                  </a:lnTo>
                  <a:lnTo>
                    <a:pt x="532597" y="31257"/>
                  </a:lnTo>
                  <a:lnTo>
                    <a:pt x="474771" y="42012"/>
                  </a:lnTo>
                  <a:lnTo>
                    <a:pt x="419387" y="54179"/>
                  </a:lnTo>
                  <a:lnTo>
                    <a:pt x="366623" y="67692"/>
                  </a:lnTo>
                  <a:lnTo>
                    <a:pt x="316657" y="82483"/>
                  </a:lnTo>
                  <a:lnTo>
                    <a:pt x="269666" y="98492"/>
                  </a:lnTo>
                  <a:lnTo>
                    <a:pt x="225827" y="115651"/>
                  </a:lnTo>
                  <a:lnTo>
                    <a:pt x="185322" y="133894"/>
                  </a:lnTo>
                  <a:lnTo>
                    <a:pt x="148323" y="153158"/>
                  </a:lnTo>
                  <a:lnTo>
                    <a:pt x="115012" y="173376"/>
                  </a:lnTo>
                  <a:lnTo>
                    <a:pt x="60161" y="216418"/>
                  </a:lnTo>
                  <a:lnTo>
                    <a:pt x="22190" y="262495"/>
                  </a:lnTo>
                  <a:lnTo>
                    <a:pt x="2524" y="311091"/>
                  </a:lnTo>
                  <a:lnTo>
                    <a:pt x="0" y="336169"/>
                  </a:lnTo>
                  <a:lnTo>
                    <a:pt x="2524" y="361346"/>
                  </a:lnTo>
                  <a:lnTo>
                    <a:pt x="22190" y="410113"/>
                  </a:lnTo>
                  <a:lnTo>
                    <a:pt x="60161" y="456331"/>
                  </a:lnTo>
                  <a:lnTo>
                    <a:pt x="115012" y="499482"/>
                  </a:lnTo>
                  <a:lnTo>
                    <a:pt x="148323" y="519744"/>
                  </a:lnTo>
                  <a:lnTo>
                    <a:pt x="185322" y="539046"/>
                  </a:lnTo>
                  <a:lnTo>
                    <a:pt x="225827" y="557324"/>
                  </a:lnTo>
                  <a:lnTo>
                    <a:pt x="269666" y="574511"/>
                  </a:lnTo>
                  <a:lnTo>
                    <a:pt x="316657" y="590542"/>
                  </a:lnTo>
                  <a:lnTo>
                    <a:pt x="366623" y="605354"/>
                  </a:lnTo>
                  <a:lnTo>
                    <a:pt x="419387" y="618883"/>
                  </a:lnTo>
                  <a:lnTo>
                    <a:pt x="474771" y="631061"/>
                  </a:lnTo>
                  <a:lnTo>
                    <a:pt x="532597" y="641826"/>
                  </a:lnTo>
                  <a:lnTo>
                    <a:pt x="592687" y="651112"/>
                  </a:lnTo>
                  <a:lnTo>
                    <a:pt x="654864" y="658854"/>
                  </a:lnTo>
                  <a:lnTo>
                    <a:pt x="718949" y="664991"/>
                  </a:lnTo>
                  <a:lnTo>
                    <a:pt x="784764" y="669452"/>
                  </a:lnTo>
                  <a:lnTo>
                    <a:pt x="852133" y="672176"/>
                  </a:lnTo>
                  <a:lnTo>
                    <a:pt x="920876" y="673098"/>
                  </a:lnTo>
                  <a:lnTo>
                    <a:pt x="989520" y="672176"/>
                  </a:lnTo>
                  <a:lnTo>
                    <a:pt x="1056798" y="669452"/>
                  </a:lnTo>
                  <a:lnTo>
                    <a:pt x="1122532" y="664991"/>
                  </a:lnTo>
                  <a:lnTo>
                    <a:pt x="1186544" y="658854"/>
                  </a:lnTo>
                  <a:lnTo>
                    <a:pt x="1248656" y="651112"/>
                  </a:lnTo>
                  <a:lnTo>
                    <a:pt x="1308688" y="641826"/>
                  </a:lnTo>
                  <a:lnTo>
                    <a:pt x="1366462" y="631061"/>
                  </a:lnTo>
                  <a:lnTo>
                    <a:pt x="1421800" y="618883"/>
                  </a:lnTo>
                  <a:lnTo>
                    <a:pt x="1474525" y="605354"/>
                  </a:lnTo>
                  <a:lnTo>
                    <a:pt x="1524459" y="590542"/>
                  </a:lnTo>
                  <a:lnTo>
                    <a:pt x="1571423" y="574511"/>
                  </a:lnTo>
                  <a:lnTo>
                    <a:pt x="1615236" y="557324"/>
                  </a:lnTo>
                  <a:lnTo>
                    <a:pt x="1655724" y="539046"/>
                  </a:lnTo>
                  <a:lnTo>
                    <a:pt x="1692705" y="519744"/>
                  </a:lnTo>
                  <a:lnTo>
                    <a:pt x="1726004" y="499482"/>
                  </a:lnTo>
                  <a:lnTo>
                    <a:pt x="1780840" y="456331"/>
                  </a:lnTo>
                  <a:lnTo>
                    <a:pt x="1818803" y="410113"/>
                  </a:lnTo>
                  <a:lnTo>
                    <a:pt x="1838468" y="361346"/>
                  </a:lnTo>
                  <a:lnTo>
                    <a:pt x="1840993" y="336169"/>
                  </a:lnTo>
                  <a:lnTo>
                    <a:pt x="1831013" y="286512"/>
                  </a:lnTo>
                  <a:lnTo>
                    <a:pt x="1802020" y="239109"/>
                  </a:lnTo>
                  <a:lnTo>
                    <a:pt x="1755443" y="194485"/>
                  </a:lnTo>
                  <a:lnTo>
                    <a:pt x="1692705" y="153158"/>
                  </a:lnTo>
                  <a:lnTo>
                    <a:pt x="1655724" y="133894"/>
                  </a:lnTo>
                  <a:lnTo>
                    <a:pt x="1615236" y="115651"/>
                  </a:lnTo>
                  <a:lnTo>
                    <a:pt x="1571421" y="98492"/>
                  </a:lnTo>
                  <a:lnTo>
                    <a:pt x="1524459" y="82483"/>
                  </a:lnTo>
                  <a:lnTo>
                    <a:pt x="1474525" y="67692"/>
                  </a:lnTo>
                  <a:lnTo>
                    <a:pt x="1421800" y="54179"/>
                  </a:lnTo>
                  <a:lnTo>
                    <a:pt x="1366462" y="42012"/>
                  </a:lnTo>
                  <a:lnTo>
                    <a:pt x="1308688" y="31257"/>
                  </a:lnTo>
                  <a:lnTo>
                    <a:pt x="1248656" y="21977"/>
                  </a:lnTo>
                  <a:lnTo>
                    <a:pt x="1186544" y="14239"/>
                  </a:lnTo>
                  <a:lnTo>
                    <a:pt x="1122532" y="8106"/>
                  </a:lnTo>
                  <a:lnTo>
                    <a:pt x="1056798" y="3646"/>
                  </a:lnTo>
                  <a:lnTo>
                    <a:pt x="989520" y="922"/>
                  </a:lnTo>
                  <a:lnTo>
                    <a:pt x="920876" y="0"/>
                  </a:lnTo>
                  <a:close/>
                </a:path>
              </a:pathLst>
            </a:custGeom>
            <a:solidFill>
              <a:srgbClr val="FFFFCC"/>
            </a:solidFill>
          </p:spPr>
          <p:txBody>
            <a:bodyPr wrap="square" lIns="0" tIns="0" rIns="0" bIns="0" rtlCol="0"/>
            <a:lstStyle/>
            <a:p>
              <a:endParaRPr/>
            </a:p>
          </p:txBody>
        </p:sp>
        <p:sp>
          <p:nvSpPr>
            <p:cNvPr id="54" name="object 54"/>
            <p:cNvSpPr/>
            <p:nvPr/>
          </p:nvSpPr>
          <p:spPr>
            <a:xfrm>
              <a:off x="7594600" y="3136899"/>
              <a:ext cx="1854200" cy="685800"/>
            </a:xfrm>
            <a:custGeom>
              <a:avLst/>
              <a:gdLst/>
              <a:ahLst/>
              <a:cxnLst/>
              <a:rect l="l" t="t" r="r" b="b"/>
              <a:pathLst>
                <a:path w="1854200" h="685800">
                  <a:moveTo>
                    <a:pt x="1853946" y="342404"/>
                  </a:moveTo>
                  <a:lnTo>
                    <a:pt x="1842541" y="288493"/>
                  </a:lnTo>
                  <a:lnTo>
                    <a:pt x="1841017" y="285927"/>
                  </a:lnTo>
                  <a:lnTo>
                    <a:pt x="1841017" y="343154"/>
                  </a:lnTo>
                  <a:lnTo>
                    <a:pt x="1839493" y="359854"/>
                  </a:lnTo>
                  <a:lnTo>
                    <a:pt x="1798116" y="441375"/>
                  </a:lnTo>
                  <a:lnTo>
                    <a:pt x="1768957" y="470509"/>
                  </a:lnTo>
                  <a:lnTo>
                    <a:pt x="1734121" y="497293"/>
                  </a:lnTo>
                  <a:lnTo>
                    <a:pt x="1694307" y="521830"/>
                  </a:lnTo>
                  <a:lnTo>
                    <a:pt x="1650250" y="544182"/>
                  </a:lnTo>
                  <a:lnTo>
                    <a:pt x="1602676" y="564426"/>
                  </a:lnTo>
                  <a:lnTo>
                    <a:pt x="1552270" y="582650"/>
                  </a:lnTo>
                  <a:lnTo>
                    <a:pt x="1499857" y="598893"/>
                  </a:lnTo>
                  <a:lnTo>
                    <a:pt x="1446060" y="613283"/>
                  </a:lnTo>
                  <a:lnTo>
                    <a:pt x="1391640" y="625881"/>
                  </a:lnTo>
                  <a:lnTo>
                    <a:pt x="1337310" y="636752"/>
                  </a:lnTo>
                  <a:lnTo>
                    <a:pt x="1283779" y="645972"/>
                  </a:lnTo>
                  <a:lnTo>
                    <a:pt x="1231696" y="653643"/>
                  </a:lnTo>
                  <a:lnTo>
                    <a:pt x="1181912" y="659828"/>
                  </a:lnTo>
                  <a:lnTo>
                    <a:pt x="1135176" y="664578"/>
                  </a:lnTo>
                  <a:lnTo>
                    <a:pt x="1092441" y="667981"/>
                  </a:lnTo>
                  <a:lnTo>
                    <a:pt x="1053731" y="670153"/>
                  </a:lnTo>
                  <a:lnTo>
                    <a:pt x="926973" y="672642"/>
                  </a:lnTo>
                  <a:lnTo>
                    <a:pt x="890981" y="672846"/>
                  </a:lnTo>
                  <a:lnTo>
                    <a:pt x="850823" y="672084"/>
                  </a:lnTo>
                  <a:lnTo>
                    <a:pt x="807021" y="670280"/>
                  </a:lnTo>
                  <a:lnTo>
                    <a:pt x="760133" y="667359"/>
                  </a:lnTo>
                  <a:lnTo>
                    <a:pt x="710692" y="663244"/>
                  </a:lnTo>
                  <a:lnTo>
                    <a:pt x="659231" y="657872"/>
                  </a:lnTo>
                  <a:lnTo>
                    <a:pt x="606310" y="651154"/>
                  </a:lnTo>
                  <a:lnTo>
                    <a:pt x="552450" y="643013"/>
                  </a:lnTo>
                  <a:lnTo>
                    <a:pt x="498208" y="633387"/>
                  </a:lnTo>
                  <a:lnTo>
                    <a:pt x="444119" y="622185"/>
                  </a:lnTo>
                  <a:lnTo>
                    <a:pt x="390715" y="609320"/>
                  </a:lnTo>
                  <a:lnTo>
                    <a:pt x="338543" y="594753"/>
                  </a:lnTo>
                  <a:lnTo>
                    <a:pt x="288137" y="578370"/>
                  </a:lnTo>
                  <a:lnTo>
                    <a:pt x="240055" y="560120"/>
                  </a:lnTo>
                  <a:lnTo>
                    <a:pt x="194818" y="539915"/>
                  </a:lnTo>
                  <a:lnTo>
                    <a:pt x="152984" y="517677"/>
                  </a:lnTo>
                  <a:lnTo>
                    <a:pt x="115087" y="493344"/>
                  </a:lnTo>
                  <a:lnTo>
                    <a:pt x="81661" y="466813"/>
                  </a:lnTo>
                  <a:lnTo>
                    <a:pt x="53263" y="438048"/>
                  </a:lnTo>
                  <a:lnTo>
                    <a:pt x="30416" y="406933"/>
                  </a:lnTo>
                  <a:lnTo>
                    <a:pt x="13677" y="359105"/>
                  </a:lnTo>
                  <a:lnTo>
                    <a:pt x="12915" y="342404"/>
                  </a:lnTo>
                  <a:lnTo>
                    <a:pt x="13677" y="325704"/>
                  </a:lnTo>
                  <a:lnTo>
                    <a:pt x="41592" y="262293"/>
                  </a:lnTo>
                  <a:lnTo>
                    <a:pt x="66205" y="233045"/>
                  </a:lnTo>
                  <a:lnTo>
                    <a:pt x="96100" y="205968"/>
                  </a:lnTo>
                  <a:lnTo>
                    <a:pt x="130746" y="181013"/>
                  </a:lnTo>
                  <a:lnTo>
                    <a:pt x="169608" y="158102"/>
                  </a:lnTo>
                  <a:lnTo>
                    <a:pt x="212140" y="137172"/>
                  </a:lnTo>
                  <a:lnTo>
                    <a:pt x="257810" y="118148"/>
                  </a:lnTo>
                  <a:lnTo>
                    <a:pt x="306095" y="100952"/>
                  </a:lnTo>
                  <a:lnTo>
                    <a:pt x="356438" y="85534"/>
                  </a:lnTo>
                  <a:lnTo>
                    <a:pt x="408330" y="71805"/>
                  </a:lnTo>
                  <a:lnTo>
                    <a:pt x="461200" y="59702"/>
                  </a:lnTo>
                  <a:lnTo>
                    <a:pt x="514553" y="49161"/>
                  </a:lnTo>
                  <a:lnTo>
                    <a:pt x="567817" y="40119"/>
                  </a:lnTo>
                  <a:lnTo>
                    <a:pt x="620471" y="32486"/>
                  </a:lnTo>
                  <a:lnTo>
                    <a:pt x="671982" y="26200"/>
                  </a:lnTo>
                  <a:lnTo>
                    <a:pt x="721817" y="21196"/>
                  </a:lnTo>
                  <a:lnTo>
                    <a:pt x="769416" y="17399"/>
                  </a:lnTo>
                  <a:lnTo>
                    <a:pt x="814273" y="14744"/>
                  </a:lnTo>
                  <a:lnTo>
                    <a:pt x="855840" y="13157"/>
                  </a:lnTo>
                  <a:lnTo>
                    <a:pt x="896861" y="12598"/>
                  </a:lnTo>
                  <a:lnTo>
                    <a:pt x="926973" y="12915"/>
                  </a:lnTo>
                  <a:lnTo>
                    <a:pt x="1021257" y="14452"/>
                  </a:lnTo>
                  <a:lnTo>
                    <a:pt x="1092441" y="17513"/>
                  </a:lnTo>
                  <a:lnTo>
                    <a:pt x="1135430" y="20929"/>
                  </a:lnTo>
                  <a:lnTo>
                    <a:pt x="1182141" y="25679"/>
                  </a:lnTo>
                  <a:lnTo>
                    <a:pt x="1231836" y="31851"/>
                  </a:lnTo>
                  <a:lnTo>
                    <a:pt x="1283804" y="39522"/>
                  </a:lnTo>
                  <a:lnTo>
                    <a:pt x="1337437" y="48793"/>
                  </a:lnTo>
                  <a:lnTo>
                    <a:pt x="1391920" y="59702"/>
                  </a:lnTo>
                  <a:lnTo>
                    <a:pt x="1446517" y="72351"/>
                  </a:lnTo>
                  <a:lnTo>
                    <a:pt x="1500466" y="86804"/>
                  </a:lnTo>
                  <a:lnTo>
                    <a:pt x="1553057" y="103136"/>
                  </a:lnTo>
                  <a:lnTo>
                    <a:pt x="1603540" y="121412"/>
                  </a:lnTo>
                  <a:lnTo>
                    <a:pt x="1651190" y="141732"/>
                  </a:lnTo>
                  <a:lnTo>
                    <a:pt x="1695272" y="164160"/>
                  </a:lnTo>
                  <a:lnTo>
                    <a:pt x="1735061" y="188760"/>
                  </a:lnTo>
                  <a:lnTo>
                    <a:pt x="1769795" y="215620"/>
                  </a:lnTo>
                  <a:lnTo>
                    <a:pt x="1798764" y="244817"/>
                  </a:lnTo>
                  <a:lnTo>
                    <a:pt x="1821230" y="276428"/>
                  </a:lnTo>
                  <a:lnTo>
                    <a:pt x="1840255" y="326453"/>
                  </a:lnTo>
                  <a:lnTo>
                    <a:pt x="1841017" y="343154"/>
                  </a:lnTo>
                  <a:lnTo>
                    <a:pt x="1841017" y="285927"/>
                  </a:lnTo>
                  <a:lnTo>
                    <a:pt x="1797723" y="225450"/>
                  </a:lnTo>
                  <a:lnTo>
                    <a:pt x="1766951" y="197421"/>
                  </a:lnTo>
                  <a:lnTo>
                    <a:pt x="1731352" y="171627"/>
                  </a:lnTo>
                  <a:lnTo>
                    <a:pt x="1691513" y="148005"/>
                  </a:lnTo>
                  <a:lnTo>
                    <a:pt x="1648015" y="126453"/>
                  </a:lnTo>
                  <a:lnTo>
                    <a:pt x="1601406" y="106908"/>
                  </a:lnTo>
                  <a:lnTo>
                    <a:pt x="1552270" y="89281"/>
                  </a:lnTo>
                  <a:lnTo>
                    <a:pt x="1501178" y="73520"/>
                  </a:lnTo>
                  <a:lnTo>
                    <a:pt x="1448714" y="59537"/>
                  </a:lnTo>
                  <a:lnTo>
                    <a:pt x="1395437" y="47256"/>
                  </a:lnTo>
                  <a:lnTo>
                    <a:pt x="1341932" y="36601"/>
                  </a:lnTo>
                  <a:lnTo>
                    <a:pt x="1288757" y="27495"/>
                  </a:lnTo>
                  <a:lnTo>
                    <a:pt x="1236497" y="19862"/>
                  </a:lnTo>
                  <a:lnTo>
                    <a:pt x="1185722" y="13627"/>
                  </a:lnTo>
                  <a:lnTo>
                    <a:pt x="1136992" y="8712"/>
                  </a:lnTo>
                  <a:lnTo>
                    <a:pt x="1090904" y="5041"/>
                  </a:lnTo>
                  <a:lnTo>
                    <a:pt x="1048004" y="2552"/>
                  </a:lnTo>
                  <a:lnTo>
                    <a:pt x="1008888" y="1143"/>
                  </a:lnTo>
                  <a:lnTo>
                    <a:pt x="926973" y="0"/>
                  </a:lnTo>
                  <a:lnTo>
                    <a:pt x="844423" y="1130"/>
                  </a:lnTo>
                  <a:lnTo>
                    <a:pt x="805383" y="2527"/>
                  </a:lnTo>
                  <a:lnTo>
                    <a:pt x="762533" y="5016"/>
                  </a:lnTo>
                  <a:lnTo>
                    <a:pt x="716457" y="8686"/>
                  </a:lnTo>
                  <a:lnTo>
                    <a:pt x="667715" y="13614"/>
                  </a:lnTo>
                  <a:lnTo>
                    <a:pt x="616889" y="19862"/>
                  </a:lnTo>
                  <a:lnTo>
                    <a:pt x="564578" y="27508"/>
                  </a:lnTo>
                  <a:lnTo>
                    <a:pt x="511340" y="36652"/>
                  </a:lnTo>
                  <a:lnTo>
                    <a:pt x="457758" y="47332"/>
                  </a:lnTo>
                  <a:lnTo>
                    <a:pt x="404418" y="59651"/>
                  </a:lnTo>
                  <a:lnTo>
                    <a:pt x="351904" y="73685"/>
                  </a:lnTo>
                  <a:lnTo>
                    <a:pt x="300774" y="89484"/>
                  </a:lnTo>
                  <a:lnTo>
                    <a:pt x="251612" y="107162"/>
                  </a:lnTo>
                  <a:lnTo>
                    <a:pt x="205003" y="126758"/>
                  </a:lnTo>
                  <a:lnTo>
                    <a:pt x="161531" y="148374"/>
                  </a:lnTo>
                  <a:lnTo>
                    <a:pt x="121780" y="172072"/>
                  </a:lnTo>
                  <a:lnTo>
                    <a:pt x="86296" y="197942"/>
                  </a:lnTo>
                  <a:lnTo>
                    <a:pt x="55689" y="226034"/>
                  </a:lnTo>
                  <a:lnTo>
                    <a:pt x="30530" y="256451"/>
                  </a:lnTo>
                  <a:lnTo>
                    <a:pt x="0" y="343154"/>
                  </a:lnTo>
                  <a:lnTo>
                    <a:pt x="1511" y="361378"/>
                  </a:lnTo>
                  <a:lnTo>
                    <a:pt x="12915" y="400100"/>
                  </a:lnTo>
                  <a:lnTo>
                    <a:pt x="43243" y="445452"/>
                  </a:lnTo>
                  <a:lnTo>
                    <a:pt x="71983" y="474751"/>
                  </a:lnTo>
                  <a:lnTo>
                    <a:pt x="105524" y="501751"/>
                  </a:lnTo>
                  <a:lnTo>
                    <a:pt x="143357" y="526529"/>
                  </a:lnTo>
                  <a:lnTo>
                    <a:pt x="185013" y="549160"/>
                  </a:lnTo>
                  <a:lnTo>
                    <a:pt x="230009" y="569734"/>
                  </a:lnTo>
                  <a:lnTo>
                    <a:pt x="277837" y="588327"/>
                  </a:lnTo>
                  <a:lnTo>
                    <a:pt x="328028" y="605015"/>
                  </a:lnTo>
                  <a:lnTo>
                    <a:pt x="380085" y="619874"/>
                  </a:lnTo>
                  <a:lnTo>
                    <a:pt x="433539" y="632980"/>
                  </a:lnTo>
                  <a:lnTo>
                    <a:pt x="487895" y="644436"/>
                  </a:lnTo>
                  <a:lnTo>
                    <a:pt x="542658" y="654291"/>
                  </a:lnTo>
                  <a:lnTo>
                    <a:pt x="597357" y="662647"/>
                  </a:lnTo>
                  <a:lnTo>
                    <a:pt x="651497" y="669582"/>
                  </a:lnTo>
                  <a:lnTo>
                    <a:pt x="704596" y="675157"/>
                  </a:lnTo>
                  <a:lnTo>
                    <a:pt x="756170" y="679475"/>
                  </a:lnTo>
                  <a:lnTo>
                    <a:pt x="805383" y="682574"/>
                  </a:lnTo>
                  <a:lnTo>
                    <a:pt x="852792" y="684606"/>
                  </a:lnTo>
                  <a:lnTo>
                    <a:pt x="893584" y="685520"/>
                  </a:lnTo>
                  <a:lnTo>
                    <a:pt x="937463" y="685634"/>
                  </a:lnTo>
                  <a:lnTo>
                    <a:pt x="974115" y="684796"/>
                  </a:lnTo>
                  <a:lnTo>
                    <a:pt x="1021257" y="683272"/>
                  </a:lnTo>
                  <a:lnTo>
                    <a:pt x="1067650" y="680999"/>
                  </a:lnTo>
                  <a:lnTo>
                    <a:pt x="1100099" y="679665"/>
                  </a:lnTo>
                  <a:lnTo>
                    <a:pt x="1180236" y="672998"/>
                  </a:lnTo>
                  <a:lnTo>
                    <a:pt x="1226375" y="667524"/>
                  </a:lnTo>
                  <a:lnTo>
                    <a:pt x="1275549" y="660514"/>
                  </a:lnTo>
                  <a:lnTo>
                    <a:pt x="1326984" y="651903"/>
                  </a:lnTo>
                  <a:lnTo>
                    <a:pt x="1379918" y="641616"/>
                  </a:lnTo>
                  <a:lnTo>
                    <a:pt x="1433563" y="629577"/>
                  </a:lnTo>
                  <a:lnTo>
                    <a:pt x="1487182" y="615721"/>
                  </a:lnTo>
                  <a:lnTo>
                    <a:pt x="1540002" y="599973"/>
                  </a:lnTo>
                  <a:lnTo>
                    <a:pt x="1591233" y="582244"/>
                  </a:lnTo>
                  <a:lnTo>
                    <a:pt x="1640128" y="562470"/>
                  </a:lnTo>
                  <a:lnTo>
                    <a:pt x="1685912" y="540575"/>
                  </a:lnTo>
                  <a:lnTo>
                    <a:pt x="1727835" y="516496"/>
                  </a:lnTo>
                  <a:lnTo>
                    <a:pt x="1765096" y="490143"/>
                  </a:lnTo>
                  <a:lnTo>
                    <a:pt x="1796961" y="461454"/>
                  </a:lnTo>
                  <a:lnTo>
                    <a:pt x="1822653" y="430364"/>
                  </a:lnTo>
                  <a:lnTo>
                    <a:pt x="1841385" y="396773"/>
                  </a:lnTo>
                  <a:lnTo>
                    <a:pt x="1852422" y="360616"/>
                  </a:lnTo>
                  <a:lnTo>
                    <a:pt x="1853946" y="342404"/>
                  </a:lnTo>
                  <a:close/>
                </a:path>
              </a:pathLst>
            </a:custGeom>
            <a:solidFill>
              <a:srgbClr val="990033"/>
            </a:solidFill>
          </p:spPr>
          <p:txBody>
            <a:bodyPr wrap="square" lIns="0" tIns="0" rIns="0" bIns="0" rtlCol="0"/>
            <a:lstStyle/>
            <a:p>
              <a:endParaRPr/>
            </a:p>
          </p:txBody>
        </p:sp>
      </p:grpSp>
      <p:sp>
        <p:nvSpPr>
          <p:cNvPr id="55" name="object 55"/>
          <p:cNvSpPr txBox="1"/>
          <p:nvPr/>
        </p:nvSpPr>
        <p:spPr>
          <a:xfrm>
            <a:off x="8016378" y="3232001"/>
            <a:ext cx="984250" cy="454659"/>
          </a:xfrm>
          <a:prstGeom prst="rect">
            <a:avLst/>
          </a:prstGeom>
        </p:spPr>
        <p:txBody>
          <a:bodyPr vert="horz" wrap="square" lIns="0" tIns="10160" rIns="0" bIns="0" rtlCol="0">
            <a:spAutoFit/>
          </a:bodyPr>
          <a:lstStyle/>
          <a:p>
            <a:pPr marL="165100" marR="5080" indent="-152400">
              <a:lnSpc>
                <a:spcPct val="101200"/>
              </a:lnSpc>
              <a:spcBef>
                <a:spcPts val="80"/>
              </a:spcBef>
            </a:pPr>
            <a:r>
              <a:rPr sz="1400" spc="15" dirty="0">
                <a:latin typeface="Calibri"/>
                <a:cs typeface="Calibri"/>
              </a:rPr>
              <a:t>G</a:t>
            </a:r>
            <a:r>
              <a:rPr sz="1400" dirty="0">
                <a:latin typeface="Calibri"/>
                <a:cs typeface="Calibri"/>
              </a:rPr>
              <a:t>è</a:t>
            </a:r>
            <a:r>
              <a:rPr sz="1400" spc="10" dirty="0">
                <a:latin typeface="Calibri"/>
                <a:cs typeface="Calibri"/>
              </a:rPr>
              <a:t>r</a:t>
            </a:r>
            <a:r>
              <a:rPr sz="1400" dirty="0">
                <a:latin typeface="Calibri"/>
                <a:cs typeface="Calibri"/>
              </a:rPr>
              <a:t>e</a:t>
            </a:r>
            <a:r>
              <a:rPr sz="1400" spc="-114" dirty="0">
                <a:latin typeface="Calibri"/>
                <a:cs typeface="Calibri"/>
              </a:rPr>
              <a:t> </a:t>
            </a:r>
            <a:r>
              <a:rPr sz="1400" spc="-25" dirty="0">
                <a:latin typeface="Calibri"/>
                <a:cs typeface="Calibri"/>
              </a:rPr>
              <a:t>l</a:t>
            </a:r>
            <a:r>
              <a:rPr sz="1400" dirty="0">
                <a:latin typeface="Calibri"/>
                <a:cs typeface="Calibri"/>
              </a:rPr>
              <a:t>es</a:t>
            </a:r>
            <a:r>
              <a:rPr sz="1400" spc="35" dirty="0">
                <a:latin typeface="Calibri"/>
                <a:cs typeface="Calibri"/>
              </a:rPr>
              <a:t> </a:t>
            </a:r>
            <a:r>
              <a:rPr sz="1400" spc="-25" dirty="0">
                <a:latin typeface="Calibri"/>
                <a:cs typeface="Calibri"/>
              </a:rPr>
              <a:t>i</a:t>
            </a:r>
            <a:r>
              <a:rPr sz="1400" spc="-40" dirty="0">
                <a:latin typeface="Calibri"/>
                <a:cs typeface="Calibri"/>
              </a:rPr>
              <a:t>n</a:t>
            </a:r>
            <a:r>
              <a:rPr sz="1400" spc="-30" dirty="0">
                <a:latin typeface="Calibri"/>
                <a:cs typeface="Calibri"/>
              </a:rPr>
              <a:t>f</a:t>
            </a:r>
            <a:r>
              <a:rPr sz="1400" spc="-40" dirty="0">
                <a:latin typeface="Calibri"/>
                <a:cs typeface="Calibri"/>
              </a:rPr>
              <a:t>o</a:t>
            </a:r>
            <a:r>
              <a:rPr sz="1400" dirty="0">
                <a:latin typeface="Calibri"/>
                <a:cs typeface="Calibri"/>
              </a:rPr>
              <a:t>s  </a:t>
            </a:r>
            <a:r>
              <a:rPr sz="1400" spc="-10" dirty="0">
                <a:latin typeface="Calibri"/>
                <a:cs typeface="Calibri"/>
              </a:rPr>
              <a:t>étudiants</a:t>
            </a:r>
            <a:endParaRPr sz="1400">
              <a:latin typeface="Calibri"/>
              <a:cs typeface="Calibri"/>
            </a:endParaRPr>
          </a:p>
        </p:txBody>
      </p:sp>
      <p:grpSp>
        <p:nvGrpSpPr>
          <p:cNvPr id="56" name="object 56"/>
          <p:cNvGrpSpPr/>
          <p:nvPr/>
        </p:nvGrpSpPr>
        <p:grpSpPr>
          <a:xfrm>
            <a:off x="7594600" y="4229100"/>
            <a:ext cx="1854200" cy="685800"/>
            <a:chOff x="7594600" y="4229100"/>
            <a:chExt cx="1854200" cy="685800"/>
          </a:xfrm>
        </p:grpSpPr>
        <p:sp>
          <p:nvSpPr>
            <p:cNvPr id="57" name="object 57"/>
            <p:cNvSpPr/>
            <p:nvPr/>
          </p:nvSpPr>
          <p:spPr>
            <a:xfrm>
              <a:off x="7594600" y="4229100"/>
              <a:ext cx="1841500" cy="673100"/>
            </a:xfrm>
            <a:custGeom>
              <a:avLst/>
              <a:gdLst/>
              <a:ahLst/>
              <a:cxnLst/>
              <a:rect l="l" t="t" r="r" b="b"/>
              <a:pathLst>
                <a:path w="1841500" h="673100">
                  <a:moveTo>
                    <a:pt x="920876" y="0"/>
                  </a:moveTo>
                  <a:lnTo>
                    <a:pt x="852133" y="922"/>
                  </a:lnTo>
                  <a:lnTo>
                    <a:pt x="784764" y="3647"/>
                  </a:lnTo>
                  <a:lnTo>
                    <a:pt x="718949" y="8108"/>
                  </a:lnTo>
                  <a:lnTo>
                    <a:pt x="654864" y="14244"/>
                  </a:lnTo>
                  <a:lnTo>
                    <a:pt x="592687" y="21986"/>
                  </a:lnTo>
                  <a:lnTo>
                    <a:pt x="532597" y="31272"/>
                  </a:lnTo>
                  <a:lnTo>
                    <a:pt x="474771" y="42038"/>
                  </a:lnTo>
                  <a:lnTo>
                    <a:pt x="419387" y="54216"/>
                  </a:lnTo>
                  <a:lnTo>
                    <a:pt x="366623" y="67744"/>
                  </a:lnTo>
                  <a:lnTo>
                    <a:pt x="316657" y="82556"/>
                  </a:lnTo>
                  <a:lnTo>
                    <a:pt x="269666" y="98587"/>
                  </a:lnTo>
                  <a:lnTo>
                    <a:pt x="225827" y="115774"/>
                  </a:lnTo>
                  <a:lnTo>
                    <a:pt x="185322" y="134052"/>
                  </a:lnTo>
                  <a:lnTo>
                    <a:pt x="148323" y="153355"/>
                  </a:lnTo>
                  <a:lnTo>
                    <a:pt x="115012" y="173617"/>
                  </a:lnTo>
                  <a:lnTo>
                    <a:pt x="60161" y="216767"/>
                  </a:lnTo>
                  <a:lnTo>
                    <a:pt x="22190" y="262986"/>
                  </a:lnTo>
                  <a:lnTo>
                    <a:pt x="2524" y="311753"/>
                  </a:lnTo>
                  <a:lnTo>
                    <a:pt x="0" y="336929"/>
                  </a:lnTo>
                  <a:lnTo>
                    <a:pt x="2524" y="362008"/>
                  </a:lnTo>
                  <a:lnTo>
                    <a:pt x="22190" y="410603"/>
                  </a:lnTo>
                  <a:lnTo>
                    <a:pt x="60161" y="456681"/>
                  </a:lnTo>
                  <a:lnTo>
                    <a:pt x="115012" y="499722"/>
                  </a:lnTo>
                  <a:lnTo>
                    <a:pt x="148323" y="519940"/>
                  </a:lnTo>
                  <a:lnTo>
                    <a:pt x="185322" y="539205"/>
                  </a:lnTo>
                  <a:lnTo>
                    <a:pt x="225827" y="557448"/>
                  </a:lnTo>
                  <a:lnTo>
                    <a:pt x="269666" y="574606"/>
                  </a:lnTo>
                  <a:lnTo>
                    <a:pt x="316657" y="590614"/>
                  </a:lnTo>
                  <a:lnTo>
                    <a:pt x="366623" y="605406"/>
                  </a:lnTo>
                  <a:lnTo>
                    <a:pt x="419387" y="618919"/>
                  </a:lnTo>
                  <a:lnTo>
                    <a:pt x="474771" y="631085"/>
                  </a:lnTo>
                  <a:lnTo>
                    <a:pt x="532597" y="641841"/>
                  </a:lnTo>
                  <a:lnTo>
                    <a:pt x="592687" y="651121"/>
                  </a:lnTo>
                  <a:lnTo>
                    <a:pt x="654864" y="658859"/>
                  </a:lnTo>
                  <a:lnTo>
                    <a:pt x="718949" y="664992"/>
                  </a:lnTo>
                  <a:lnTo>
                    <a:pt x="784764" y="669452"/>
                  </a:lnTo>
                  <a:lnTo>
                    <a:pt x="852133" y="672176"/>
                  </a:lnTo>
                  <a:lnTo>
                    <a:pt x="920876" y="673098"/>
                  </a:lnTo>
                  <a:lnTo>
                    <a:pt x="989520" y="672176"/>
                  </a:lnTo>
                  <a:lnTo>
                    <a:pt x="1056798" y="669452"/>
                  </a:lnTo>
                  <a:lnTo>
                    <a:pt x="1122532" y="664992"/>
                  </a:lnTo>
                  <a:lnTo>
                    <a:pt x="1186544" y="658859"/>
                  </a:lnTo>
                  <a:lnTo>
                    <a:pt x="1248656" y="651121"/>
                  </a:lnTo>
                  <a:lnTo>
                    <a:pt x="1308688" y="641841"/>
                  </a:lnTo>
                  <a:lnTo>
                    <a:pt x="1366462" y="631085"/>
                  </a:lnTo>
                  <a:lnTo>
                    <a:pt x="1421800" y="618919"/>
                  </a:lnTo>
                  <a:lnTo>
                    <a:pt x="1474525" y="605406"/>
                  </a:lnTo>
                  <a:lnTo>
                    <a:pt x="1524459" y="590614"/>
                  </a:lnTo>
                  <a:lnTo>
                    <a:pt x="1571423" y="574606"/>
                  </a:lnTo>
                  <a:lnTo>
                    <a:pt x="1615236" y="557448"/>
                  </a:lnTo>
                  <a:lnTo>
                    <a:pt x="1655724" y="539205"/>
                  </a:lnTo>
                  <a:lnTo>
                    <a:pt x="1692705" y="519940"/>
                  </a:lnTo>
                  <a:lnTo>
                    <a:pt x="1726004" y="499722"/>
                  </a:lnTo>
                  <a:lnTo>
                    <a:pt x="1780840" y="456681"/>
                  </a:lnTo>
                  <a:lnTo>
                    <a:pt x="1818803" y="410603"/>
                  </a:lnTo>
                  <a:lnTo>
                    <a:pt x="1838468" y="362008"/>
                  </a:lnTo>
                  <a:lnTo>
                    <a:pt x="1840993" y="336929"/>
                  </a:lnTo>
                  <a:lnTo>
                    <a:pt x="1831013" y="287082"/>
                  </a:lnTo>
                  <a:lnTo>
                    <a:pt x="1802020" y="239525"/>
                  </a:lnTo>
                  <a:lnTo>
                    <a:pt x="1755443" y="194777"/>
                  </a:lnTo>
                  <a:lnTo>
                    <a:pt x="1692705" y="153355"/>
                  </a:lnTo>
                  <a:lnTo>
                    <a:pt x="1655724" y="134052"/>
                  </a:lnTo>
                  <a:lnTo>
                    <a:pt x="1615236" y="115774"/>
                  </a:lnTo>
                  <a:lnTo>
                    <a:pt x="1571421" y="98587"/>
                  </a:lnTo>
                  <a:lnTo>
                    <a:pt x="1524459" y="82556"/>
                  </a:lnTo>
                  <a:lnTo>
                    <a:pt x="1474525" y="67744"/>
                  </a:lnTo>
                  <a:lnTo>
                    <a:pt x="1421800" y="54216"/>
                  </a:lnTo>
                  <a:lnTo>
                    <a:pt x="1366462" y="42038"/>
                  </a:lnTo>
                  <a:lnTo>
                    <a:pt x="1308688" y="31272"/>
                  </a:lnTo>
                  <a:lnTo>
                    <a:pt x="1248656" y="21986"/>
                  </a:lnTo>
                  <a:lnTo>
                    <a:pt x="1186544" y="14244"/>
                  </a:lnTo>
                  <a:lnTo>
                    <a:pt x="1122532" y="8108"/>
                  </a:lnTo>
                  <a:lnTo>
                    <a:pt x="1056798" y="3647"/>
                  </a:lnTo>
                  <a:lnTo>
                    <a:pt x="989520" y="922"/>
                  </a:lnTo>
                  <a:lnTo>
                    <a:pt x="920876" y="0"/>
                  </a:lnTo>
                  <a:close/>
                </a:path>
              </a:pathLst>
            </a:custGeom>
            <a:solidFill>
              <a:srgbClr val="FFFFCC"/>
            </a:solidFill>
          </p:spPr>
          <p:txBody>
            <a:bodyPr wrap="square" lIns="0" tIns="0" rIns="0" bIns="0" rtlCol="0"/>
            <a:lstStyle/>
            <a:p>
              <a:endParaRPr/>
            </a:p>
          </p:txBody>
        </p:sp>
        <p:sp>
          <p:nvSpPr>
            <p:cNvPr id="58" name="object 58"/>
            <p:cNvSpPr/>
            <p:nvPr/>
          </p:nvSpPr>
          <p:spPr>
            <a:xfrm>
              <a:off x="7594600" y="4229099"/>
              <a:ext cx="1854200" cy="685800"/>
            </a:xfrm>
            <a:custGeom>
              <a:avLst/>
              <a:gdLst/>
              <a:ahLst/>
              <a:cxnLst/>
              <a:rect l="l" t="t" r="r" b="b"/>
              <a:pathLst>
                <a:path w="1854200" h="685800">
                  <a:moveTo>
                    <a:pt x="1853946" y="341960"/>
                  </a:moveTo>
                  <a:lnTo>
                    <a:pt x="1842541" y="287997"/>
                  </a:lnTo>
                  <a:lnTo>
                    <a:pt x="1841017" y="285432"/>
                  </a:lnTo>
                  <a:lnTo>
                    <a:pt x="1841017" y="342709"/>
                  </a:lnTo>
                  <a:lnTo>
                    <a:pt x="1839493" y="359435"/>
                  </a:lnTo>
                  <a:lnTo>
                    <a:pt x="1798002" y="441134"/>
                  </a:lnTo>
                  <a:lnTo>
                    <a:pt x="1768830" y="470319"/>
                  </a:lnTo>
                  <a:lnTo>
                    <a:pt x="1733981" y="497154"/>
                  </a:lnTo>
                  <a:lnTo>
                    <a:pt x="1694180" y="521716"/>
                  </a:lnTo>
                  <a:lnTo>
                    <a:pt x="1650149" y="544093"/>
                  </a:lnTo>
                  <a:lnTo>
                    <a:pt x="1602600" y="564337"/>
                  </a:lnTo>
                  <a:lnTo>
                    <a:pt x="1552270" y="582561"/>
                  </a:lnTo>
                  <a:lnTo>
                    <a:pt x="1499857" y="598817"/>
                  </a:lnTo>
                  <a:lnTo>
                    <a:pt x="1446110" y="613194"/>
                  </a:lnTo>
                  <a:lnTo>
                    <a:pt x="1391729" y="625767"/>
                  </a:lnTo>
                  <a:lnTo>
                    <a:pt x="1337386" y="636638"/>
                  </a:lnTo>
                  <a:lnTo>
                    <a:pt x="1283728" y="645871"/>
                  </a:lnTo>
                  <a:lnTo>
                    <a:pt x="1231646" y="653529"/>
                  </a:lnTo>
                  <a:lnTo>
                    <a:pt x="1181862" y="659688"/>
                  </a:lnTo>
                  <a:lnTo>
                    <a:pt x="1135126" y="664438"/>
                  </a:lnTo>
                  <a:lnTo>
                    <a:pt x="1092581" y="667816"/>
                  </a:lnTo>
                  <a:lnTo>
                    <a:pt x="1053706" y="670001"/>
                  </a:lnTo>
                  <a:lnTo>
                    <a:pt x="926973" y="672503"/>
                  </a:lnTo>
                  <a:lnTo>
                    <a:pt x="890968" y="672693"/>
                  </a:lnTo>
                  <a:lnTo>
                    <a:pt x="850798" y="671906"/>
                  </a:lnTo>
                  <a:lnTo>
                    <a:pt x="806996" y="670102"/>
                  </a:lnTo>
                  <a:lnTo>
                    <a:pt x="760095" y="667181"/>
                  </a:lnTo>
                  <a:lnTo>
                    <a:pt x="710653" y="663067"/>
                  </a:lnTo>
                  <a:lnTo>
                    <a:pt x="659193" y="657694"/>
                  </a:lnTo>
                  <a:lnTo>
                    <a:pt x="606272" y="650976"/>
                  </a:lnTo>
                  <a:lnTo>
                    <a:pt x="552424" y="642848"/>
                  </a:lnTo>
                  <a:lnTo>
                    <a:pt x="498182" y="633209"/>
                  </a:lnTo>
                  <a:lnTo>
                    <a:pt x="444093" y="622007"/>
                  </a:lnTo>
                  <a:lnTo>
                    <a:pt x="390690" y="609155"/>
                  </a:lnTo>
                  <a:lnTo>
                    <a:pt x="338531" y="594575"/>
                  </a:lnTo>
                  <a:lnTo>
                    <a:pt x="288137" y="578192"/>
                  </a:lnTo>
                  <a:lnTo>
                    <a:pt x="240055" y="559930"/>
                  </a:lnTo>
                  <a:lnTo>
                    <a:pt x="194830" y="539711"/>
                  </a:lnTo>
                  <a:lnTo>
                    <a:pt x="152996" y="517448"/>
                  </a:lnTo>
                  <a:lnTo>
                    <a:pt x="115100" y="493090"/>
                  </a:lnTo>
                  <a:lnTo>
                    <a:pt x="81673" y="466534"/>
                  </a:lnTo>
                  <a:lnTo>
                    <a:pt x="53263" y="437705"/>
                  </a:lnTo>
                  <a:lnTo>
                    <a:pt x="30416" y="406552"/>
                  </a:lnTo>
                  <a:lnTo>
                    <a:pt x="13677" y="358673"/>
                  </a:lnTo>
                  <a:lnTo>
                    <a:pt x="12915" y="341960"/>
                  </a:lnTo>
                  <a:lnTo>
                    <a:pt x="13677" y="325234"/>
                  </a:lnTo>
                  <a:lnTo>
                    <a:pt x="41567" y="261823"/>
                  </a:lnTo>
                  <a:lnTo>
                    <a:pt x="66154" y="232575"/>
                  </a:lnTo>
                  <a:lnTo>
                    <a:pt x="96037" y="205511"/>
                  </a:lnTo>
                  <a:lnTo>
                    <a:pt x="130683" y="180543"/>
                  </a:lnTo>
                  <a:lnTo>
                    <a:pt x="169545" y="157619"/>
                  </a:lnTo>
                  <a:lnTo>
                    <a:pt x="212090" y="136677"/>
                  </a:lnTo>
                  <a:lnTo>
                    <a:pt x="257784" y="117627"/>
                  </a:lnTo>
                  <a:lnTo>
                    <a:pt x="306082" y="100418"/>
                  </a:lnTo>
                  <a:lnTo>
                    <a:pt x="356450" y="84963"/>
                  </a:lnTo>
                  <a:lnTo>
                    <a:pt x="408355" y="71208"/>
                  </a:lnTo>
                  <a:lnTo>
                    <a:pt x="461264" y="59093"/>
                  </a:lnTo>
                  <a:lnTo>
                    <a:pt x="514616" y="48526"/>
                  </a:lnTo>
                  <a:lnTo>
                    <a:pt x="567905" y="39446"/>
                  </a:lnTo>
                  <a:lnTo>
                    <a:pt x="620572" y="31788"/>
                  </a:lnTo>
                  <a:lnTo>
                    <a:pt x="672096" y="25476"/>
                  </a:lnTo>
                  <a:lnTo>
                    <a:pt x="721931" y="20459"/>
                  </a:lnTo>
                  <a:lnTo>
                    <a:pt x="769531" y="16649"/>
                  </a:lnTo>
                  <a:lnTo>
                    <a:pt x="814374" y="13982"/>
                  </a:lnTo>
                  <a:lnTo>
                    <a:pt x="855929" y="12395"/>
                  </a:lnTo>
                  <a:lnTo>
                    <a:pt x="897636" y="11849"/>
                  </a:lnTo>
                  <a:lnTo>
                    <a:pt x="1021257" y="13703"/>
                  </a:lnTo>
                  <a:lnTo>
                    <a:pt x="1092581" y="16764"/>
                  </a:lnTo>
                  <a:lnTo>
                    <a:pt x="1135595" y="20193"/>
                  </a:lnTo>
                  <a:lnTo>
                    <a:pt x="1182319" y="24968"/>
                  </a:lnTo>
                  <a:lnTo>
                    <a:pt x="1232014" y="31165"/>
                  </a:lnTo>
                  <a:lnTo>
                    <a:pt x="1283957" y="38862"/>
                  </a:lnTo>
                  <a:lnTo>
                    <a:pt x="1337437" y="48120"/>
                  </a:lnTo>
                  <a:lnTo>
                    <a:pt x="1391881" y="59055"/>
                  </a:lnTo>
                  <a:lnTo>
                    <a:pt x="1446479" y="71729"/>
                  </a:lnTo>
                  <a:lnTo>
                    <a:pt x="1500441" y="86220"/>
                  </a:lnTo>
                  <a:lnTo>
                    <a:pt x="1553044" y="102577"/>
                  </a:lnTo>
                  <a:lnTo>
                    <a:pt x="1603540" y="120891"/>
                  </a:lnTo>
                  <a:lnTo>
                    <a:pt x="1651190" y="141236"/>
                  </a:lnTo>
                  <a:lnTo>
                    <a:pt x="1695284" y="163677"/>
                  </a:lnTo>
                  <a:lnTo>
                    <a:pt x="1735061" y="188302"/>
                  </a:lnTo>
                  <a:lnTo>
                    <a:pt x="1769808" y="215176"/>
                  </a:lnTo>
                  <a:lnTo>
                    <a:pt x="1798777" y="244373"/>
                  </a:lnTo>
                  <a:lnTo>
                    <a:pt x="1821230" y="275971"/>
                  </a:lnTo>
                  <a:lnTo>
                    <a:pt x="1840255" y="325996"/>
                  </a:lnTo>
                  <a:lnTo>
                    <a:pt x="1841017" y="342709"/>
                  </a:lnTo>
                  <a:lnTo>
                    <a:pt x="1841017" y="285432"/>
                  </a:lnTo>
                  <a:lnTo>
                    <a:pt x="1797786" y="224980"/>
                  </a:lnTo>
                  <a:lnTo>
                    <a:pt x="1767027" y="196964"/>
                  </a:lnTo>
                  <a:lnTo>
                    <a:pt x="1731441" y="171157"/>
                  </a:lnTo>
                  <a:lnTo>
                    <a:pt x="1691601" y="147523"/>
                  </a:lnTo>
                  <a:lnTo>
                    <a:pt x="1648079" y="125945"/>
                  </a:lnTo>
                  <a:lnTo>
                    <a:pt x="1601457" y="106375"/>
                  </a:lnTo>
                  <a:lnTo>
                    <a:pt x="1552270" y="88722"/>
                  </a:lnTo>
                  <a:lnTo>
                    <a:pt x="1501203" y="72948"/>
                  </a:lnTo>
                  <a:lnTo>
                    <a:pt x="1448714" y="58940"/>
                  </a:lnTo>
                  <a:lnTo>
                    <a:pt x="1395412" y="46621"/>
                  </a:lnTo>
                  <a:lnTo>
                    <a:pt x="1341882" y="35941"/>
                  </a:lnTo>
                  <a:lnTo>
                    <a:pt x="1288694" y="26797"/>
                  </a:lnTo>
                  <a:lnTo>
                    <a:pt x="1236408" y="19138"/>
                  </a:lnTo>
                  <a:lnTo>
                    <a:pt x="1185621" y="12890"/>
                  </a:lnTo>
                  <a:lnTo>
                    <a:pt x="1136904" y="7962"/>
                  </a:lnTo>
                  <a:lnTo>
                    <a:pt x="1090815" y="4279"/>
                  </a:lnTo>
                  <a:lnTo>
                    <a:pt x="1047940" y="1778"/>
                  </a:lnTo>
                  <a:lnTo>
                    <a:pt x="1008849" y="381"/>
                  </a:lnTo>
                  <a:lnTo>
                    <a:pt x="974115" y="0"/>
                  </a:lnTo>
                  <a:lnTo>
                    <a:pt x="879055" y="0"/>
                  </a:lnTo>
                  <a:lnTo>
                    <a:pt x="805408" y="1816"/>
                  </a:lnTo>
                  <a:lnTo>
                    <a:pt x="762558" y="4330"/>
                  </a:lnTo>
                  <a:lnTo>
                    <a:pt x="716483" y="8013"/>
                  </a:lnTo>
                  <a:lnTo>
                    <a:pt x="667727" y="12941"/>
                  </a:lnTo>
                  <a:lnTo>
                    <a:pt x="616902" y="19202"/>
                  </a:lnTo>
                  <a:lnTo>
                    <a:pt x="564578" y="26860"/>
                  </a:lnTo>
                  <a:lnTo>
                    <a:pt x="511327" y="35991"/>
                  </a:lnTo>
                  <a:lnTo>
                    <a:pt x="457733" y="46685"/>
                  </a:lnTo>
                  <a:lnTo>
                    <a:pt x="404380" y="59004"/>
                  </a:lnTo>
                  <a:lnTo>
                    <a:pt x="351840" y="73037"/>
                  </a:lnTo>
                  <a:lnTo>
                    <a:pt x="300697" y="88849"/>
                  </a:lnTo>
                  <a:lnTo>
                    <a:pt x="251536" y="106527"/>
                  </a:lnTo>
                  <a:lnTo>
                    <a:pt x="204927" y="126136"/>
                  </a:lnTo>
                  <a:lnTo>
                    <a:pt x="161455" y="147764"/>
                  </a:lnTo>
                  <a:lnTo>
                    <a:pt x="121691" y="171475"/>
                  </a:lnTo>
                  <a:lnTo>
                    <a:pt x="86233" y="197358"/>
                  </a:lnTo>
                  <a:lnTo>
                    <a:pt x="55638" y="225475"/>
                  </a:lnTo>
                  <a:lnTo>
                    <a:pt x="30505" y="255930"/>
                  </a:lnTo>
                  <a:lnTo>
                    <a:pt x="5321" y="306997"/>
                  </a:lnTo>
                  <a:lnTo>
                    <a:pt x="0" y="342722"/>
                  </a:lnTo>
                  <a:lnTo>
                    <a:pt x="1511" y="360959"/>
                  </a:lnTo>
                  <a:lnTo>
                    <a:pt x="12915" y="399707"/>
                  </a:lnTo>
                  <a:lnTo>
                    <a:pt x="42735" y="444893"/>
                  </a:lnTo>
                  <a:lnTo>
                    <a:pt x="71132" y="474065"/>
                  </a:lnTo>
                  <a:lnTo>
                    <a:pt x="104444" y="500989"/>
                  </a:lnTo>
                  <a:lnTo>
                    <a:pt x="142176" y="525741"/>
                  </a:lnTo>
                  <a:lnTo>
                    <a:pt x="183819" y="548386"/>
                  </a:lnTo>
                  <a:lnTo>
                    <a:pt x="228879" y="569010"/>
                  </a:lnTo>
                  <a:lnTo>
                    <a:pt x="276860" y="587667"/>
                  </a:lnTo>
                  <a:lnTo>
                    <a:pt x="327253" y="604431"/>
                  </a:lnTo>
                  <a:lnTo>
                    <a:pt x="379564" y="619404"/>
                  </a:lnTo>
                  <a:lnTo>
                    <a:pt x="433273" y="632625"/>
                  </a:lnTo>
                  <a:lnTo>
                    <a:pt x="487908" y="644194"/>
                  </a:lnTo>
                  <a:lnTo>
                    <a:pt x="542950" y="654177"/>
                  </a:lnTo>
                  <a:lnTo>
                    <a:pt x="597903" y="662635"/>
                  </a:lnTo>
                  <a:lnTo>
                    <a:pt x="652259" y="669658"/>
                  </a:lnTo>
                  <a:lnTo>
                    <a:pt x="705523" y="675322"/>
                  </a:lnTo>
                  <a:lnTo>
                    <a:pt x="757186" y="679678"/>
                  </a:lnTo>
                  <a:lnTo>
                    <a:pt x="806996" y="682828"/>
                  </a:lnTo>
                  <a:lnTo>
                    <a:pt x="853757" y="684822"/>
                  </a:lnTo>
                  <a:lnTo>
                    <a:pt x="893635" y="685660"/>
                  </a:lnTo>
                  <a:lnTo>
                    <a:pt x="937920" y="685673"/>
                  </a:lnTo>
                  <a:lnTo>
                    <a:pt x="1021257" y="683145"/>
                  </a:lnTo>
                  <a:lnTo>
                    <a:pt x="1067650" y="680872"/>
                  </a:lnTo>
                  <a:lnTo>
                    <a:pt x="1098105" y="679754"/>
                  </a:lnTo>
                  <a:lnTo>
                    <a:pt x="1173111" y="673811"/>
                  </a:lnTo>
                  <a:lnTo>
                    <a:pt x="1216342" y="668845"/>
                  </a:lnTo>
                  <a:lnTo>
                    <a:pt x="1262507" y="662495"/>
                  </a:lnTo>
                  <a:lnTo>
                    <a:pt x="1310919" y="654697"/>
                  </a:lnTo>
                  <a:lnTo>
                    <a:pt x="1360919" y="645375"/>
                  </a:lnTo>
                  <a:lnTo>
                    <a:pt x="1411859" y="634479"/>
                  </a:lnTo>
                  <a:lnTo>
                    <a:pt x="1463040" y="621969"/>
                  </a:lnTo>
                  <a:lnTo>
                    <a:pt x="1513827" y="607758"/>
                  </a:lnTo>
                  <a:lnTo>
                    <a:pt x="1563522" y="591807"/>
                  </a:lnTo>
                  <a:lnTo>
                    <a:pt x="1611490" y="574052"/>
                  </a:lnTo>
                  <a:lnTo>
                    <a:pt x="1657032" y="554443"/>
                  </a:lnTo>
                  <a:lnTo>
                    <a:pt x="1699514" y="532917"/>
                  </a:lnTo>
                  <a:lnTo>
                    <a:pt x="1738249" y="509409"/>
                  </a:lnTo>
                  <a:lnTo>
                    <a:pt x="1772564" y="483857"/>
                  </a:lnTo>
                  <a:lnTo>
                    <a:pt x="1801812" y="456234"/>
                  </a:lnTo>
                  <a:lnTo>
                    <a:pt x="1841017" y="397065"/>
                  </a:lnTo>
                  <a:lnTo>
                    <a:pt x="1852422" y="360197"/>
                  </a:lnTo>
                  <a:lnTo>
                    <a:pt x="1853946" y="341960"/>
                  </a:lnTo>
                  <a:close/>
                </a:path>
              </a:pathLst>
            </a:custGeom>
            <a:solidFill>
              <a:srgbClr val="990033"/>
            </a:solidFill>
          </p:spPr>
          <p:txBody>
            <a:bodyPr wrap="square" lIns="0" tIns="0" rIns="0" bIns="0" rtlCol="0"/>
            <a:lstStyle/>
            <a:p>
              <a:endParaRPr/>
            </a:p>
          </p:txBody>
        </p:sp>
      </p:grpSp>
      <p:sp>
        <p:nvSpPr>
          <p:cNvPr id="59" name="object 59"/>
          <p:cNvSpPr txBox="1"/>
          <p:nvPr/>
        </p:nvSpPr>
        <p:spPr>
          <a:xfrm>
            <a:off x="7839595" y="4426053"/>
            <a:ext cx="1314450" cy="238760"/>
          </a:xfrm>
          <a:prstGeom prst="rect">
            <a:avLst/>
          </a:prstGeom>
        </p:spPr>
        <p:txBody>
          <a:bodyPr vert="horz" wrap="square" lIns="0" tIns="12700" rIns="0" bIns="0" rtlCol="0">
            <a:spAutoFit/>
          </a:bodyPr>
          <a:lstStyle/>
          <a:p>
            <a:pPr marL="12700">
              <a:lnSpc>
                <a:spcPct val="100000"/>
              </a:lnSpc>
              <a:spcBef>
                <a:spcPts val="100"/>
              </a:spcBef>
            </a:pPr>
            <a:r>
              <a:rPr sz="1400" spc="-45" dirty="0">
                <a:latin typeface="Calibri"/>
                <a:cs typeface="Calibri"/>
              </a:rPr>
              <a:t>F</a:t>
            </a:r>
            <a:r>
              <a:rPr sz="1400" dirty="0">
                <a:latin typeface="Calibri"/>
                <a:cs typeface="Calibri"/>
              </a:rPr>
              <a:t>e</a:t>
            </a:r>
            <a:r>
              <a:rPr sz="1400" spc="10" dirty="0">
                <a:latin typeface="Calibri"/>
                <a:cs typeface="Calibri"/>
              </a:rPr>
              <a:t>r</a:t>
            </a:r>
            <a:r>
              <a:rPr sz="1400" spc="-20" dirty="0">
                <a:latin typeface="Calibri"/>
                <a:cs typeface="Calibri"/>
              </a:rPr>
              <a:t>m</a:t>
            </a:r>
            <a:r>
              <a:rPr sz="1400" dirty="0">
                <a:latin typeface="Calibri"/>
                <a:cs typeface="Calibri"/>
              </a:rPr>
              <a:t>e</a:t>
            </a:r>
            <a:r>
              <a:rPr sz="1400" spc="-114" dirty="0">
                <a:latin typeface="Calibri"/>
                <a:cs typeface="Calibri"/>
              </a:rPr>
              <a:t> </a:t>
            </a:r>
            <a:r>
              <a:rPr sz="1400" spc="-25" dirty="0">
                <a:latin typeface="Calibri"/>
                <a:cs typeface="Calibri"/>
              </a:rPr>
              <a:t>i</a:t>
            </a:r>
            <a:r>
              <a:rPr sz="1400" spc="-40" dirty="0">
                <a:latin typeface="Calibri"/>
                <a:cs typeface="Calibri"/>
              </a:rPr>
              <a:t>n</a:t>
            </a:r>
            <a:r>
              <a:rPr sz="1400" spc="-50" dirty="0">
                <a:latin typeface="Calibri"/>
                <a:cs typeface="Calibri"/>
              </a:rPr>
              <a:t>s</a:t>
            </a:r>
            <a:r>
              <a:rPr sz="1400" spc="5" dirty="0">
                <a:latin typeface="Calibri"/>
                <a:cs typeface="Calibri"/>
              </a:rPr>
              <a:t>c</a:t>
            </a:r>
            <a:r>
              <a:rPr sz="1400" spc="10" dirty="0">
                <a:latin typeface="Calibri"/>
                <a:cs typeface="Calibri"/>
              </a:rPr>
              <a:t>r</a:t>
            </a:r>
            <a:r>
              <a:rPr sz="1400" spc="-25" dirty="0">
                <a:latin typeface="Calibri"/>
                <a:cs typeface="Calibri"/>
              </a:rPr>
              <a:t>i</a:t>
            </a:r>
            <a:r>
              <a:rPr sz="1400" spc="-40" dirty="0">
                <a:latin typeface="Calibri"/>
                <a:cs typeface="Calibri"/>
              </a:rPr>
              <a:t>p</a:t>
            </a:r>
            <a:r>
              <a:rPr sz="1400" spc="30" dirty="0">
                <a:latin typeface="Calibri"/>
                <a:cs typeface="Calibri"/>
              </a:rPr>
              <a:t>t</a:t>
            </a:r>
            <a:r>
              <a:rPr sz="1400" spc="-25" dirty="0">
                <a:latin typeface="Calibri"/>
                <a:cs typeface="Calibri"/>
              </a:rPr>
              <a:t>i</a:t>
            </a:r>
            <a:r>
              <a:rPr sz="1400" spc="-40" dirty="0">
                <a:latin typeface="Calibri"/>
                <a:cs typeface="Calibri"/>
              </a:rPr>
              <a:t>on</a:t>
            </a:r>
            <a:r>
              <a:rPr sz="1400" dirty="0">
                <a:latin typeface="Calibri"/>
                <a:cs typeface="Calibri"/>
              </a:rPr>
              <a:t>s</a:t>
            </a:r>
          </a:p>
        </p:txBody>
      </p:sp>
      <p:grpSp>
        <p:nvGrpSpPr>
          <p:cNvPr id="60" name="object 60"/>
          <p:cNvGrpSpPr/>
          <p:nvPr/>
        </p:nvGrpSpPr>
        <p:grpSpPr>
          <a:xfrm>
            <a:off x="2057400" y="1739900"/>
            <a:ext cx="5727700" cy="3568700"/>
            <a:chOff x="2057400" y="1739900"/>
            <a:chExt cx="5727700" cy="3568700"/>
          </a:xfrm>
        </p:grpSpPr>
        <p:sp>
          <p:nvSpPr>
            <p:cNvPr id="61" name="object 61"/>
            <p:cNvSpPr/>
            <p:nvPr/>
          </p:nvSpPr>
          <p:spPr>
            <a:xfrm>
              <a:off x="4686300" y="1765299"/>
              <a:ext cx="2856865" cy="2540000"/>
            </a:xfrm>
            <a:custGeom>
              <a:avLst/>
              <a:gdLst/>
              <a:ahLst/>
              <a:cxnLst/>
              <a:rect l="l" t="t" r="r" b="b"/>
              <a:pathLst>
                <a:path w="2856865" h="2540000">
                  <a:moveTo>
                    <a:pt x="1244092" y="11442"/>
                  </a:moveTo>
                  <a:lnTo>
                    <a:pt x="1238021" y="0"/>
                  </a:lnTo>
                  <a:lnTo>
                    <a:pt x="38100" y="598043"/>
                  </a:lnTo>
                  <a:lnTo>
                    <a:pt x="43395" y="609485"/>
                  </a:lnTo>
                  <a:lnTo>
                    <a:pt x="1244092" y="11442"/>
                  </a:lnTo>
                  <a:close/>
                </a:path>
                <a:path w="2856865" h="2540000">
                  <a:moveTo>
                    <a:pt x="1244219" y="603783"/>
                  </a:moveTo>
                  <a:lnTo>
                    <a:pt x="1233639" y="596900"/>
                  </a:lnTo>
                  <a:lnTo>
                    <a:pt x="0" y="2532748"/>
                  </a:lnTo>
                  <a:lnTo>
                    <a:pt x="10566" y="2539619"/>
                  </a:lnTo>
                  <a:lnTo>
                    <a:pt x="1244219" y="603783"/>
                  </a:lnTo>
                  <a:close/>
                </a:path>
                <a:path w="2856865" h="2540000">
                  <a:moveTo>
                    <a:pt x="2856623" y="1718945"/>
                  </a:moveTo>
                  <a:lnTo>
                    <a:pt x="2844901" y="1712760"/>
                  </a:lnTo>
                  <a:lnTo>
                    <a:pt x="2006600" y="1725841"/>
                  </a:lnTo>
                  <a:lnTo>
                    <a:pt x="2006600" y="1737817"/>
                  </a:lnTo>
                  <a:lnTo>
                    <a:pt x="2845117" y="1725460"/>
                  </a:lnTo>
                  <a:lnTo>
                    <a:pt x="2856623" y="1718945"/>
                  </a:lnTo>
                  <a:close/>
                </a:path>
              </a:pathLst>
            </a:custGeom>
            <a:solidFill>
              <a:srgbClr val="000000"/>
            </a:solidFill>
          </p:spPr>
          <p:txBody>
            <a:bodyPr wrap="square" lIns="0" tIns="0" rIns="0" bIns="0" rtlCol="0"/>
            <a:lstStyle/>
            <a:p>
              <a:endParaRPr/>
            </a:p>
          </p:txBody>
        </p:sp>
        <p:pic>
          <p:nvPicPr>
            <p:cNvPr id="62" name="object 62"/>
            <p:cNvPicPr/>
            <p:nvPr/>
          </p:nvPicPr>
          <p:blipFill>
            <a:blip r:embed="rId4" cstate="print"/>
            <a:stretch>
              <a:fillRect/>
            </a:stretch>
          </p:blipFill>
          <p:spPr>
            <a:xfrm>
              <a:off x="7433564" y="3416300"/>
              <a:ext cx="135635" cy="139202"/>
            </a:xfrm>
            <a:prstGeom prst="rect">
              <a:avLst/>
            </a:prstGeom>
          </p:spPr>
        </p:pic>
        <p:sp>
          <p:nvSpPr>
            <p:cNvPr id="63" name="object 63"/>
            <p:cNvSpPr/>
            <p:nvPr/>
          </p:nvSpPr>
          <p:spPr>
            <a:xfrm>
              <a:off x="6692900" y="4800600"/>
              <a:ext cx="1092200" cy="508000"/>
            </a:xfrm>
            <a:custGeom>
              <a:avLst/>
              <a:gdLst/>
              <a:ahLst/>
              <a:cxnLst/>
              <a:rect l="l" t="t" r="r" b="b"/>
              <a:pathLst>
                <a:path w="1092200" h="508000">
                  <a:moveTo>
                    <a:pt x="1086891" y="0"/>
                  </a:moveTo>
                  <a:lnTo>
                    <a:pt x="0" y="496517"/>
                  </a:lnTo>
                  <a:lnTo>
                    <a:pt x="5308" y="507751"/>
                  </a:lnTo>
                  <a:lnTo>
                    <a:pt x="1092200" y="11231"/>
                  </a:lnTo>
                  <a:lnTo>
                    <a:pt x="1086891" y="0"/>
                  </a:lnTo>
                  <a:close/>
                </a:path>
              </a:pathLst>
            </a:custGeom>
            <a:solidFill>
              <a:srgbClr val="000000"/>
            </a:solidFill>
          </p:spPr>
          <p:txBody>
            <a:bodyPr wrap="square" lIns="0" tIns="0" rIns="0" bIns="0" rtlCol="0"/>
            <a:lstStyle/>
            <a:p>
              <a:endParaRPr/>
            </a:p>
          </p:txBody>
        </p:sp>
        <p:pic>
          <p:nvPicPr>
            <p:cNvPr id="64" name="object 64"/>
            <p:cNvPicPr/>
            <p:nvPr/>
          </p:nvPicPr>
          <p:blipFill>
            <a:blip r:embed="rId5" cstate="print"/>
            <a:stretch>
              <a:fillRect/>
            </a:stretch>
          </p:blipFill>
          <p:spPr>
            <a:xfrm>
              <a:off x="4800600" y="3429000"/>
              <a:ext cx="134112" cy="139200"/>
            </a:xfrm>
            <a:prstGeom prst="rect">
              <a:avLst/>
            </a:prstGeom>
          </p:spPr>
        </p:pic>
        <p:sp>
          <p:nvSpPr>
            <p:cNvPr id="65" name="object 65"/>
            <p:cNvSpPr/>
            <p:nvPr/>
          </p:nvSpPr>
          <p:spPr>
            <a:xfrm>
              <a:off x="2057400" y="1754644"/>
              <a:ext cx="3949700" cy="1750695"/>
            </a:xfrm>
            <a:custGeom>
              <a:avLst/>
              <a:gdLst/>
              <a:ahLst/>
              <a:cxnLst/>
              <a:rect l="l" t="t" r="r" b="b"/>
              <a:pathLst>
                <a:path w="3949700" h="1750695">
                  <a:moveTo>
                    <a:pt x="917663" y="0"/>
                  </a:moveTo>
                  <a:lnTo>
                    <a:pt x="905205" y="965"/>
                  </a:lnTo>
                  <a:lnTo>
                    <a:pt x="0" y="609346"/>
                  </a:lnTo>
                  <a:lnTo>
                    <a:pt x="6819" y="620128"/>
                  </a:lnTo>
                  <a:lnTo>
                    <a:pt x="911453" y="12141"/>
                  </a:lnTo>
                  <a:lnTo>
                    <a:pt x="917663" y="0"/>
                  </a:lnTo>
                  <a:close/>
                </a:path>
                <a:path w="3949700" h="1750695">
                  <a:moveTo>
                    <a:pt x="3949446" y="1737855"/>
                  </a:moveTo>
                  <a:lnTo>
                    <a:pt x="2774213" y="1737855"/>
                  </a:lnTo>
                  <a:lnTo>
                    <a:pt x="2774213" y="1744205"/>
                  </a:lnTo>
                  <a:lnTo>
                    <a:pt x="2775140" y="1744205"/>
                  </a:lnTo>
                  <a:lnTo>
                    <a:pt x="2775140" y="1750555"/>
                  </a:lnTo>
                  <a:lnTo>
                    <a:pt x="3949446" y="1750555"/>
                  </a:lnTo>
                  <a:lnTo>
                    <a:pt x="3949446" y="1744205"/>
                  </a:lnTo>
                  <a:lnTo>
                    <a:pt x="3949446" y="1737855"/>
                  </a:lnTo>
                  <a:close/>
                </a:path>
              </a:pathLst>
            </a:custGeom>
            <a:solidFill>
              <a:srgbClr val="000000"/>
            </a:solidFill>
          </p:spPr>
          <p:txBody>
            <a:bodyPr wrap="square" lIns="0" tIns="0" rIns="0" bIns="0" rtlCol="0"/>
            <a:lstStyle/>
            <a:p>
              <a:endParaRPr/>
            </a:p>
          </p:txBody>
        </p:sp>
        <p:pic>
          <p:nvPicPr>
            <p:cNvPr id="66" name="object 66"/>
            <p:cNvPicPr/>
            <p:nvPr/>
          </p:nvPicPr>
          <p:blipFill>
            <a:blip r:embed="rId6" cstate="print"/>
            <a:stretch>
              <a:fillRect/>
            </a:stretch>
          </p:blipFill>
          <p:spPr>
            <a:xfrm>
              <a:off x="2849716" y="1739900"/>
              <a:ext cx="147231" cy="131751"/>
            </a:xfrm>
            <a:prstGeom prst="rect">
              <a:avLst/>
            </a:prstGeom>
          </p:spPr>
        </p:pic>
        <p:sp>
          <p:nvSpPr>
            <p:cNvPr id="67" name="object 67"/>
            <p:cNvSpPr/>
            <p:nvPr/>
          </p:nvSpPr>
          <p:spPr>
            <a:xfrm>
              <a:off x="2057400" y="2667000"/>
              <a:ext cx="918210" cy="608330"/>
            </a:xfrm>
            <a:custGeom>
              <a:avLst/>
              <a:gdLst/>
              <a:ahLst/>
              <a:cxnLst/>
              <a:rect l="l" t="t" r="r" b="b"/>
              <a:pathLst>
                <a:path w="918210" h="608329">
                  <a:moveTo>
                    <a:pt x="6828" y="0"/>
                  </a:moveTo>
                  <a:lnTo>
                    <a:pt x="0" y="10580"/>
                  </a:lnTo>
                  <a:lnTo>
                    <a:pt x="904968" y="607246"/>
                  </a:lnTo>
                  <a:lnTo>
                    <a:pt x="917637" y="608279"/>
                  </a:lnTo>
                  <a:lnTo>
                    <a:pt x="911457" y="596440"/>
                  </a:lnTo>
                  <a:lnTo>
                    <a:pt x="6828" y="0"/>
                  </a:lnTo>
                  <a:close/>
                </a:path>
              </a:pathLst>
            </a:custGeom>
            <a:solidFill>
              <a:srgbClr val="000000"/>
            </a:solidFill>
          </p:spPr>
          <p:txBody>
            <a:bodyPr wrap="square" lIns="0" tIns="0" rIns="0" bIns="0" rtlCol="0"/>
            <a:lstStyle/>
            <a:p>
              <a:endParaRPr/>
            </a:p>
          </p:txBody>
        </p:sp>
        <p:pic>
          <p:nvPicPr>
            <p:cNvPr id="68" name="object 68"/>
            <p:cNvPicPr/>
            <p:nvPr/>
          </p:nvPicPr>
          <p:blipFill>
            <a:blip r:embed="rId7" cstate="print"/>
            <a:stretch>
              <a:fillRect/>
            </a:stretch>
          </p:blipFill>
          <p:spPr>
            <a:xfrm>
              <a:off x="2849714" y="3159800"/>
              <a:ext cx="147231" cy="129247"/>
            </a:xfrm>
            <a:prstGeom prst="rect">
              <a:avLst/>
            </a:prstGeom>
          </p:spPr>
        </p:pic>
        <p:sp>
          <p:nvSpPr>
            <p:cNvPr id="69" name="object 69"/>
            <p:cNvSpPr/>
            <p:nvPr/>
          </p:nvSpPr>
          <p:spPr>
            <a:xfrm>
              <a:off x="2057400" y="3697735"/>
              <a:ext cx="918210" cy="620395"/>
            </a:xfrm>
            <a:custGeom>
              <a:avLst/>
              <a:gdLst/>
              <a:ahLst/>
              <a:cxnLst/>
              <a:rect l="l" t="t" r="r" b="b"/>
              <a:pathLst>
                <a:path w="918210" h="620395">
                  <a:moveTo>
                    <a:pt x="917672" y="0"/>
                  </a:moveTo>
                  <a:lnTo>
                    <a:pt x="905207" y="962"/>
                  </a:lnTo>
                  <a:lnTo>
                    <a:pt x="0" y="609349"/>
                  </a:lnTo>
                  <a:lnTo>
                    <a:pt x="6828" y="620137"/>
                  </a:lnTo>
                  <a:lnTo>
                    <a:pt x="911457" y="12138"/>
                  </a:lnTo>
                  <a:lnTo>
                    <a:pt x="917672" y="0"/>
                  </a:lnTo>
                  <a:close/>
                </a:path>
              </a:pathLst>
            </a:custGeom>
            <a:solidFill>
              <a:srgbClr val="000000"/>
            </a:solidFill>
          </p:spPr>
          <p:txBody>
            <a:bodyPr wrap="square" lIns="0" tIns="0" rIns="0" bIns="0" rtlCol="0"/>
            <a:lstStyle/>
            <a:p>
              <a:endParaRPr/>
            </a:p>
          </p:txBody>
        </p:sp>
        <p:pic>
          <p:nvPicPr>
            <p:cNvPr id="70" name="object 70"/>
            <p:cNvPicPr/>
            <p:nvPr/>
          </p:nvPicPr>
          <p:blipFill>
            <a:blip r:embed="rId6" cstate="print"/>
            <a:stretch>
              <a:fillRect/>
            </a:stretch>
          </p:blipFill>
          <p:spPr>
            <a:xfrm>
              <a:off x="2849714" y="3683000"/>
              <a:ext cx="147231" cy="131751"/>
            </a:xfrm>
            <a:prstGeom prst="rect">
              <a:avLst/>
            </a:prstGeom>
          </p:spPr>
        </p:pic>
        <p:sp>
          <p:nvSpPr>
            <p:cNvPr id="71" name="object 71"/>
            <p:cNvSpPr/>
            <p:nvPr/>
          </p:nvSpPr>
          <p:spPr>
            <a:xfrm>
              <a:off x="2057400" y="4610100"/>
              <a:ext cx="918210" cy="608330"/>
            </a:xfrm>
            <a:custGeom>
              <a:avLst/>
              <a:gdLst/>
              <a:ahLst/>
              <a:cxnLst/>
              <a:rect l="l" t="t" r="r" b="b"/>
              <a:pathLst>
                <a:path w="918210" h="608329">
                  <a:moveTo>
                    <a:pt x="6828" y="0"/>
                  </a:moveTo>
                  <a:lnTo>
                    <a:pt x="0" y="10580"/>
                  </a:lnTo>
                  <a:lnTo>
                    <a:pt x="904968" y="607246"/>
                  </a:lnTo>
                  <a:lnTo>
                    <a:pt x="917637" y="608279"/>
                  </a:lnTo>
                  <a:lnTo>
                    <a:pt x="911457" y="596440"/>
                  </a:lnTo>
                  <a:lnTo>
                    <a:pt x="6828" y="0"/>
                  </a:lnTo>
                  <a:close/>
                </a:path>
              </a:pathLst>
            </a:custGeom>
            <a:solidFill>
              <a:srgbClr val="000000"/>
            </a:solidFill>
          </p:spPr>
          <p:txBody>
            <a:bodyPr wrap="square" lIns="0" tIns="0" rIns="0" bIns="0" rtlCol="0"/>
            <a:lstStyle/>
            <a:p>
              <a:endParaRPr/>
            </a:p>
          </p:txBody>
        </p:sp>
        <p:pic>
          <p:nvPicPr>
            <p:cNvPr id="72" name="object 72"/>
            <p:cNvPicPr/>
            <p:nvPr/>
          </p:nvPicPr>
          <p:blipFill>
            <a:blip r:embed="rId7" cstate="print"/>
            <a:stretch>
              <a:fillRect/>
            </a:stretch>
          </p:blipFill>
          <p:spPr>
            <a:xfrm>
              <a:off x="2849714" y="5102900"/>
              <a:ext cx="147231" cy="129247"/>
            </a:xfrm>
            <a:prstGeom prst="rect">
              <a:avLst/>
            </a:prstGeom>
          </p:spPr>
        </p:pic>
        <p:sp>
          <p:nvSpPr>
            <p:cNvPr id="73" name="object 73"/>
            <p:cNvSpPr/>
            <p:nvPr/>
          </p:nvSpPr>
          <p:spPr>
            <a:xfrm>
              <a:off x="6692900" y="2656226"/>
              <a:ext cx="1044575" cy="696595"/>
            </a:xfrm>
            <a:custGeom>
              <a:avLst/>
              <a:gdLst/>
              <a:ahLst/>
              <a:cxnLst/>
              <a:rect l="l" t="t" r="r" b="b"/>
              <a:pathLst>
                <a:path w="1044575" h="696595">
                  <a:moveTo>
                    <a:pt x="1044557" y="0"/>
                  </a:moveTo>
                  <a:lnTo>
                    <a:pt x="1032028" y="953"/>
                  </a:lnTo>
                  <a:lnTo>
                    <a:pt x="0" y="685867"/>
                  </a:lnTo>
                  <a:lnTo>
                    <a:pt x="6865" y="696573"/>
                  </a:lnTo>
                  <a:lnTo>
                    <a:pt x="1038308" y="12049"/>
                  </a:lnTo>
                  <a:lnTo>
                    <a:pt x="1044557" y="0"/>
                  </a:lnTo>
                  <a:close/>
                </a:path>
              </a:pathLst>
            </a:custGeom>
            <a:solidFill>
              <a:srgbClr val="000000"/>
            </a:solidFill>
          </p:spPr>
          <p:txBody>
            <a:bodyPr wrap="square" lIns="0" tIns="0" rIns="0" bIns="0" rtlCol="0"/>
            <a:lstStyle/>
            <a:p>
              <a:endParaRPr/>
            </a:p>
          </p:txBody>
        </p:sp>
        <p:pic>
          <p:nvPicPr>
            <p:cNvPr id="74" name="object 74"/>
            <p:cNvPicPr/>
            <p:nvPr/>
          </p:nvPicPr>
          <p:blipFill>
            <a:blip r:embed="rId8" cstate="print"/>
            <a:stretch>
              <a:fillRect/>
            </a:stretch>
          </p:blipFill>
          <p:spPr>
            <a:xfrm>
              <a:off x="7611442" y="2641600"/>
              <a:ext cx="148003" cy="131533"/>
            </a:xfrm>
            <a:prstGeom prst="rect">
              <a:avLst/>
            </a:prstGeom>
          </p:spPr>
        </p:pic>
        <p:sp>
          <p:nvSpPr>
            <p:cNvPr id="75" name="object 75"/>
            <p:cNvSpPr/>
            <p:nvPr/>
          </p:nvSpPr>
          <p:spPr>
            <a:xfrm>
              <a:off x="6692900" y="3644900"/>
              <a:ext cx="1019175" cy="684530"/>
            </a:xfrm>
            <a:custGeom>
              <a:avLst/>
              <a:gdLst/>
              <a:ahLst/>
              <a:cxnLst/>
              <a:rect l="l" t="t" r="r" b="b"/>
              <a:pathLst>
                <a:path w="1019175" h="684529">
                  <a:moveTo>
                    <a:pt x="6832" y="0"/>
                  </a:moveTo>
                  <a:lnTo>
                    <a:pt x="0" y="10726"/>
                  </a:lnTo>
                  <a:lnTo>
                    <a:pt x="1006302" y="682984"/>
                  </a:lnTo>
                  <a:lnTo>
                    <a:pt x="1019012" y="684034"/>
                  </a:lnTo>
                  <a:lnTo>
                    <a:pt x="1012907" y="672106"/>
                  </a:lnTo>
                  <a:lnTo>
                    <a:pt x="6832" y="0"/>
                  </a:lnTo>
                  <a:close/>
                </a:path>
              </a:pathLst>
            </a:custGeom>
            <a:solidFill>
              <a:srgbClr val="000000"/>
            </a:solidFill>
          </p:spPr>
          <p:txBody>
            <a:bodyPr wrap="square" lIns="0" tIns="0" rIns="0" bIns="0" rtlCol="0"/>
            <a:lstStyle/>
            <a:p>
              <a:endParaRPr/>
            </a:p>
          </p:txBody>
        </p:sp>
        <p:pic>
          <p:nvPicPr>
            <p:cNvPr id="76" name="object 76"/>
            <p:cNvPicPr/>
            <p:nvPr/>
          </p:nvPicPr>
          <p:blipFill>
            <a:blip r:embed="rId9" cstate="print"/>
            <a:stretch>
              <a:fillRect/>
            </a:stretch>
          </p:blipFill>
          <p:spPr>
            <a:xfrm>
              <a:off x="7586506" y="4211873"/>
              <a:ext cx="147288" cy="131017"/>
            </a:xfrm>
            <a:prstGeom prst="rect">
              <a:avLst/>
            </a:prstGeom>
          </p:spPr>
        </p:pic>
      </p:grpSp>
      <p:sp>
        <p:nvSpPr>
          <p:cNvPr id="77" name="object 77"/>
          <p:cNvSpPr txBox="1"/>
          <p:nvPr/>
        </p:nvSpPr>
        <p:spPr>
          <a:xfrm>
            <a:off x="8985631" y="1479146"/>
            <a:ext cx="270510" cy="269240"/>
          </a:xfrm>
          <a:prstGeom prst="rect">
            <a:avLst/>
          </a:prstGeom>
        </p:spPr>
        <p:txBody>
          <a:bodyPr vert="horz" wrap="square" lIns="0" tIns="12700" rIns="0" bIns="0" rtlCol="0">
            <a:spAutoFit/>
          </a:bodyPr>
          <a:lstStyle/>
          <a:p>
            <a:pPr marL="12700">
              <a:lnSpc>
                <a:spcPct val="100000"/>
              </a:lnSpc>
              <a:spcBef>
                <a:spcPts val="100"/>
              </a:spcBef>
            </a:pPr>
            <a:r>
              <a:rPr sz="1600" spc="30" dirty="0">
                <a:latin typeface="Calibri"/>
                <a:cs typeface="Calibri"/>
              </a:rPr>
              <a:t>RH</a:t>
            </a:r>
            <a:endParaRPr sz="1600">
              <a:latin typeface="Calibri"/>
              <a:cs typeface="Calibri"/>
            </a:endParaRPr>
          </a:p>
        </p:txBody>
      </p:sp>
      <p:grpSp>
        <p:nvGrpSpPr>
          <p:cNvPr id="78" name="object 78"/>
          <p:cNvGrpSpPr/>
          <p:nvPr/>
        </p:nvGrpSpPr>
        <p:grpSpPr>
          <a:xfrm>
            <a:off x="5956300" y="609600"/>
            <a:ext cx="3365500" cy="1917700"/>
            <a:chOff x="5956300" y="609600"/>
            <a:chExt cx="3365500" cy="1917700"/>
          </a:xfrm>
        </p:grpSpPr>
        <p:sp>
          <p:nvSpPr>
            <p:cNvPr id="79" name="object 79"/>
            <p:cNvSpPr/>
            <p:nvPr/>
          </p:nvSpPr>
          <p:spPr>
            <a:xfrm>
              <a:off x="8902700" y="609599"/>
              <a:ext cx="304800" cy="304800"/>
            </a:xfrm>
            <a:custGeom>
              <a:avLst/>
              <a:gdLst/>
              <a:ahLst/>
              <a:cxnLst/>
              <a:rect l="l" t="t" r="r" b="b"/>
              <a:pathLst>
                <a:path w="304800" h="304800">
                  <a:moveTo>
                    <a:pt x="304800" y="144132"/>
                  </a:moveTo>
                  <a:lnTo>
                    <a:pt x="304038" y="136499"/>
                  </a:lnTo>
                  <a:lnTo>
                    <a:pt x="293230" y="94742"/>
                  </a:lnTo>
                  <a:lnTo>
                    <a:pt x="291846" y="92214"/>
                  </a:lnTo>
                  <a:lnTo>
                    <a:pt x="291846" y="144907"/>
                  </a:lnTo>
                  <a:lnTo>
                    <a:pt x="291846" y="159410"/>
                  </a:lnTo>
                  <a:lnTo>
                    <a:pt x="282905" y="201396"/>
                  </a:lnTo>
                  <a:lnTo>
                    <a:pt x="264998" y="235521"/>
                  </a:lnTo>
                  <a:lnTo>
                    <a:pt x="209956" y="279742"/>
                  </a:lnTo>
                  <a:lnTo>
                    <a:pt x="141884" y="291376"/>
                  </a:lnTo>
                  <a:lnTo>
                    <a:pt x="107708" y="284746"/>
                  </a:lnTo>
                  <a:lnTo>
                    <a:pt x="48602" y="246151"/>
                  </a:lnTo>
                  <a:lnTo>
                    <a:pt x="27470" y="213995"/>
                  </a:lnTo>
                  <a:lnTo>
                    <a:pt x="14478" y="173151"/>
                  </a:lnTo>
                  <a:lnTo>
                    <a:pt x="12954" y="159410"/>
                  </a:lnTo>
                  <a:lnTo>
                    <a:pt x="12954" y="144907"/>
                  </a:lnTo>
                  <a:lnTo>
                    <a:pt x="23812" y="98971"/>
                  </a:lnTo>
                  <a:lnTo>
                    <a:pt x="64922" y="42799"/>
                  </a:lnTo>
                  <a:lnTo>
                    <a:pt x="123698" y="15621"/>
                  </a:lnTo>
                  <a:lnTo>
                    <a:pt x="155892" y="12839"/>
                  </a:lnTo>
                  <a:lnTo>
                    <a:pt x="187909" y="17183"/>
                  </a:lnTo>
                  <a:lnTo>
                    <a:pt x="245300" y="47193"/>
                  </a:lnTo>
                  <a:lnTo>
                    <a:pt x="283641" y="105346"/>
                  </a:lnTo>
                  <a:lnTo>
                    <a:pt x="291846" y="144907"/>
                  </a:lnTo>
                  <a:lnTo>
                    <a:pt x="291846" y="92214"/>
                  </a:lnTo>
                  <a:lnTo>
                    <a:pt x="274548" y="60604"/>
                  </a:lnTo>
                  <a:lnTo>
                    <a:pt x="219887" y="15113"/>
                  </a:lnTo>
                  <a:lnTo>
                    <a:pt x="152603" y="0"/>
                  </a:lnTo>
                  <a:lnTo>
                    <a:pt x="118160" y="3822"/>
                  </a:lnTo>
                  <a:lnTo>
                    <a:pt x="55524" y="34201"/>
                  </a:lnTo>
                  <a:lnTo>
                    <a:pt x="11696" y="94843"/>
                  </a:lnTo>
                  <a:lnTo>
                    <a:pt x="749" y="136499"/>
                  </a:lnTo>
                  <a:lnTo>
                    <a:pt x="749" y="144907"/>
                  </a:lnTo>
                  <a:lnTo>
                    <a:pt x="0" y="152539"/>
                  </a:lnTo>
                  <a:lnTo>
                    <a:pt x="749" y="160147"/>
                  </a:lnTo>
                  <a:lnTo>
                    <a:pt x="762" y="167805"/>
                  </a:lnTo>
                  <a:lnTo>
                    <a:pt x="2286" y="175450"/>
                  </a:lnTo>
                  <a:lnTo>
                    <a:pt x="12954" y="210959"/>
                  </a:lnTo>
                  <a:lnTo>
                    <a:pt x="32537" y="246418"/>
                  </a:lnTo>
                  <a:lnTo>
                    <a:pt x="84607" y="289090"/>
                  </a:lnTo>
                  <a:lnTo>
                    <a:pt x="147904" y="304241"/>
                  </a:lnTo>
                  <a:lnTo>
                    <a:pt x="180454" y="301739"/>
                  </a:lnTo>
                  <a:lnTo>
                    <a:pt x="240703" y="277063"/>
                  </a:lnTo>
                  <a:lnTo>
                    <a:pt x="285686" y="226822"/>
                  </a:lnTo>
                  <a:lnTo>
                    <a:pt x="304800" y="151777"/>
                  </a:lnTo>
                  <a:lnTo>
                    <a:pt x="304800" y="144132"/>
                  </a:lnTo>
                  <a:close/>
                </a:path>
              </a:pathLst>
            </a:custGeom>
            <a:solidFill>
              <a:srgbClr val="000000"/>
            </a:solidFill>
          </p:spPr>
          <p:txBody>
            <a:bodyPr wrap="square" lIns="0" tIns="0" rIns="0" bIns="0" rtlCol="0"/>
            <a:lstStyle/>
            <a:p>
              <a:endParaRPr/>
            </a:p>
          </p:txBody>
        </p:sp>
        <p:sp>
          <p:nvSpPr>
            <p:cNvPr id="80" name="object 80"/>
            <p:cNvSpPr/>
            <p:nvPr/>
          </p:nvSpPr>
          <p:spPr>
            <a:xfrm>
              <a:off x="9061450" y="920750"/>
              <a:ext cx="0" cy="304800"/>
            </a:xfrm>
            <a:custGeom>
              <a:avLst/>
              <a:gdLst/>
              <a:ahLst/>
              <a:cxnLst/>
              <a:rect l="l" t="t" r="r" b="b"/>
              <a:pathLst>
                <a:path h="304800">
                  <a:moveTo>
                    <a:pt x="0" y="0"/>
                  </a:moveTo>
                  <a:lnTo>
                    <a:pt x="0" y="304426"/>
                  </a:lnTo>
                </a:path>
              </a:pathLst>
            </a:custGeom>
            <a:ln w="12700">
              <a:solidFill>
                <a:srgbClr val="000000"/>
              </a:solidFill>
            </a:ln>
          </p:spPr>
          <p:txBody>
            <a:bodyPr wrap="square" lIns="0" tIns="0" rIns="0" bIns="0" rtlCol="0"/>
            <a:lstStyle/>
            <a:p>
              <a:endParaRPr/>
            </a:p>
          </p:txBody>
        </p:sp>
        <p:sp>
          <p:nvSpPr>
            <p:cNvPr id="81" name="object 81"/>
            <p:cNvSpPr/>
            <p:nvPr/>
          </p:nvSpPr>
          <p:spPr>
            <a:xfrm>
              <a:off x="8794750" y="1035050"/>
              <a:ext cx="520700" cy="0"/>
            </a:xfrm>
            <a:custGeom>
              <a:avLst/>
              <a:gdLst/>
              <a:ahLst/>
              <a:cxnLst/>
              <a:rect l="l" t="t" r="r" b="b"/>
              <a:pathLst>
                <a:path w="520700">
                  <a:moveTo>
                    <a:pt x="0" y="0"/>
                  </a:moveTo>
                  <a:lnTo>
                    <a:pt x="520186" y="0"/>
                  </a:lnTo>
                </a:path>
              </a:pathLst>
            </a:custGeom>
            <a:ln w="12700">
              <a:solidFill>
                <a:srgbClr val="000000"/>
              </a:solidFill>
            </a:ln>
          </p:spPr>
          <p:txBody>
            <a:bodyPr wrap="square" lIns="0" tIns="0" rIns="0" bIns="0" rtlCol="0"/>
            <a:lstStyle/>
            <a:p>
              <a:endParaRPr/>
            </a:p>
          </p:txBody>
        </p:sp>
        <p:sp>
          <p:nvSpPr>
            <p:cNvPr id="82" name="object 82"/>
            <p:cNvSpPr/>
            <p:nvPr/>
          </p:nvSpPr>
          <p:spPr>
            <a:xfrm>
              <a:off x="8788400" y="1206499"/>
              <a:ext cx="533400" cy="279400"/>
            </a:xfrm>
            <a:custGeom>
              <a:avLst/>
              <a:gdLst/>
              <a:ahLst/>
              <a:cxnLst/>
              <a:rect l="l" t="t" r="r" b="b"/>
              <a:pathLst>
                <a:path w="533400" h="279400">
                  <a:moveTo>
                    <a:pt x="533400" y="270840"/>
                  </a:moveTo>
                  <a:lnTo>
                    <a:pt x="266700" y="3073"/>
                  </a:lnTo>
                  <a:lnTo>
                    <a:pt x="264414" y="0"/>
                  </a:lnTo>
                  <a:lnTo>
                    <a:pt x="260604" y="0"/>
                  </a:lnTo>
                  <a:lnTo>
                    <a:pt x="0" y="261632"/>
                  </a:lnTo>
                  <a:lnTo>
                    <a:pt x="9144" y="270840"/>
                  </a:lnTo>
                  <a:lnTo>
                    <a:pt x="257556" y="20713"/>
                  </a:lnTo>
                  <a:lnTo>
                    <a:pt x="262128" y="16116"/>
                  </a:lnTo>
                  <a:lnTo>
                    <a:pt x="266700" y="20688"/>
                  </a:lnTo>
                  <a:lnTo>
                    <a:pt x="524256" y="279273"/>
                  </a:lnTo>
                  <a:lnTo>
                    <a:pt x="533400" y="270840"/>
                  </a:lnTo>
                  <a:close/>
                </a:path>
              </a:pathLst>
            </a:custGeom>
            <a:solidFill>
              <a:srgbClr val="000000"/>
            </a:solidFill>
          </p:spPr>
          <p:txBody>
            <a:bodyPr wrap="square" lIns="0" tIns="0" rIns="0" bIns="0" rtlCol="0"/>
            <a:lstStyle/>
            <a:p>
              <a:endParaRPr/>
            </a:p>
          </p:txBody>
        </p:sp>
        <p:pic>
          <p:nvPicPr>
            <p:cNvPr id="83" name="object 83"/>
            <p:cNvPicPr/>
            <p:nvPr/>
          </p:nvPicPr>
          <p:blipFill>
            <a:blip r:embed="rId10" cstate="print"/>
            <a:stretch>
              <a:fillRect/>
            </a:stretch>
          </p:blipFill>
          <p:spPr>
            <a:xfrm>
              <a:off x="8648700" y="1908554"/>
              <a:ext cx="131781" cy="148589"/>
            </a:xfrm>
            <a:prstGeom prst="rect">
              <a:avLst/>
            </a:prstGeom>
          </p:spPr>
        </p:pic>
        <p:sp>
          <p:nvSpPr>
            <p:cNvPr id="84" name="object 84"/>
            <p:cNvSpPr/>
            <p:nvPr/>
          </p:nvSpPr>
          <p:spPr>
            <a:xfrm>
              <a:off x="8669020" y="1536699"/>
              <a:ext cx="246379" cy="509905"/>
            </a:xfrm>
            <a:custGeom>
              <a:avLst/>
              <a:gdLst/>
              <a:ahLst/>
              <a:cxnLst/>
              <a:rect l="l" t="t" r="r" b="b"/>
              <a:pathLst>
                <a:path w="246379" h="509905">
                  <a:moveTo>
                    <a:pt x="246380" y="5334"/>
                  </a:moveTo>
                  <a:lnTo>
                    <a:pt x="234607" y="0"/>
                  </a:lnTo>
                  <a:lnTo>
                    <a:pt x="0" y="483489"/>
                  </a:lnTo>
                  <a:lnTo>
                    <a:pt x="901" y="497078"/>
                  </a:lnTo>
                  <a:lnTo>
                    <a:pt x="1638" y="508254"/>
                  </a:lnTo>
                  <a:lnTo>
                    <a:pt x="1638" y="509689"/>
                  </a:lnTo>
                  <a:lnTo>
                    <a:pt x="11277" y="489826"/>
                  </a:lnTo>
                  <a:lnTo>
                    <a:pt x="246380" y="5334"/>
                  </a:lnTo>
                  <a:close/>
                </a:path>
              </a:pathLst>
            </a:custGeom>
            <a:solidFill>
              <a:srgbClr val="000000"/>
            </a:solidFill>
          </p:spPr>
          <p:txBody>
            <a:bodyPr wrap="square" lIns="0" tIns="0" rIns="0" bIns="0" rtlCol="0"/>
            <a:lstStyle/>
            <a:p>
              <a:endParaRPr/>
            </a:p>
          </p:txBody>
        </p:sp>
        <p:sp>
          <p:nvSpPr>
            <p:cNvPr id="85" name="object 85"/>
            <p:cNvSpPr/>
            <p:nvPr/>
          </p:nvSpPr>
          <p:spPr>
            <a:xfrm>
              <a:off x="5956300" y="1295399"/>
              <a:ext cx="927100" cy="1219200"/>
            </a:xfrm>
            <a:custGeom>
              <a:avLst/>
              <a:gdLst/>
              <a:ahLst/>
              <a:cxnLst/>
              <a:rect l="l" t="t" r="r" b="b"/>
              <a:pathLst>
                <a:path w="927100" h="1219200">
                  <a:moveTo>
                    <a:pt x="25387" y="112369"/>
                  </a:moveTo>
                  <a:lnTo>
                    <a:pt x="17843" y="119265"/>
                  </a:lnTo>
                  <a:lnTo>
                    <a:pt x="9804" y="137236"/>
                  </a:lnTo>
                  <a:lnTo>
                    <a:pt x="25387" y="112369"/>
                  </a:lnTo>
                  <a:close/>
                </a:path>
                <a:path w="927100" h="1219200">
                  <a:moveTo>
                    <a:pt x="89255" y="244297"/>
                  </a:moveTo>
                  <a:lnTo>
                    <a:pt x="87985" y="244297"/>
                  </a:lnTo>
                  <a:lnTo>
                    <a:pt x="89255" y="245059"/>
                  </a:lnTo>
                  <a:lnTo>
                    <a:pt x="89255" y="244297"/>
                  </a:lnTo>
                  <a:close/>
                </a:path>
                <a:path w="927100" h="1219200">
                  <a:moveTo>
                    <a:pt x="350685" y="303707"/>
                  </a:moveTo>
                  <a:lnTo>
                    <a:pt x="349415" y="303707"/>
                  </a:lnTo>
                  <a:lnTo>
                    <a:pt x="350685" y="304469"/>
                  </a:lnTo>
                  <a:lnTo>
                    <a:pt x="350685" y="303707"/>
                  </a:lnTo>
                  <a:close/>
                </a:path>
                <a:path w="927100" h="1219200">
                  <a:moveTo>
                    <a:pt x="415721" y="307517"/>
                  </a:moveTo>
                  <a:lnTo>
                    <a:pt x="414451" y="307517"/>
                  </a:lnTo>
                  <a:lnTo>
                    <a:pt x="415721" y="308267"/>
                  </a:lnTo>
                  <a:lnTo>
                    <a:pt x="415721" y="307517"/>
                  </a:lnTo>
                  <a:close/>
                </a:path>
                <a:path w="927100" h="1219200">
                  <a:moveTo>
                    <a:pt x="469277" y="308267"/>
                  </a:moveTo>
                  <a:lnTo>
                    <a:pt x="468007" y="308267"/>
                  </a:lnTo>
                  <a:lnTo>
                    <a:pt x="469277" y="309029"/>
                  </a:lnTo>
                  <a:lnTo>
                    <a:pt x="469277" y="308267"/>
                  </a:lnTo>
                  <a:close/>
                </a:path>
                <a:path w="927100" h="1219200">
                  <a:moveTo>
                    <a:pt x="511365" y="307517"/>
                  </a:moveTo>
                  <a:lnTo>
                    <a:pt x="510095" y="307517"/>
                  </a:lnTo>
                  <a:lnTo>
                    <a:pt x="511365" y="308267"/>
                  </a:lnTo>
                  <a:lnTo>
                    <a:pt x="511365" y="307517"/>
                  </a:lnTo>
                  <a:close/>
                </a:path>
                <a:path w="927100" h="1219200">
                  <a:moveTo>
                    <a:pt x="529221" y="306755"/>
                  </a:moveTo>
                  <a:lnTo>
                    <a:pt x="527939" y="306755"/>
                  </a:lnTo>
                  <a:lnTo>
                    <a:pt x="529221" y="307517"/>
                  </a:lnTo>
                  <a:lnTo>
                    <a:pt x="529221" y="306755"/>
                  </a:lnTo>
                  <a:close/>
                </a:path>
                <a:path w="927100" h="1219200">
                  <a:moveTo>
                    <a:pt x="654189" y="294563"/>
                  </a:moveTo>
                  <a:lnTo>
                    <a:pt x="652919" y="294563"/>
                  </a:lnTo>
                  <a:lnTo>
                    <a:pt x="654189" y="295325"/>
                  </a:lnTo>
                  <a:lnTo>
                    <a:pt x="654189" y="294563"/>
                  </a:lnTo>
                  <a:close/>
                </a:path>
                <a:path w="927100" h="1219200">
                  <a:moveTo>
                    <a:pt x="762584" y="271716"/>
                  </a:moveTo>
                  <a:lnTo>
                    <a:pt x="761314" y="271716"/>
                  </a:lnTo>
                  <a:lnTo>
                    <a:pt x="762584" y="272478"/>
                  </a:lnTo>
                  <a:lnTo>
                    <a:pt x="762584" y="271716"/>
                  </a:lnTo>
                  <a:close/>
                </a:path>
                <a:path w="927100" h="1219200">
                  <a:moveTo>
                    <a:pt x="767689" y="270192"/>
                  </a:moveTo>
                  <a:lnTo>
                    <a:pt x="766419" y="270192"/>
                  </a:lnTo>
                  <a:lnTo>
                    <a:pt x="767689" y="270954"/>
                  </a:lnTo>
                  <a:lnTo>
                    <a:pt x="767689" y="270192"/>
                  </a:lnTo>
                  <a:close/>
                </a:path>
                <a:path w="927100" h="1219200">
                  <a:moveTo>
                    <a:pt x="851852" y="237439"/>
                  </a:moveTo>
                  <a:lnTo>
                    <a:pt x="850582" y="237439"/>
                  </a:lnTo>
                  <a:lnTo>
                    <a:pt x="851852" y="238201"/>
                  </a:lnTo>
                  <a:lnTo>
                    <a:pt x="851852" y="237439"/>
                  </a:lnTo>
                  <a:close/>
                </a:path>
                <a:path w="927100" h="1219200">
                  <a:moveTo>
                    <a:pt x="927100" y="152146"/>
                  </a:moveTo>
                  <a:lnTo>
                    <a:pt x="925817" y="148336"/>
                  </a:lnTo>
                  <a:lnTo>
                    <a:pt x="925817" y="143764"/>
                  </a:lnTo>
                  <a:lnTo>
                    <a:pt x="905421" y="109499"/>
                  </a:lnTo>
                  <a:lnTo>
                    <a:pt x="873531" y="83502"/>
                  </a:lnTo>
                  <a:lnTo>
                    <a:pt x="832726" y="61671"/>
                  </a:lnTo>
                  <a:lnTo>
                    <a:pt x="784263" y="43700"/>
                  </a:lnTo>
                  <a:lnTo>
                    <a:pt x="731977" y="29286"/>
                  </a:lnTo>
                  <a:lnTo>
                    <a:pt x="675868" y="18135"/>
                  </a:lnTo>
                  <a:lnTo>
                    <a:pt x="619760" y="9931"/>
                  </a:lnTo>
                  <a:lnTo>
                    <a:pt x="573874" y="5156"/>
                  </a:lnTo>
                  <a:lnTo>
                    <a:pt x="566204" y="4368"/>
                  </a:lnTo>
                  <a:lnTo>
                    <a:pt x="516470" y="1168"/>
                  </a:lnTo>
                  <a:lnTo>
                    <a:pt x="473113" y="0"/>
                  </a:lnTo>
                  <a:lnTo>
                    <a:pt x="439953" y="584"/>
                  </a:lnTo>
                  <a:lnTo>
                    <a:pt x="392772" y="2108"/>
                  </a:lnTo>
                  <a:lnTo>
                    <a:pt x="321360" y="7696"/>
                  </a:lnTo>
                  <a:lnTo>
                    <a:pt x="272897" y="14160"/>
                  </a:lnTo>
                  <a:lnTo>
                    <a:pt x="221881" y="23418"/>
                  </a:lnTo>
                  <a:lnTo>
                    <a:pt x="169595" y="35750"/>
                  </a:lnTo>
                  <a:lnTo>
                    <a:pt x="118592" y="51422"/>
                  </a:lnTo>
                  <a:lnTo>
                    <a:pt x="73952" y="70700"/>
                  </a:lnTo>
                  <a:lnTo>
                    <a:pt x="36982" y="93865"/>
                  </a:lnTo>
                  <a:lnTo>
                    <a:pt x="25387" y="112369"/>
                  </a:lnTo>
                  <a:lnTo>
                    <a:pt x="47180" y="92405"/>
                  </a:lnTo>
                  <a:lnTo>
                    <a:pt x="86715" y="69748"/>
                  </a:lnTo>
                  <a:lnTo>
                    <a:pt x="133896" y="51015"/>
                  </a:lnTo>
                  <a:lnTo>
                    <a:pt x="186182" y="35953"/>
                  </a:lnTo>
                  <a:lnTo>
                    <a:pt x="239737" y="24282"/>
                  </a:lnTo>
                  <a:lnTo>
                    <a:pt x="292023" y="15709"/>
                  </a:lnTo>
                  <a:lnTo>
                    <a:pt x="339204" y="9969"/>
                  </a:lnTo>
                  <a:lnTo>
                    <a:pt x="380022" y="6807"/>
                  </a:lnTo>
                  <a:lnTo>
                    <a:pt x="434848" y="5156"/>
                  </a:lnTo>
                  <a:lnTo>
                    <a:pt x="490956" y="5156"/>
                  </a:lnTo>
                  <a:lnTo>
                    <a:pt x="558546" y="8128"/>
                  </a:lnTo>
                  <a:lnTo>
                    <a:pt x="608279" y="12712"/>
                  </a:lnTo>
                  <a:lnTo>
                    <a:pt x="663117" y="20129"/>
                  </a:lnTo>
                  <a:lnTo>
                    <a:pt x="719226" y="30822"/>
                  </a:lnTo>
                  <a:lnTo>
                    <a:pt x="775335" y="45250"/>
                  </a:lnTo>
                  <a:lnTo>
                    <a:pt x="826350" y="63893"/>
                  </a:lnTo>
                  <a:lnTo>
                    <a:pt x="870978" y="87185"/>
                  </a:lnTo>
                  <a:lnTo>
                    <a:pt x="905421" y="115582"/>
                  </a:lnTo>
                  <a:lnTo>
                    <a:pt x="905421" y="117106"/>
                  </a:lnTo>
                  <a:lnTo>
                    <a:pt x="907961" y="119265"/>
                  </a:lnTo>
                  <a:lnTo>
                    <a:pt x="907961" y="120916"/>
                  </a:lnTo>
                  <a:lnTo>
                    <a:pt x="909243" y="120916"/>
                  </a:lnTo>
                  <a:lnTo>
                    <a:pt x="909243" y="123202"/>
                  </a:lnTo>
                  <a:lnTo>
                    <a:pt x="910513" y="123202"/>
                  </a:lnTo>
                  <a:lnTo>
                    <a:pt x="911796" y="124726"/>
                  </a:lnTo>
                  <a:lnTo>
                    <a:pt x="911796" y="126250"/>
                  </a:lnTo>
                  <a:lnTo>
                    <a:pt x="913066" y="126250"/>
                  </a:lnTo>
                  <a:lnTo>
                    <a:pt x="913066" y="127774"/>
                  </a:lnTo>
                  <a:lnTo>
                    <a:pt x="914336" y="128536"/>
                  </a:lnTo>
                  <a:lnTo>
                    <a:pt x="914336" y="130060"/>
                  </a:lnTo>
                  <a:lnTo>
                    <a:pt x="915619" y="130060"/>
                  </a:lnTo>
                  <a:lnTo>
                    <a:pt x="915619" y="133108"/>
                  </a:lnTo>
                  <a:lnTo>
                    <a:pt x="916889" y="133108"/>
                  </a:lnTo>
                  <a:lnTo>
                    <a:pt x="916889" y="136918"/>
                  </a:lnTo>
                  <a:lnTo>
                    <a:pt x="918171" y="136918"/>
                  </a:lnTo>
                  <a:lnTo>
                    <a:pt x="918171" y="139192"/>
                  </a:lnTo>
                  <a:lnTo>
                    <a:pt x="919441" y="139192"/>
                  </a:lnTo>
                  <a:lnTo>
                    <a:pt x="919441" y="143002"/>
                  </a:lnTo>
                  <a:lnTo>
                    <a:pt x="920711" y="143002"/>
                  </a:lnTo>
                  <a:lnTo>
                    <a:pt x="920711" y="151384"/>
                  </a:lnTo>
                  <a:lnTo>
                    <a:pt x="921994" y="151384"/>
                  </a:lnTo>
                  <a:lnTo>
                    <a:pt x="921994" y="156718"/>
                  </a:lnTo>
                  <a:lnTo>
                    <a:pt x="920711" y="1072921"/>
                  </a:lnTo>
                  <a:lnTo>
                    <a:pt x="878636" y="1131684"/>
                  </a:lnTo>
                  <a:lnTo>
                    <a:pt x="837831" y="1154442"/>
                  </a:lnTo>
                  <a:lnTo>
                    <a:pt x="790638" y="1173162"/>
                  </a:lnTo>
                  <a:lnTo>
                    <a:pt x="737082" y="1188173"/>
                  </a:lnTo>
                  <a:lnTo>
                    <a:pt x="683526" y="1199730"/>
                  </a:lnTo>
                  <a:lnTo>
                    <a:pt x="631240" y="1208163"/>
                  </a:lnTo>
                  <a:lnTo>
                    <a:pt x="582777" y="1213764"/>
                  </a:lnTo>
                  <a:lnTo>
                    <a:pt x="573874" y="1214450"/>
                  </a:lnTo>
                  <a:lnTo>
                    <a:pt x="3822" y="156718"/>
                  </a:lnTo>
                  <a:lnTo>
                    <a:pt x="3822" y="150622"/>
                  </a:lnTo>
                  <a:lnTo>
                    <a:pt x="9804" y="137236"/>
                  </a:lnTo>
                  <a:lnTo>
                    <a:pt x="0" y="152908"/>
                  </a:lnTo>
                  <a:lnTo>
                    <a:pt x="0" y="165849"/>
                  </a:lnTo>
                  <a:lnTo>
                    <a:pt x="1270" y="169659"/>
                  </a:lnTo>
                  <a:lnTo>
                    <a:pt x="3822" y="175285"/>
                  </a:lnTo>
                  <a:lnTo>
                    <a:pt x="3822" y="1073683"/>
                  </a:lnTo>
                  <a:lnTo>
                    <a:pt x="5092" y="1073683"/>
                  </a:lnTo>
                  <a:lnTo>
                    <a:pt x="5092" y="1081303"/>
                  </a:lnTo>
                  <a:lnTo>
                    <a:pt x="6375" y="1081303"/>
                  </a:lnTo>
                  <a:lnTo>
                    <a:pt x="6375" y="1085875"/>
                  </a:lnTo>
                  <a:lnTo>
                    <a:pt x="7645" y="1085875"/>
                  </a:lnTo>
                  <a:lnTo>
                    <a:pt x="7645" y="1087399"/>
                  </a:lnTo>
                  <a:lnTo>
                    <a:pt x="8915" y="1087399"/>
                  </a:lnTo>
                  <a:lnTo>
                    <a:pt x="8915" y="1091196"/>
                  </a:lnTo>
                  <a:lnTo>
                    <a:pt x="10198" y="1091196"/>
                  </a:lnTo>
                  <a:lnTo>
                    <a:pt x="10198" y="1094244"/>
                  </a:lnTo>
                  <a:lnTo>
                    <a:pt x="11468" y="1094244"/>
                  </a:lnTo>
                  <a:lnTo>
                    <a:pt x="11468" y="1095768"/>
                  </a:lnTo>
                  <a:lnTo>
                    <a:pt x="12750" y="1095768"/>
                  </a:lnTo>
                  <a:lnTo>
                    <a:pt x="12750" y="1097292"/>
                  </a:lnTo>
                  <a:lnTo>
                    <a:pt x="14020" y="1098054"/>
                  </a:lnTo>
                  <a:lnTo>
                    <a:pt x="14020" y="1099578"/>
                  </a:lnTo>
                  <a:lnTo>
                    <a:pt x="15303" y="1100340"/>
                  </a:lnTo>
                  <a:lnTo>
                    <a:pt x="15303" y="1101864"/>
                  </a:lnTo>
                  <a:lnTo>
                    <a:pt x="16573" y="1101864"/>
                  </a:lnTo>
                  <a:lnTo>
                    <a:pt x="16573" y="1104150"/>
                  </a:lnTo>
                  <a:lnTo>
                    <a:pt x="17843" y="1104150"/>
                  </a:lnTo>
                  <a:lnTo>
                    <a:pt x="20396" y="1106436"/>
                  </a:lnTo>
                  <a:lnTo>
                    <a:pt x="20396" y="1107960"/>
                  </a:lnTo>
                  <a:lnTo>
                    <a:pt x="52273" y="1134668"/>
                  </a:lnTo>
                  <a:lnTo>
                    <a:pt x="93091" y="1156931"/>
                  </a:lnTo>
                  <a:lnTo>
                    <a:pt x="140271" y="1175092"/>
                  </a:lnTo>
                  <a:lnTo>
                    <a:pt x="192557" y="1189520"/>
                  </a:lnTo>
                  <a:lnTo>
                    <a:pt x="246113" y="1200581"/>
                  </a:lnTo>
                  <a:lnTo>
                    <a:pt x="299681" y="1208646"/>
                  </a:lnTo>
                  <a:lnTo>
                    <a:pt x="350685" y="1214056"/>
                  </a:lnTo>
                  <a:lnTo>
                    <a:pt x="396595" y="1217180"/>
                  </a:lnTo>
                  <a:lnTo>
                    <a:pt x="434848" y="1218387"/>
                  </a:lnTo>
                  <a:lnTo>
                    <a:pt x="489686" y="1219149"/>
                  </a:lnTo>
                  <a:lnTo>
                    <a:pt x="576402" y="1219149"/>
                  </a:lnTo>
                  <a:lnTo>
                    <a:pt x="654189" y="1209636"/>
                  </a:lnTo>
                  <a:lnTo>
                    <a:pt x="707758" y="1200023"/>
                  </a:lnTo>
                  <a:lnTo>
                    <a:pt x="760031" y="1187462"/>
                  </a:lnTo>
                  <a:lnTo>
                    <a:pt x="809777" y="1171689"/>
                  </a:lnTo>
                  <a:lnTo>
                    <a:pt x="854405" y="1152461"/>
                  </a:lnTo>
                  <a:lnTo>
                    <a:pt x="890117" y="1129499"/>
                  </a:lnTo>
                  <a:lnTo>
                    <a:pt x="921994" y="1083868"/>
                  </a:lnTo>
                  <a:lnTo>
                    <a:pt x="927100" y="1071397"/>
                  </a:lnTo>
                  <a:lnTo>
                    <a:pt x="927100" y="161290"/>
                  </a:lnTo>
                  <a:lnTo>
                    <a:pt x="927100" y="156718"/>
                  </a:lnTo>
                  <a:lnTo>
                    <a:pt x="927100" y="152146"/>
                  </a:lnTo>
                  <a:close/>
                </a:path>
              </a:pathLst>
            </a:custGeom>
            <a:solidFill>
              <a:srgbClr val="4A7EBB"/>
            </a:solidFill>
          </p:spPr>
          <p:txBody>
            <a:bodyPr wrap="square" lIns="0" tIns="0" rIns="0" bIns="0" rtlCol="0"/>
            <a:lstStyle/>
            <a:p>
              <a:endParaRPr/>
            </a:p>
          </p:txBody>
        </p:sp>
        <p:pic>
          <p:nvPicPr>
            <p:cNvPr id="86" name="object 86"/>
            <p:cNvPicPr/>
            <p:nvPr/>
          </p:nvPicPr>
          <p:blipFill>
            <a:blip r:embed="rId11" cstate="print"/>
            <a:stretch>
              <a:fillRect/>
            </a:stretch>
          </p:blipFill>
          <p:spPr>
            <a:xfrm>
              <a:off x="5969000" y="1460500"/>
              <a:ext cx="914400" cy="1054100"/>
            </a:xfrm>
            <a:prstGeom prst="rect">
              <a:avLst/>
            </a:prstGeom>
          </p:spPr>
        </p:pic>
        <p:pic>
          <p:nvPicPr>
            <p:cNvPr id="87" name="object 87"/>
            <p:cNvPicPr/>
            <p:nvPr/>
          </p:nvPicPr>
          <p:blipFill>
            <a:blip r:embed="rId12" cstate="print"/>
            <a:stretch>
              <a:fillRect/>
            </a:stretch>
          </p:blipFill>
          <p:spPr>
            <a:xfrm>
              <a:off x="5969000" y="1308100"/>
              <a:ext cx="914400" cy="292100"/>
            </a:xfrm>
            <a:prstGeom prst="rect">
              <a:avLst/>
            </a:prstGeom>
          </p:spPr>
        </p:pic>
        <p:sp>
          <p:nvSpPr>
            <p:cNvPr id="88" name="object 88"/>
            <p:cNvSpPr/>
            <p:nvPr/>
          </p:nvSpPr>
          <p:spPr>
            <a:xfrm>
              <a:off x="5956300" y="1295399"/>
              <a:ext cx="927100" cy="1231900"/>
            </a:xfrm>
            <a:custGeom>
              <a:avLst/>
              <a:gdLst/>
              <a:ahLst/>
              <a:cxnLst/>
              <a:rect l="l" t="t" r="r" b="b"/>
              <a:pathLst>
                <a:path w="927100" h="1231900">
                  <a:moveTo>
                    <a:pt x="926706" y="153085"/>
                  </a:moveTo>
                  <a:lnTo>
                    <a:pt x="925182" y="144665"/>
                  </a:lnTo>
                  <a:lnTo>
                    <a:pt x="917536" y="131508"/>
                  </a:lnTo>
                  <a:lnTo>
                    <a:pt x="917536" y="154622"/>
                  </a:lnTo>
                  <a:lnTo>
                    <a:pt x="917536" y="157695"/>
                  </a:lnTo>
                  <a:lnTo>
                    <a:pt x="917536" y="158457"/>
                  </a:lnTo>
                  <a:lnTo>
                    <a:pt x="916774" y="161518"/>
                  </a:lnTo>
                  <a:lnTo>
                    <a:pt x="916774" y="165354"/>
                  </a:lnTo>
                  <a:lnTo>
                    <a:pt x="871740" y="221970"/>
                  </a:lnTo>
                  <a:lnTo>
                    <a:pt x="833818" y="243052"/>
                  </a:lnTo>
                  <a:lnTo>
                    <a:pt x="788517" y="260629"/>
                  </a:lnTo>
                  <a:lnTo>
                    <a:pt x="738200" y="274967"/>
                  </a:lnTo>
                  <a:lnTo>
                    <a:pt x="685228" y="286270"/>
                  </a:lnTo>
                  <a:lnTo>
                    <a:pt x="631977" y="294792"/>
                  </a:lnTo>
                  <a:lnTo>
                    <a:pt x="580796" y="300748"/>
                  </a:lnTo>
                  <a:lnTo>
                    <a:pt x="534060" y="304380"/>
                  </a:lnTo>
                  <a:lnTo>
                    <a:pt x="486295" y="305841"/>
                  </a:lnTo>
                  <a:lnTo>
                    <a:pt x="439648" y="305600"/>
                  </a:lnTo>
                  <a:lnTo>
                    <a:pt x="385711" y="304088"/>
                  </a:lnTo>
                  <a:lnTo>
                    <a:pt x="344551" y="300990"/>
                  </a:lnTo>
                  <a:lnTo>
                    <a:pt x="296214" y="295313"/>
                  </a:lnTo>
                  <a:lnTo>
                    <a:pt x="243573" y="286791"/>
                  </a:lnTo>
                  <a:lnTo>
                    <a:pt x="190106" y="275323"/>
                  </a:lnTo>
                  <a:lnTo>
                    <a:pt x="138341" y="260565"/>
                  </a:lnTo>
                  <a:lnTo>
                    <a:pt x="91427" y="242341"/>
                  </a:lnTo>
                  <a:lnTo>
                    <a:pt x="52387" y="220408"/>
                  </a:lnTo>
                  <a:lnTo>
                    <a:pt x="9931" y="164592"/>
                  </a:lnTo>
                  <a:lnTo>
                    <a:pt x="9169" y="161518"/>
                  </a:lnTo>
                  <a:lnTo>
                    <a:pt x="9169" y="157695"/>
                  </a:lnTo>
                  <a:lnTo>
                    <a:pt x="9169" y="153860"/>
                  </a:lnTo>
                  <a:lnTo>
                    <a:pt x="54127" y="94399"/>
                  </a:lnTo>
                  <a:lnTo>
                    <a:pt x="93103" y="72580"/>
                  </a:lnTo>
                  <a:lnTo>
                    <a:pt x="139560" y="54597"/>
                  </a:lnTo>
                  <a:lnTo>
                    <a:pt x="190652" y="40170"/>
                  </a:lnTo>
                  <a:lnTo>
                    <a:pt x="243738" y="28943"/>
                  </a:lnTo>
                  <a:lnTo>
                    <a:pt x="295465" y="20713"/>
                  </a:lnTo>
                  <a:lnTo>
                    <a:pt x="343509" y="15100"/>
                  </a:lnTo>
                  <a:lnTo>
                    <a:pt x="384873" y="11811"/>
                  </a:lnTo>
                  <a:lnTo>
                    <a:pt x="416712" y="10553"/>
                  </a:lnTo>
                  <a:lnTo>
                    <a:pt x="439648" y="10553"/>
                  </a:lnTo>
                  <a:lnTo>
                    <a:pt x="463359" y="9791"/>
                  </a:lnTo>
                  <a:lnTo>
                    <a:pt x="544372" y="12217"/>
                  </a:lnTo>
                  <a:lnTo>
                    <a:pt x="596404" y="16713"/>
                  </a:lnTo>
                  <a:lnTo>
                    <a:pt x="652399" y="23888"/>
                  </a:lnTo>
                  <a:lnTo>
                    <a:pt x="709561" y="34112"/>
                  </a:lnTo>
                  <a:lnTo>
                    <a:pt x="765111" y="47752"/>
                  </a:lnTo>
                  <a:lnTo>
                    <a:pt x="816241" y="65176"/>
                  </a:lnTo>
                  <a:lnTo>
                    <a:pt x="860158" y="86766"/>
                  </a:lnTo>
                  <a:lnTo>
                    <a:pt x="894092" y="112877"/>
                  </a:lnTo>
                  <a:lnTo>
                    <a:pt x="916012" y="147726"/>
                  </a:lnTo>
                  <a:lnTo>
                    <a:pt x="917536" y="154622"/>
                  </a:lnTo>
                  <a:lnTo>
                    <a:pt x="917536" y="131508"/>
                  </a:lnTo>
                  <a:lnTo>
                    <a:pt x="873925" y="84023"/>
                  </a:lnTo>
                  <a:lnTo>
                    <a:pt x="833107" y="62052"/>
                  </a:lnTo>
                  <a:lnTo>
                    <a:pt x="784987" y="43967"/>
                  </a:lnTo>
                  <a:lnTo>
                    <a:pt x="731926" y="29464"/>
                  </a:lnTo>
                  <a:lnTo>
                    <a:pt x="676224" y="18237"/>
                  </a:lnTo>
                  <a:lnTo>
                    <a:pt x="620217" y="9982"/>
                  </a:lnTo>
                  <a:lnTo>
                    <a:pt x="566229" y="4394"/>
                  </a:lnTo>
                  <a:lnTo>
                    <a:pt x="516585" y="1168"/>
                  </a:lnTo>
                  <a:lnTo>
                    <a:pt x="473621" y="0"/>
                  </a:lnTo>
                  <a:lnTo>
                    <a:pt x="439648" y="584"/>
                  </a:lnTo>
                  <a:lnTo>
                    <a:pt x="393014" y="2120"/>
                  </a:lnTo>
                  <a:lnTo>
                    <a:pt x="321144" y="7747"/>
                  </a:lnTo>
                  <a:lnTo>
                    <a:pt x="273519" y="14249"/>
                  </a:lnTo>
                  <a:lnTo>
                    <a:pt x="222072" y="23558"/>
                  </a:lnTo>
                  <a:lnTo>
                    <a:pt x="169786" y="35966"/>
                  </a:lnTo>
                  <a:lnTo>
                    <a:pt x="119634" y="51739"/>
                  </a:lnTo>
                  <a:lnTo>
                    <a:pt x="74599" y="71145"/>
                  </a:lnTo>
                  <a:lnTo>
                    <a:pt x="37668" y="94449"/>
                  </a:lnTo>
                  <a:lnTo>
                    <a:pt x="0" y="153860"/>
                  </a:lnTo>
                  <a:lnTo>
                    <a:pt x="0" y="157695"/>
                  </a:lnTo>
                  <a:lnTo>
                    <a:pt x="0" y="162293"/>
                  </a:lnTo>
                  <a:lnTo>
                    <a:pt x="0" y="1078077"/>
                  </a:lnTo>
                  <a:lnTo>
                    <a:pt x="36512" y="1136383"/>
                  </a:lnTo>
                  <a:lnTo>
                    <a:pt x="72224" y="1159471"/>
                  </a:lnTo>
                  <a:lnTo>
                    <a:pt x="116166" y="1178852"/>
                  </a:lnTo>
                  <a:lnTo>
                    <a:pt x="165773" y="1194765"/>
                  </a:lnTo>
                  <a:lnTo>
                    <a:pt x="218503" y="1207465"/>
                  </a:lnTo>
                  <a:lnTo>
                    <a:pt x="271805" y="1217193"/>
                  </a:lnTo>
                  <a:lnTo>
                    <a:pt x="323126" y="1224203"/>
                  </a:lnTo>
                  <a:lnTo>
                    <a:pt x="369912" y="1228725"/>
                  </a:lnTo>
                  <a:lnTo>
                    <a:pt x="409600" y="1231023"/>
                  </a:lnTo>
                  <a:lnTo>
                    <a:pt x="439648" y="1231341"/>
                  </a:lnTo>
                  <a:lnTo>
                    <a:pt x="494118" y="1231252"/>
                  </a:lnTo>
                  <a:lnTo>
                    <a:pt x="556895" y="1228636"/>
                  </a:lnTo>
                  <a:lnTo>
                    <a:pt x="603643" y="1224127"/>
                  </a:lnTo>
                  <a:lnTo>
                    <a:pt x="654900" y="1217168"/>
                  </a:lnTo>
                  <a:lnTo>
                    <a:pt x="708126" y="1207490"/>
                  </a:lnTo>
                  <a:lnTo>
                    <a:pt x="760780" y="1194854"/>
                  </a:lnTo>
                  <a:lnTo>
                    <a:pt x="810336" y="1178979"/>
                  </a:lnTo>
                  <a:lnTo>
                    <a:pt x="854240" y="1159637"/>
                  </a:lnTo>
                  <a:lnTo>
                    <a:pt x="889965" y="1136535"/>
                  </a:lnTo>
                  <a:lnTo>
                    <a:pt x="926706" y="1078077"/>
                  </a:lnTo>
                  <a:lnTo>
                    <a:pt x="926706" y="162293"/>
                  </a:lnTo>
                  <a:lnTo>
                    <a:pt x="925182" y="170713"/>
                  </a:lnTo>
                  <a:lnTo>
                    <a:pt x="917536" y="184607"/>
                  </a:lnTo>
                  <a:lnTo>
                    <a:pt x="917536" y="1074242"/>
                  </a:lnTo>
                  <a:lnTo>
                    <a:pt x="916774" y="1077302"/>
                  </a:lnTo>
                  <a:lnTo>
                    <a:pt x="874102" y="1136548"/>
                  </a:lnTo>
                  <a:lnTo>
                    <a:pt x="832802" y="1159548"/>
                  </a:lnTo>
                  <a:lnTo>
                    <a:pt x="782688" y="1178483"/>
                  </a:lnTo>
                  <a:lnTo>
                    <a:pt x="727151" y="1193622"/>
                  </a:lnTo>
                  <a:lnTo>
                    <a:pt x="669569" y="1205217"/>
                  </a:lnTo>
                  <a:lnTo>
                    <a:pt x="613308" y="1213535"/>
                  </a:lnTo>
                  <a:lnTo>
                    <a:pt x="561759" y="1218819"/>
                  </a:lnTo>
                  <a:lnTo>
                    <a:pt x="518287" y="1221346"/>
                  </a:lnTo>
                  <a:lnTo>
                    <a:pt x="486295" y="1221384"/>
                  </a:lnTo>
                  <a:lnTo>
                    <a:pt x="463359" y="1222146"/>
                  </a:lnTo>
                  <a:lnTo>
                    <a:pt x="439648" y="1221384"/>
                  </a:lnTo>
                  <a:lnTo>
                    <a:pt x="405231" y="1221143"/>
                  </a:lnTo>
                  <a:lnTo>
                    <a:pt x="363702" y="1218717"/>
                  </a:lnTo>
                  <a:lnTo>
                    <a:pt x="312343" y="1213446"/>
                  </a:lnTo>
                  <a:lnTo>
                    <a:pt x="256438" y="1205191"/>
                  </a:lnTo>
                  <a:lnTo>
                    <a:pt x="199263" y="1193673"/>
                  </a:lnTo>
                  <a:lnTo>
                    <a:pt x="144094" y="1178598"/>
                  </a:lnTo>
                  <a:lnTo>
                    <a:pt x="94221" y="1159700"/>
                  </a:lnTo>
                  <a:lnTo>
                    <a:pt x="52920" y="1136713"/>
                  </a:lnTo>
                  <a:lnTo>
                    <a:pt x="23469" y="1109332"/>
                  </a:lnTo>
                  <a:lnTo>
                    <a:pt x="9169" y="1077302"/>
                  </a:lnTo>
                  <a:lnTo>
                    <a:pt x="9169" y="184848"/>
                  </a:lnTo>
                  <a:lnTo>
                    <a:pt x="1524" y="170713"/>
                  </a:lnTo>
                  <a:lnTo>
                    <a:pt x="863" y="167119"/>
                  </a:lnTo>
                  <a:lnTo>
                    <a:pt x="18986" y="202984"/>
                  </a:lnTo>
                  <a:lnTo>
                    <a:pt x="50241" y="230416"/>
                  </a:lnTo>
                  <a:lnTo>
                    <a:pt x="92329" y="253339"/>
                  </a:lnTo>
                  <a:lnTo>
                    <a:pt x="142252" y="272084"/>
                  </a:lnTo>
                  <a:lnTo>
                    <a:pt x="197040" y="286994"/>
                  </a:lnTo>
                  <a:lnTo>
                    <a:pt x="253707" y="298399"/>
                  </a:lnTo>
                  <a:lnTo>
                    <a:pt x="309283" y="306616"/>
                  </a:lnTo>
                  <a:lnTo>
                    <a:pt x="360781" y="311988"/>
                  </a:lnTo>
                  <a:lnTo>
                    <a:pt x="405231" y="314858"/>
                  </a:lnTo>
                  <a:lnTo>
                    <a:pt x="439648" y="315556"/>
                  </a:lnTo>
                  <a:lnTo>
                    <a:pt x="487057" y="315556"/>
                  </a:lnTo>
                  <a:lnTo>
                    <a:pt x="566356" y="311759"/>
                  </a:lnTo>
                  <a:lnTo>
                    <a:pt x="617766" y="306412"/>
                  </a:lnTo>
                  <a:lnTo>
                    <a:pt x="673138" y="298310"/>
                  </a:lnTo>
                  <a:lnTo>
                    <a:pt x="729538" y="287045"/>
                  </a:lnTo>
                  <a:lnTo>
                    <a:pt x="784072" y="272275"/>
                  </a:lnTo>
                  <a:lnTo>
                    <a:pt x="833818" y="253631"/>
                  </a:lnTo>
                  <a:lnTo>
                    <a:pt x="875855" y="230733"/>
                  </a:lnTo>
                  <a:lnTo>
                    <a:pt x="907288" y="203212"/>
                  </a:lnTo>
                  <a:lnTo>
                    <a:pt x="925944" y="166116"/>
                  </a:lnTo>
                  <a:lnTo>
                    <a:pt x="926706" y="162293"/>
                  </a:lnTo>
                  <a:lnTo>
                    <a:pt x="926706" y="157695"/>
                  </a:lnTo>
                  <a:lnTo>
                    <a:pt x="926706" y="153085"/>
                  </a:lnTo>
                  <a:close/>
                </a:path>
              </a:pathLst>
            </a:custGeom>
            <a:solidFill>
              <a:srgbClr val="4A7EBB"/>
            </a:solidFill>
          </p:spPr>
          <p:txBody>
            <a:bodyPr wrap="square" lIns="0" tIns="0" rIns="0" bIns="0" rtlCol="0"/>
            <a:lstStyle/>
            <a:p>
              <a:endParaRPr/>
            </a:p>
          </p:txBody>
        </p:sp>
      </p:grpSp>
      <p:sp>
        <p:nvSpPr>
          <p:cNvPr id="89" name="object 89"/>
          <p:cNvSpPr txBox="1"/>
          <p:nvPr/>
        </p:nvSpPr>
        <p:spPr>
          <a:xfrm>
            <a:off x="6055739" y="1809601"/>
            <a:ext cx="711200" cy="299720"/>
          </a:xfrm>
          <a:prstGeom prst="rect">
            <a:avLst/>
          </a:prstGeom>
        </p:spPr>
        <p:txBody>
          <a:bodyPr vert="horz" wrap="square" lIns="0" tIns="12700" rIns="0" bIns="0" rtlCol="0">
            <a:spAutoFit/>
          </a:bodyPr>
          <a:lstStyle/>
          <a:p>
            <a:pPr marL="12700">
              <a:lnSpc>
                <a:spcPct val="100000"/>
              </a:lnSpc>
              <a:spcBef>
                <a:spcPts val="100"/>
              </a:spcBef>
            </a:pPr>
            <a:r>
              <a:rPr sz="1800" spc="-45" dirty="0">
                <a:latin typeface="Calibri"/>
                <a:cs typeface="Calibri"/>
              </a:rPr>
              <a:t>Ap</a:t>
            </a:r>
            <a:r>
              <a:rPr sz="1800" spc="-50" dirty="0">
                <a:latin typeface="Calibri"/>
                <a:cs typeface="Calibri"/>
              </a:rPr>
              <a:t>og</a:t>
            </a:r>
            <a:r>
              <a:rPr sz="1800" dirty="0">
                <a:latin typeface="Calibri"/>
                <a:cs typeface="Calibri"/>
              </a:rPr>
              <a:t>ée</a:t>
            </a:r>
            <a:endParaRPr sz="1800">
              <a:latin typeface="Calibri"/>
              <a:cs typeface="Calibri"/>
            </a:endParaRPr>
          </a:p>
        </p:txBody>
      </p:sp>
      <p:sp>
        <p:nvSpPr>
          <p:cNvPr id="90" name="object 90"/>
          <p:cNvSpPr/>
          <p:nvPr/>
        </p:nvSpPr>
        <p:spPr>
          <a:xfrm>
            <a:off x="6870700" y="1904999"/>
            <a:ext cx="1003300" cy="1346200"/>
          </a:xfrm>
          <a:custGeom>
            <a:avLst/>
            <a:gdLst/>
            <a:ahLst/>
            <a:cxnLst/>
            <a:rect l="l" t="t" r="r" b="b"/>
            <a:pathLst>
              <a:path w="1003300" h="1346200">
                <a:moveTo>
                  <a:pt x="1003033" y="1338427"/>
                </a:moveTo>
                <a:lnTo>
                  <a:pt x="21577" y="14655"/>
                </a:lnTo>
                <a:lnTo>
                  <a:pt x="987336" y="253492"/>
                </a:lnTo>
                <a:lnTo>
                  <a:pt x="990346" y="241046"/>
                </a:lnTo>
                <a:lnTo>
                  <a:pt x="15709" y="0"/>
                </a:lnTo>
                <a:lnTo>
                  <a:pt x="14478" y="5067"/>
                </a:lnTo>
                <a:lnTo>
                  <a:pt x="10731" y="0"/>
                </a:lnTo>
                <a:lnTo>
                  <a:pt x="0" y="7658"/>
                </a:lnTo>
                <a:lnTo>
                  <a:pt x="992301" y="1346073"/>
                </a:lnTo>
                <a:lnTo>
                  <a:pt x="1003033" y="1338427"/>
                </a:lnTo>
                <a:close/>
              </a:path>
            </a:pathLst>
          </a:custGeom>
          <a:solidFill>
            <a:srgbClr val="000000"/>
          </a:solidFill>
        </p:spPr>
        <p:txBody>
          <a:bodyPr wrap="square" lIns="0" tIns="0" rIns="0" bIns="0" rtlCol="0"/>
          <a:lstStyle/>
          <a:p>
            <a:endParaRPr/>
          </a:p>
        </p:txBody>
      </p:sp>
      <p:sp>
        <p:nvSpPr>
          <p:cNvPr id="91" name="object 91"/>
          <p:cNvSpPr txBox="1"/>
          <p:nvPr/>
        </p:nvSpPr>
        <p:spPr>
          <a:xfrm>
            <a:off x="1284097" y="4780131"/>
            <a:ext cx="896619" cy="269240"/>
          </a:xfrm>
          <a:prstGeom prst="rect">
            <a:avLst/>
          </a:prstGeom>
        </p:spPr>
        <p:txBody>
          <a:bodyPr vert="horz" wrap="square" lIns="0" tIns="12700" rIns="0" bIns="0" rtlCol="0">
            <a:spAutoFit/>
          </a:bodyPr>
          <a:lstStyle/>
          <a:p>
            <a:pPr marL="12700">
              <a:lnSpc>
                <a:spcPct val="100000"/>
              </a:lnSpc>
              <a:spcBef>
                <a:spcPts val="100"/>
              </a:spcBef>
            </a:pPr>
            <a:r>
              <a:rPr sz="1600" spc="-15" dirty="0">
                <a:latin typeface="Calibri"/>
                <a:cs typeface="Calibri"/>
              </a:rPr>
              <a:t>Professeur</a:t>
            </a:r>
            <a:endParaRPr sz="1600">
              <a:latin typeface="Calibri"/>
              <a:cs typeface="Calibri"/>
            </a:endParaRPr>
          </a:p>
        </p:txBody>
      </p:sp>
      <p:sp>
        <p:nvSpPr>
          <p:cNvPr id="92" name="object 92"/>
          <p:cNvSpPr txBox="1"/>
          <p:nvPr/>
        </p:nvSpPr>
        <p:spPr>
          <a:xfrm>
            <a:off x="2909697" y="5174784"/>
            <a:ext cx="5294630" cy="1200785"/>
          </a:xfrm>
          <a:prstGeom prst="rect">
            <a:avLst/>
          </a:prstGeom>
        </p:spPr>
        <p:txBody>
          <a:bodyPr vert="horz" wrap="square" lIns="0" tIns="125730" rIns="0" bIns="0" rtlCol="0">
            <a:spAutoFit/>
          </a:bodyPr>
          <a:lstStyle/>
          <a:p>
            <a:pPr marL="355600">
              <a:lnSpc>
                <a:spcPct val="100000"/>
              </a:lnSpc>
              <a:spcBef>
                <a:spcPts val="990"/>
              </a:spcBef>
            </a:pPr>
            <a:r>
              <a:rPr sz="1400" spc="-25" dirty="0">
                <a:latin typeface="Calibri"/>
                <a:cs typeface="Calibri"/>
              </a:rPr>
              <a:t>Soumet</a:t>
            </a:r>
            <a:r>
              <a:rPr sz="1400" spc="-15" dirty="0">
                <a:latin typeface="Calibri"/>
                <a:cs typeface="Calibri"/>
              </a:rPr>
              <a:t> </a:t>
            </a:r>
            <a:r>
              <a:rPr sz="1400" spc="-10" dirty="0">
                <a:latin typeface="Calibri"/>
                <a:cs typeface="Calibri"/>
              </a:rPr>
              <a:t>les</a:t>
            </a:r>
            <a:r>
              <a:rPr sz="1400" spc="10" dirty="0">
                <a:latin typeface="Calibri"/>
                <a:cs typeface="Calibri"/>
              </a:rPr>
              <a:t> </a:t>
            </a:r>
            <a:r>
              <a:rPr sz="1400" spc="-10" dirty="0">
                <a:latin typeface="Calibri"/>
                <a:cs typeface="Calibri"/>
              </a:rPr>
              <a:t>notes</a:t>
            </a:r>
            <a:endParaRPr sz="1400">
              <a:latin typeface="Calibri"/>
              <a:cs typeface="Calibri"/>
            </a:endParaRPr>
          </a:p>
          <a:p>
            <a:pPr marL="2654300">
              <a:lnSpc>
                <a:spcPct val="100000"/>
              </a:lnSpc>
              <a:spcBef>
                <a:spcPts val="1019"/>
              </a:spcBef>
            </a:pPr>
            <a:r>
              <a:rPr sz="1600" spc="-40" dirty="0">
                <a:latin typeface="Calibri"/>
                <a:cs typeface="Calibri"/>
              </a:rPr>
              <a:t>S</a:t>
            </a:r>
            <a:r>
              <a:rPr sz="1600" spc="-30" dirty="0">
                <a:latin typeface="Calibri"/>
                <a:cs typeface="Calibri"/>
              </a:rPr>
              <a:t>y</a:t>
            </a:r>
            <a:r>
              <a:rPr sz="1600" spc="-25" dirty="0">
                <a:latin typeface="Calibri"/>
                <a:cs typeface="Calibri"/>
              </a:rPr>
              <a:t>s</a:t>
            </a:r>
            <a:r>
              <a:rPr sz="1600" spc="-40" dirty="0">
                <a:latin typeface="Calibri"/>
                <a:cs typeface="Calibri"/>
              </a:rPr>
              <a:t>t</a:t>
            </a:r>
            <a:r>
              <a:rPr sz="1600" dirty="0">
                <a:latin typeface="Calibri"/>
                <a:cs typeface="Calibri"/>
              </a:rPr>
              <a:t>è</a:t>
            </a:r>
            <a:r>
              <a:rPr sz="1600" spc="20" dirty="0">
                <a:latin typeface="Calibri"/>
                <a:cs typeface="Calibri"/>
              </a:rPr>
              <a:t>m</a:t>
            </a:r>
            <a:r>
              <a:rPr sz="1600" dirty="0">
                <a:latin typeface="Calibri"/>
                <a:cs typeface="Calibri"/>
              </a:rPr>
              <a:t>e</a:t>
            </a:r>
            <a:r>
              <a:rPr sz="1600" spc="-60" dirty="0">
                <a:latin typeface="Calibri"/>
                <a:cs typeface="Calibri"/>
              </a:rPr>
              <a:t> </a:t>
            </a:r>
            <a:r>
              <a:rPr sz="1600" spc="10" dirty="0">
                <a:latin typeface="Calibri"/>
                <a:cs typeface="Calibri"/>
              </a:rPr>
              <a:t>f</a:t>
            </a:r>
            <a:r>
              <a:rPr sz="1600" spc="30" dirty="0">
                <a:latin typeface="Calibri"/>
                <a:cs typeface="Calibri"/>
              </a:rPr>
              <a:t>a</a:t>
            </a:r>
            <a:r>
              <a:rPr sz="1600" spc="20" dirty="0">
                <a:latin typeface="Calibri"/>
                <a:cs typeface="Calibri"/>
              </a:rPr>
              <a:t>c</a:t>
            </a:r>
            <a:r>
              <a:rPr sz="1600" spc="-40" dirty="0">
                <a:latin typeface="Calibri"/>
                <a:cs typeface="Calibri"/>
              </a:rPr>
              <a:t>t</a:t>
            </a:r>
            <a:r>
              <a:rPr sz="1600" spc="-45" dirty="0">
                <a:latin typeface="Calibri"/>
                <a:cs typeface="Calibri"/>
              </a:rPr>
              <a:t>u</a:t>
            </a:r>
            <a:r>
              <a:rPr sz="1600" spc="40" dirty="0">
                <a:latin typeface="Calibri"/>
                <a:cs typeface="Calibri"/>
              </a:rPr>
              <a:t>r</a:t>
            </a:r>
            <a:r>
              <a:rPr sz="1600" spc="30" dirty="0">
                <a:latin typeface="Calibri"/>
                <a:cs typeface="Calibri"/>
              </a:rPr>
              <a:t>a</a:t>
            </a:r>
            <a:r>
              <a:rPr sz="1600" spc="-40" dirty="0">
                <a:latin typeface="Calibri"/>
                <a:cs typeface="Calibri"/>
              </a:rPr>
              <a:t>t</a:t>
            </a:r>
            <a:r>
              <a:rPr sz="1600" spc="30" dirty="0">
                <a:latin typeface="Calibri"/>
                <a:cs typeface="Calibri"/>
              </a:rPr>
              <a:t>i</a:t>
            </a:r>
            <a:r>
              <a:rPr sz="1600" spc="-45" dirty="0">
                <a:latin typeface="Calibri"/>
                <a:cs typeface="Calibri"/>
              </a:rPr>
              <a:t>o</a:t>
            </a:r>
            <a:r>
              <a:rPr sz="1600" dirty="0">
                <a:latin typeface="Calibri"/>
                <a:cs typeface="Calibri"/>
              </a:rPr>
              <a:t>n</a:t>
            </a:r>
            <a:endParaRPr sz="1600">
              <a:latin typeface="Calibri"/>
              <a:cs typeface="Calibri"/>
            </a:endParaRPr>
          </a:p>
          <a:p>
            <a:pPr marL="12700">
              <a:lnSpc>
                <a:spcPct val="100000"/>
              </a:lnSpc>
              <a:spcBef>
                <a:spcPts val="1580"/>
              </a:spcBef>
            </a:pPr>
            <a:r>
              <a:rPr sz="1800" spc="-30" dirty="0">
                <a:solidFill>
                  <a:srgbClr val="C00000"/>
                </a:solidFill>
                <a:latin typeface="Calibri"/>
                <a:cs typeface="Calibri"/>
              </a:rPr>
              <a:t>Aucune</a:t>
            </a:r>
            <a:r>
              <a:rPr sz="1800" spc="195" dirty="0">
                <a:solidFill>
                  <a:srgbClr val="C00000"/>
                </a:solidFill>
                <a:latin typeface="Calibri"/>
                <a:cs typeface="Calibri"/>
              </a:rPr>
              <a:t> </a:t>
            </a:r>
            <a:r>
              <a:rPr sz="1800" spc="-10" dirty="0">
                <a:solidFill>
                  <a:srgbClr val="C00000"/>
                </a:solidFill>
                <a:latin typeface="Calibri"/>
                <a:cs typeface="Calibri"/>
              </a:rPr>
              <a:t>relation</a:t>
            </a:r>
            <a:r>
              <a:rPr sz="1800" spc="-55" dirty="0">
                <a:solidFill>
                  <a:srgbClr val="C00000"/>
                </a:solidFill>
                <a:latin typeface="Calibri"/>
                <a:cs typeface="Calibri"/>
              </a:rPr>
              <a:t> </a:t>
            </a:r>
            <a:r>
              <a:rPr sz="1800" spc="-25" dirty="0">
                <a:solidFill>
                  <a:srgbClr val="C00000"/>
                </a:solidFill>
                <a:latin typeface="Calibri"/>
                <a:cs typeface="Calibri"/>
              </a:rPr>
              <a:t>temporelle</a:t>
            </a:r>
            <a:r>
              <a:rPr sz="1800" spc="-5" dirty="0">
                <a:solidFill>
                  <a:srgbClr val="C00000"/>
                </a:solidFill>
                <a:latin typeface="Calibri"/>
                <a:cs typeface="Calibri"/>
              </a:rPr>
              <a:t> </a:t>
            </a:r>
            <a:r>
              <a:rPr sz="1800" spc="-20" dirty="0">
                <a:solidFill>
                  <a:srgbClr val="C00000"/>
                </a:solidFill>
                <a:latin typeface="Calibri"/>
                <a:cs typeface="Calibri"/>
              </a:rPr>
              <a:t>dans</a:t>
            </a:r>
            <a:r>
              <a:rPr sz="1800" spc="85" dirty="0">
                <a:solidFill>
                  <a:srgbClr val="C00000"/>
                </a:solidFill>
                <a:latin typeface="Calibri"/>
                <a:cs typeface="Calibri"/>
              </a:rPr>
              <a:t> </a:t>
            </a:r>
            <a:r>
              <a:rPr sz="1800" spc="15" dirty="0">
                <a:solidFill>
                  <a:srgbClr val="C00000"/>
                </a:solidFill>
                <a:latin typeface="Calibri"/>
                <a:cs typeface="Calibri"/>
              </a:rPr>
              <a:t>ce</a:t>
            </a:r>
            <a:r>
              <a:rPr sz="1800" dirty="0">
                <a:solidFill>
                  <a:srgbClr val="C00000"/>
                </a:solidFill>
                <a:latin typeface="Calibri"/>
                <a:cs typeface="Calibri"/>
              </a:rPr>
              <a:t> </a:t>
            </a:r>
            <a:r>
              <a:rPr sz="1800" spc="-20" dirty="0">
                <a:solidFill>
                  <a:srgbClr val="C00000"/>
                </a:solidFill>
                <a:latin typeface="Calibri"/>
                <a:cs typeface="Calibri"/>
              </a:rPr>
              <a:t>type</a:t>
            </a:r>
            <a:r>
              <a:rPr sz="1800" spc="-5" dirty="0">
                <a:solidFill>
                  <a:srgbClr val="C00000"/>
                </a:solidFill>
                <a:latin typeface="Calibri"/>
                <a:cs typeface="Calibri"/>
              </a:rPr>
              <a:t> </a:t>
            </a:r>
            <a:r>
              <a:rPr sz="1800" spc="-25" dirty="0">
                <a:solidFill>
                  <a:srgbClr val="C00000"/>
                </a:solidFill>
                <a:latin typeface="Calibri"/>
                <a:cs typeface="Calibri"/>
              </a:rPr>
              <a:t>de</a:t>
            </a:r>
            <a:r>
              <a:rPr sz="1800" spc="105" dirty="0">
                <a:solidFill>
                  <a:srgbClr val="C00000"/>
                </a:solidFill>
                <a:latin typeface="Calibri"/>
                <a:cs typeface="Calibri"/>
              </a:rPr>
              <a:t> </a:t>
            </a:r>
            <a:r>
              <a:rPr sz="1800" spc="-20" dirty="0">
                <a:solidFill>
                  <a:srgbClr val="C00000"/>
                </a:solidFill>
                <a:latin typeface="Calibri"/>
                <a:cs typeface="Calibri"/>
              </a:rPr>
              <a:t>diagramme</a:t>
            </a:r>
            <a:r>
              <a:rPr sz="1800" spc="95" dirty="0">
                <a:solidFill>
                  <a:srgbClr val="C00000"/>
                </a:solidFill>
                <a:latin typeface="Calibri"/>
                <a:cs typeface="Calibri"/>
              </a:rPr>
              <a:t> </a:t>
            </a:r>
            <a:r>
              <a:rPr sz="1800" dirty="0">
                <a:solidFill>
                  <a:srgbClr val="C00000"/>
                </a:solidFill>
                <a:latin typeface="Calibri"/>
                <a:cs typeface="Calibri"/>
              </a:rPr>
              <a:t>!</a:t>
            </a:r>
            <a:endParaRPr sz="1800">
              <a:latin typeface="Calibri"/>
              <a:cs typeface="Calibri"/>
            </a:endParaRPr>
          </a:p>
        </p:txBody>
      </p:sp>
    </p:spTree>
    <p:extLst>
      <p:ext uri="{BB962C8B-B14F-4D97-AF65-F5344CB8AC3E}">
        <p14:creationId xmlns:p14="http://schemas.microsoft.com/office/powerpoint/2010/main" val="14885048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43000" y="685800"/>
            <a:ext cx="2736215" cy="756920"/>
          </a:xfrm>
          <a:prstGeom prst="rect">
            <a:avLst/>
          </a:prstGeom>
        </p:spPr>
        <p:txBody>
          <a:bodyPr vert="horz" wrap="square" lIns="0" tIns="12700" rIns="0" bIns="0" rtlCol="0">
            <a:spAutoFit/>
          </a:bodyPr>
          <a:lstStyle/>
          <a:p>
            <a:pPr marL="12700">
              <a:lnSpc>
                <a:spcPct val="100000"/>
              </a:lnSpc>
              <a:spcBef>
                <a:spcPts val="100"/>
              </a:spcBef>
            </a:pPr>
            <a:r>
              <a:rPr spc="-120" dirty="0" err="1"/>
              <a:t>Exercice</a:t>
            </a:r>
            <a:endParaRPr spc="-90" dirty="0"/>
          </a:p>
        </p:txBody>
      </p:sp>
      <p:sp>
        <p:nvSpPr>
          <p:cNvPr id="3" name="object 3"/>
          <p:cNvSpPr txBox="1"/>
          <p:nvPr/>
        </p:nvSpPr>
        <p:spPr>
          <a:xfrm>
            <a:off x="1295400" y="2362200"/>
            <a:ext cx="5487670" cy="1841500"/>
          </a:xfrm>
          <a:prstGeom prst="rect">
            <a:avLst/>
          </a:prstGeom>
        </p:spPr>
        <p:txBody>
          <a:bodyPr vert="horz" wrap="square" lIns="0" tIns="165100" rIns="0" bIns="0" rtlCol="0">
            <a:spAutoFit/>
          </a:bodyPr>
          <a:lstStyle/>
          <a:p>
            <a:pPr marL="241300" indent="-228600">
              <a:lnSpc>
                <a:spcPct val="100000"/>
              </a:lnSpc>
              <a:spcBef>
                <a:spcPts val="1300"/>
              </a:spcBef>
              <a:buClr>
                <a:srgbClr val="E48312"/>
              </a:buClr>
              <a:buSzPct val="95000"/>
              <a:buFont typeface="Wingdings"/>
              <a:buChar char=""/>
              <a:tabLst>
                <a:tab pos="241300" algn="l"/>
              </a:tabLst>
            </a:pPr>
            <a:r>
              <a:rPr sz="2000" spc="-45" dirty="0">
                <a:solidFill>
                  <a:srgbClr val="404040"/>
                </a:solidFill>
                <a:latin typeface="Calibri"/>
                <a:cs typeface="Calibri"/>
              </a:rPr>
              <a:t>L</a:t>
            </a:r>
            <a:r>
              <a:rPr sz="2000" spc="40" dirty="0">
                <a:solidFill>
                  <a:srgbClr val="404040"/>
                </a:solidFill>
                <a:latin typeface="Calibri"/>
                <a:cs typeface="Calibri"/>
              </a:rPr>
              <a:t>i</a:t>
            </a:r>
            <a:r>
              <a:rPr sz="2000" spc="15" dirty="0">
                <a:solidFill>
                  <a:srgbClr val="404040"/>
                </a:solidFill>
                <a:latin typeface="Calibri"/>
                <a:cs typeface="Calibri"/>
              </a:rPr>
              <a:t>s</a:t>
            </a:r>
            <a:r>
              <a:rPr sz="2000" spc="30" dirty="0">
                <a:solidFill>
                  <a:srgbClr val="404040"/>
                </a:solidFill>
                <a:latin typeface="Calibri"/>
                <a:cs typeface="Calibri"/>
              </a:rPr>
              <a:t>t</a:t>
            </a:r>
            <a:r>
              <a:rPr sz="2000" dirty="0">
                <a:solidFill>
                  <a:srgbClr val="404040"/>
                </a:solidFill>
                <a:latin typeface="Calibri"/>
                <a:cs typeface="Calibri"/>
              </a:rPr>
              <a:t>er</a:t>
            </a:r>
            <a:r>
              <a:rPr sz="2000" spc="-50" dirty="0">
                <a:solidFill>
                  <a:srgbClr val="404040"/>
                </a:solidFill>
                <a:latin typeface="Calibri"/>
                <a:cs typeface="Calibri"/>
              </a:rPr>
              <a:t> </a:t>
            </a:r>
            <a:r>
              <a:rPr sz="2000" spc="40" dirty="0">
                <a:solidFill>
                  <a:srgbClr val="404040"/>
                </a:solidFill>
                <a:latin typeface="Calibri"/>
                <a:cs typeface="Calibri"/>
              </a:rPr>
              <a:t>l</a:t>
            </a:r>
            <a:r>
              <a:rPr sz="2000" dirty="0">
                <a:solidFill>
                  <a:srgbClr val="404040"/>
                </a:solidFill>
                <a:latin typeface="Calibri"/>
                <a:cs typeface="Calibri"/>
              </a:rPr>
              <a:t>es</a:t>
            </a:r>
            <a:r>
              <a:rPr sz="2000" spc="-35" dirty="0">
                <a:solidFill>
                  <a:srgbClr val="404040"/>
                </a:solidFill>
                <a:latin typeface="Calibri"/>
                <a:cs typeface="Calibri"/>
              </a:rPr>
              <a:t> </a:t>
            </a:r>
            <a:r>
              <a:rPr sz="2000" spc="40" dirty="0">
                <a:solidFill>
                  <a:srgbClr val="404040"/>
                </a:solidFill>
                <a:latin typeface="Calibri"/>
                <a:cs typeface="Calibri"/>
              </a:rPr>
              <a:t>a</a:t>
            </a:r>
            <a:r>
              <a:rPr sz="2000" spc="-50" dirty="0">
                <a:solidFill>
                  <a:srgbClr val="404040"/>
                </a:solidFill>
                <a:latin typeface="Calibri"/>
                <a:cs typeface="Calibri"/>
              </a:rPr>
              <a:t>c</a:t>
            </a:r>
            <a:r>
              <a:rPr sz="2000" spc="30" dirty="0">
                <a:solidFill>
                  <a:srgbClr val="404040"/>
                </a:solidFill>
                <a:latin typeface="Calibri"/>
                <a:cs typeface="Calibri"/>
              </a:rPr>
              <a:t>t</a:t>
            </a:r>
            <a:r>
              <a:rPr sz="2000" dirty="0">
                <a:solidFill>
                  <a:srgbClr val="404040"/>
                </a:solidFill>
                <a:latin typeface="Calibri"/>
                <a:cs typeface="Calibri"/>
              </a:rPr>
              <a:t>e</a:t>
            </a:r>
            <a:r>
              <a:rPr sz="2000" spc="45" dirty="0">
                <a:solidFill>
                  <a:srgbClr val="404040"/>
                </a:solidFill>
                <a:latin typeface="Calibri"/>
                <a:cs typeface="Calibri"/>
              </a:rPr>
              <a:t>u</a:t>
            </a:r>
            <a:r>
              <a:rPr sz="2000" dirty="0">
                <a:solidFill>
                  <a:srgbClr val="404040"/>
                </a:solidFill>
                <a:latin typeface="Calibri"/>
                <a:cs typeface="Calibri"/>
              </a:rPr>
              <a:t>rs</a:t>
            </a:r>
            <a:r>
              <a:rPr sz="2000" spc="-135" dirty="0">
                <a:solidFill>
                  <a:srgbClr val="404040"/>
                </a:solidFill>
                <a:latin typeface="Calibri"/>
                <a:cs typeface="Calibri"/>
              </a:rPr>
              <a:t> </a:t>
            </a:r>
            <a:r>
              <a:rPr sz="2000" spc="45" dirty="0">
                <a:solidFill>
                  <a:srgbClr val="404040"/>
                </a:solidFill>
                <a:latin typeface="Calibri"/>
                <a:cs typeface="Calibri"/>
              </a:rPr>
              <a:t>d</a:t>
            </a:r>
            <a:r>
              <a:rPr sz="2000" dirty="0">
                <a:solidFill>
                  <a:srgbClr val="404040"/>
                </a:solidFill>
                <a:latin typeface="Calibri"/>
                <a:cs typeface="Calibri"/>
              </a:rPr>
              <a:t>u</a:t>
            </a:r>
            <a:r>
              <a:rPr sz="2000" spc="-105" dirty="0">
                <a:solidFill>
                  <a:srgbClr val="404040"/>
                </a:solidFill>
                <a:latin typeface="Calibri"/>
                <a:cs typeface="Calibri"/>
              </a:rPr>
              <a:t> </a:t>
            </a:r>
            <a:r>
              <a:rPr sz="2000" spc="15" dirty="0">
                <a:solidFill>
                  <a:srgbClr val="404040"/>
                </a:solidFill>
                <a:latin typeface="Calibri"/>
                <a:cs typeface="Calibri"/>
              </a:rPr>
              <a:t>s</a:t>
            </a:r>
            <a:r>
              <a:rPr sz="2000" spc="-10" dirty="0">
                <a:solidFill>
                  <a:srgbClr val="404040"/>
                </a:solidFill>
                <a:latin typeface="Calibri"/>
                <a:cs typeface="Calibri"/>
              </a:rPr>
              <a:t>y</a:t>
            </a:r>
            <a:r>
              <a:rPr sz="2000" spc="15" dirty="0">
                <a:solidFill>
                  <a:srgbClr val="404040"/>
                </a:solidFill>
                <a:latin typeface="Calibri"/>
                <a:cs typeface="Calibri"/>
              </a:rPr>
              <a:t>s</a:t>
            </a:r>
            <a:r>
              <a:rPr sz="2000" spc="30" dirty="0">
                <a:solidFill>
                  <a:srgbClr val="404040"/>
                </a:solidFill>
                <a:latin typeface="Calibri"/>
                <a:cs typeface="Calibri"/>
              </a:rPr>
              <a:t>t</a:t>
            </a:r>
            <a:r>
              <a:rPr sz="2000" dirty="0">
                <a:solidFill>
                  <a:srgbClr val="404040"/>
                </a:solidFill>
                <a:latin typeface="Calibri"/>
                <a:cs typeface="Calibri"/>
              </a:rPr>
              <a:t>ème</a:t>
            </a:r>
            <a:endParaRPr sz="2000" dirty="0">
              <a:latin typeface="Calibri"/>
              <a:cs typeface="Calibri"/>
            </a:endParaRPr>
          </a:p>
          <a:p>
            <a:pPr marL="241300" indent="-228600">
              <a:lnSpc>
                <a:spcPct val="100000"/>
              </a:lnSpc>
              <a:spcBef>
                <a:spcPts val="1200"/>
              </a:spcBef>
              <a:buClr>
                <a:srgbClr val="E48312"/>
              </a:buClr>
              <a:buSzPct val="95000"/>
              <a:buFont typeface="Wingdings"/>
              <a:buChar char=""/>
              <a:tabLst>
                <a:tab pos="241300" algn="l"/>
              </a:tabLst>
            </a:pPr>
            <a:r>
              <a:rPr sz="2000" spc="5" dirty="0">
                <a:solidFill>
                  <a:srgbClr val="404040"/>
                </a:solidFill>
                <a:latin typeface="Calibri"/>
                <a:cs typeface="Calibri"/>
              </a:rPr>
              <a:t>Lister</a:t>
            </a:r>
            <a:r>
              <a:rPr sz="2000" spc="-65" dirty="0">
                <a:solidFill>
                  <a:srgbClr val="404040"/>
                </a:solidFill>
                <a:latin typeface="Calibri"/>
                <a:cs typeface="Calibri"/>
              </a:rPr>
              <a:t> </a:t>
            </a:r>
            <a:r>
              <a:rPr sz="2000" spc="10" dirty="0">
                <a:solidFill>
                  <a:srgbClr val="404040"/>
                </a:solidFill>
                <a:latin typeface="Calibri"/>
                <a:cs typeface="Calibri"/>
              </a:rPr>
              <a:t>les</a:t>
            </a:r>
            <a:r>
              <a:rPr sz="2000" spc="-45" dirty="0">
                <a:solidFill>
                  <a:srgbClr val="404040"/>
                </a:solidFill>
                <a:latin typeface="Calibri"/>
                <a:cs typeface="Calibri"/>
              </a:rPr>
              <a:t> </a:t>
            </a:r>
            <a:r>
              <a:rPr sz="2000" spc="-5" dirty="0">
                <a:solidFill>
                  <a:srgbClr val="404040"/>
                </a:solidFill>
                <a:latin typeface="Calibri"/>
                <a:cs typeface="Calibri"/>
              </a:rPr>
              <a:t>cas</a:t>
            </a:r>
            <a:r>
              <a:rPr sz="2000" spc="-50" dirty="0">
                <a:solidFill>
                  <a:srgbClr val="404040"/>
                </a:solidFill>
                <a:latin typeface="Calibri"/>
                <a:cs typeface="Calibri"/>
              </a:rPr>
              <a:t> </a:t>
            </a:r>
            <a:r>
              <a:rPr sz="2000" spc="15" dirty="0">
                <a:solidFill>
                  <a:srgbClr val="404040"/>
                </a:solidFill>
                <a:latin typeface="Calibri"/>
                <a:cs typeface="Calibri"/>
              </a:rPr>
              <a:t>d’utilisation</a:t>
            </a:r>
            <a:endParaRPr sz="2000" dirty="0">
              <a:latin typeface="Calibri"/>
              <a:cs typeface="Calibri"/>
            </a:endParaRPr>
          </a:p>
          <a:p>
            <a:pPr marL="241300" indent="-228600">
              <a:lnSpc>
                <a:spcPct val="100000"/>
              </a:lnSpc>
              <a:spcBef>
                <a:spcPts val="1200"/>
              </a:spcBef>
              <a:buClr>
                <a:srgbClr val="E48312"/>
              </a:buClr>
              <a:buSzPct val="95000"/>
              <a:buFont typeface="Wingdings"/>
              <a:buChar char=""/>
              <a:tabLst>
                <a:tab pos="241300" algn="l"/>
              </a:tabLst>
            </a:pPr>
            <a:r>
              <a:rPr sz="2000" spc="-10" dirty="0">
                <a:solidFill>
                  <a:srgbClr val="404040"/>
                </a:solidFill>
                <a:latin typeface="Calibri"/>
                <a:cs typeface="Calibri"/>
              </a:rPr>
              <a:t>Décrire</a:t>
            </a:r>
            <a:r>
              <a:rPr sz="2000" spc="50" dirty="0">
                <a:solidFill>
                  <a:srgbClr val="404040"/>
                </a:solidFill>
                <a:latin typeface="Calibri"/>
                <a:cs typeface="Calibri"/>
              </a:rPr>
              <a:t> </a:t>
            </a:r>
            <a:r>
              <a:rPr sz="2000" dirty="0">
                <a:solidFill>
                  <a:srgbClr val="404040"/>
                </a:solidFill>
                <a:latin typeface="Calibri"/>
                <a:cs typeface="Calibri"/>
              </a:rPr>
              <a:t>en </a:t>
            </a:r>
            <a:r>
              <a:rPr sz="2000" spc="25" dirty="0">
                <a:solidFill>
                  <a:srgbClr val="404040"/>
                </a:solidFill>
                <a:latin typeface="Calibri"/>
                <a:cs typeface="Calibri"/>
              </a:rPr>
              <a:t>quelques</a:t>
            </a:r>
            <a:r>
              <a:rPr sz="2000" spc="-130" dirty="0">
                <a:solidFill>
                  <a:srgbClr val="404040"/>
                </a:solidFill>
                <a:latin typeface="Calibri"/>
                <a:cs typeface="Calibri"/>
              </a:rPr>
              <a:t> </a:t>
            </a:r>
            <a:r>
              <a:rPr sz="2000" spc="15" dirty="0">
                <a:solidFill>
                  <a:srgbClr val="404040"/>
                </a:solidFill>
                <a:latin typeface="Calibri"/>
                <a:cs typeface="Calibri"/>
              </a:rPr>
              <a:t>mots</a:t>
            </a:r>
            <a:r>
              <a:rPr sz="2000" spc="-135" dirty="0">
                <a:solidFill>
                  <a:srgbClr val="404040"/>
                </a:solidFill>
                <a:latin typeface="Calibri"/>
                <a:cs typeface="Calibri"/>
              </a:rPr>
              <a:t> </a:t>
            </a:r>
            <a:r>
              <a:rPr sz="2000" spc="20" dirty="0">
                <a:solidFill>
                  <a:srgbClr val="404040"/>
                </a:solidFill>
                <a:latin typeface="Calibri"/>
                <a:cs typeface="Calibri"/>
              </a:rPr>
              <a:t>chaque</a:t>
            </a:r>
            <a:r>
              <a:rPr sz="2000" spc="-145" dirty="0">
                <a:solidFill>
                  <a:srgbClr val="404040"/>
                </a:solidFill>
                <a:latin typeface="Calibri"/>
                <a:cs typeface="Calibri"/>
              </a:rPr>
              <a:t> </a:t>
            </a:r>
            <a:r>
              <a:rPr sz="2000" spc="-5" dirty="0">
                <a:solidFill>
                  <a:srgbClr val="404040"/>
                </a:solidFill>
                <a:latin typeface="Calibri"/>
                <a:cs typeface="Calibri"/>
              </a:rPr>
              <a:t>cas</a:t>
            </a:r>
            <a:r>
              <a:rPr sz="2000" spc="-30" dirty="0">
                <a:solidFill>
                  <a:srgbClr val="404040"/>
                </a:solidFill>
                <a:latin typeface="Calibri"/>
                <a:cs typeface="Calibri"/>
              </a:rPr>
              <a:t> </a:t>
            </a:r>
            <a:r>
              <a:rPr sz="2000" spc="15" dirty="0">
                <a:solidFill>
                  <a:srgbClr val="404040"/>
                </a:solidFill>
                <a:latin typeface="Calibri"/>
                <a:cs typeface="Calibri"/>
              </a:rPr>
              <a:t>d’utilisation.</a:t>
            </a:r>
            <a:endParaRPr sz="2000" dirty="0">
              <a:latin typeface="Calibri"/>
              <a:cs typeface="Calibri"/>
            </a:endParaRPr>
          </a:p>
          <a:p>
            <a:pPr marL="241300" indent="-228600">
              <a:lnSpc>
                <a:spcPct val="100000"/>
              </a:lnSpc>
              <a:spcBef>
                <a:spcPts val="1100"/>
              </a:spcBef>
              <a:buClr>
                <a:srgbClr val="E48312"/>
              </a:buClr>
              <a:buSzPct val="95000"/>
              <a:buFont typeface="Wingdings"/>
              <a:buChar char=""/>
              <a:tabLst>
                <a:tab pos="241300" algn="l"/>
              </a:tabLst>
            </a:pPr>
            <a:r>
              <a:rPr sz="2000" spc="-50" dirty="0">
                <a:solidFill>
                  <a:srgbClr val="404040"/>
                </a:solidFill>
                <a:latin typeface="Calibri"/>
                <a:cs typeface="Calibri"/>
              </a:rPr>
              <a:t>Q</a:t>
            </a:r>
            <a:r>
              <a:rPr sz="2000" spc="50" dirty="0">
                <a:solidFill>
                  <a:srgbClr val="404040"/>
                </a:solidFill>
                <a:latin typeface="Calibri"/>
                <a:cs typeface="Calibri"/>
              </a:rPr>
              <a:t>u</a:t>
            </a:r>
            <a:r>
              <a:rPr sz="2000" dirty="0">
                <a:solidFill>
                  <a:srgbClr val="404040"/>
                </a:solidFill>
                <a:latin typeface="Calibri"/>
                <a:cs typeface="Calibri"/>
              </a:rPr>
              <a:t>el</a:t>
            </a:r>
            <a:r>
              <a:rPr sz="2000" spc="-15" dirty="0">
                <a:solidFill>
                  <a:srgbClr val="404040"/>
                </a:solidFill>
                <a:latin typeface="Calibri"/>
                <a:cs typeface="Calibri"/>
              </a:rPr>
              <a:t> </a:t>
            </a:r>
            <a:r>
              <a:rPr sz="2000" dirty="0">
                <a:solidFill>
                  <a:srgbClr val="404040"/>
                </a:solidFill>
                <a:latin typeface="Calibri"/>
                <a:cs typeface="Calibri"/>
              </a:rPr>
              <a:t>e</a:t>
            </a:r>
            <a:r>
              <a:rPr sz="2000" spc="15" dirty="0">
                <a:solidFill>
                  <a:srgbClr val="404040"/>
                </a:solidFill>
                <a:latin typeface="Calibri"/>
                <a:cs typeface="Calibri"/>
              </a:rPr>
              <a:t>s</a:t>
            </a:r>
            <a:r>
              <a:rPr sz="2000" dirty="0">
                <a:solidFill>
                  <a:srgbClr val="404040"/>
                </a:solidFill>
                <a:latin typeface="Calibri"/>
                <a:cs typeface="Calibri"/>
              </a:rPr>
              <a:t>t</a:t>
            </a:r>
            <a:r>
              <a:rPr sz="2000" spc="-25" dirty="0">
                <a:solidFill>
                  <a:srgbClr val="404040"/>
                </a:solidFill>
                <a:latin typeface="Calibri"/>
                <a:cs typeface="Calibri"/>
              </a:rPr>
              <a:t> </a:t>
            </a:r>
            <a:r>
              <a:rPr sz="2000" spc="40" dirty="0">
                <a:solidFill>
                  <a:srgbClr val="404040"/>
                </a:solidFill>
                <a:latin typeface="Calibri"/>
                <a:cs typeface="Calibri"/>
              </a:rPr>
              <a:t>l</a:t>
            </a:r>
            <a:r>
              <a:rPr sz="2000" dirty="0">
                <a:solidFill>
                  <a:srgbClr val="404040"/>
                </a:solidFill>
                <a:latin typeface="Calibri"/>
                <a:cs typeface="Calibri"/>
              </a:rPr>
              <a:t>e</a:t>
            </a:r>
            <a:r>
              <a:rPr sz="2000" spc="-50" dirty="0">
                <a:solidFill>
                  <a:srgbClr val="404040"/>
                </a:solidFill>
                <a:latin typeface="Calibri"/>
                <a:cs typeface="Calibri"/>
              </a:rPr>
              <a:t> </a:t>
            </a:r>
            <a:r>
              <a:rPr sz="2000" dirty="0">
                <a:solidFill>
                  <a:srgbClr val="404040"/>
                </a:solidFill>
                <a:latin typeface="Calibri"/>
                <a:cs typeface="Calibri"/>
              </a:rPr>
              <a:t>r</a:t>
            </a:r>
            <a:r>
              <a:rPr sz="2000" spc="45" dirty="0">
                <a:solidFill>
                  <a:srgbClr val="404040"/>
                </a:solidFill>
                <a:latin typeface="Calibri"/>
                <a:cs typeface="Calibri"/>
              </a:rPr>
              <a:t>ô</a:t>
            </a:r>
            <a:r>
              <a:rPr sz="2000" spc="40" dirty="0">
                <a:solidFill>
                  <a:srgbClr val="404040"/>
                </a:solidFill>
                <a:latin typeface="Calibri"/>
                <a:cs typeface="Calibri"/>
              </a:rPr>
              <a:t>l</a:t>
            </a:r>
            <a:r>
              <a:rPr sz="2000" dirty="0">
                <a:solidFill>
                  <a:srgbClr val="404040"/>
                </a:solidFill>
                <a:latin typeface="Calibri"/>
                <a:cs typeface="Calibri"/>
              </a:rPr>
              <a:t>e</a:t>
            </a:r>
            <a:r>
              <a:rPr sz="2000" spc="-150" dirty="0">
                <a:solidFill>
                  <a:srgbClr val="404040"/>
                </a:solidFill>
                <a:latin typeface="Calibri"/>
                <a:cs typeface="Calibri"/>
              </a:rPr>
              <a:t> </a:t>
            </a:r>
            <a:r>
              <a:rPr sz="2000" spc="45" dirty="0">
                <a:solidFill>
                  <a:srgbClr val="404040"/>
                </a:solidFill>
                <a:latin typeface="Calibri"/>
                <a:cs typeface="Calibri"/>
              </a:rPr>
              <a:t>d</a:t>
            </a:r>
            <a:r>
              <a:rPr sz="2000" dirty="0">
                <a:solidFill>
                  <a:srgbClr val="404040"/>
                </a:solidFill>
                <a:latin typeface="Calibri"/>
                <a:cs typeface="Calibri"/>
              </a:rPr>
              <a:t>e</a:t>
            </a:r>
            <a:r>
              <a:rPr sz="2000" spc="-50" dirty="0">
                <a:solidFill>
                  <a:srgbClr val="404040"/>
                </a:solidFill>
                <a:latin typeface="Calibri"/>
                <a:cs typeface="Calibri"/>
              </a:rPr>
              <a:t> </a:t>
            </a:r>
            <a:r>
              <a:rPr sz="2000" spc="40" dirty="0">
                <a:solidFill>
                  <a:srgbClr val="404040"/>
                </a:solidFill>
                <a:latin typeface="Calibri"/>
                <a:cs typeface="Calibri"/>
              </a:rPr>
              <a:t>l</a:t>
            </a:r>
            <a:r>
              <a:rPr sz="2000" spc="-300" dirty="0">
                <a:solidFill>
                  <a:srgbClr val="404040"/>
                </a:solidFill>
                <a:latin typeface="Calibri"/>
                <a:cs typeface="Calibri"/>
              </a:rPr>
              <a:t>’</a:t>
            </a:r>
            <a:r>
              <a:rPr sz="2000" spc="40" dirty="0">
                <a:solidFill>
                  <a:srgbClr val="404040"/>
                </a:solidFill>
                <a:latin typeface="Calibri"/>
                <a:cs typeface="Calibri"/>
              </a:rPr>
              <a:t>A</a:t>
            </a:r>
            <a:r>
              <a:rPr sz="2000" spc="45" dirty="0">
                <a:solidFill>
                  <a:srgbClr val="404040"/>
                </a:solidFill>
                <a:latin typeface="Calibri"/>
                <a:cs typeface="Calibri"/>
              </a:rPr>
              <a:t>po</a:t>
            </a:r>
            <a:r>
              <a:rPr sz="2000" spc="-45" dirty="0">
                <a:solidFill>
                  <a:srgbClr val="404040"/>
                </a:solidFill>
                <a:latin typeface="Calibri"/>
                <a:cs typeface="Calibri"/>
              </a:rPr>
              <a:t>g</a:t>
            </a:r>
            <a:r>
              <a:rPr sz="2000" dirty="0">
                <a:solidFill>
                  <a:srgbClr val="404040"/>
                </a:solidFill>
                <a:latin typeface="Calibri"/>
                <a:cs typeface="Calibri"/>
              </a:rPr>
              <a:t>ée</a:t>
            </a:r>
            <a:r>
              <a:rPr sz="2000" spc="-50" dirty="0">
                <a:solidFill>
                  <a:srgbClr val="404040"/>
                </a:solidFill>
                <a:latin typeface="Calibri"/>
                <a:cs typeface="Calibri"/>
              </a:rPr>
              <a:t> </a:t>
            </a:r>
            <a:r>
              <a:rPr sz="2000" spc="45" dirty="0">
                <a:solidFill>
                  <a:srgbClr val="404040"/>
                </a:solidFill>
                <a:latin typeface="Calibri"/>
                <a:cs typeface="Calibri"/>
              </a:rPr>
              <a:t>d</a:t>
            </a:r>
            <a:r>
              <a:rPr sz="2000" spc="40" dirty="0">
                <a:solidFill>
                  <a:srgbClr val="404040"/>
                </a:solidFill>
                <a:latin typeface="Calibri"/>
                <a:cs typeface="Calibri"/>
              </a:rPr>
              <a:t>a</a:t>
            </a:r>
            <a:r>
              <a:rPr sz="2000" spc="45" dirty="0">
                <a:solidFill>
                  <a:srgbClr val="404040"/>
                </a:solidFill>
                <a:latin typeface="Calibri"/>
                <a:cs typeface="Calibri"/>
              </a:rPr>
              <a:t>n</a:t>
            </a:r>
            <a:r>
              <a:rPr sz="2000" dirty="0">
                <a:solidFill>
                  <a:srgbClr val="404040"/>
                </a:solidFill>
                <a:latin typeface="Calibri"/>
                <a:cs typeface="Calibri"/>
              </a:rPr>
              <a:t>s</a:t>
            </a:r>
            <a:r>
              <a:rPr sz="2000" spc="-135" dirty="0">
                <a:solidFill>
                  <a:srgbClr val="404040"/>
                </a:solidFill>
                <a:latin typeface="Calibri"/>
                <a:cs typeface="Calibri"/>
              </a:rPr>
              <a:t> </a:t>
            </a:r>
            <a:r>
              <a:rPr sz="2000" spc="-50" dirty="0">
                <a:solidFill>
                  <a:srgbClr val="404040"/>
                </a:solidFill>
                <a:latin typeface="Calibri"/>
                <a:cs typeface="Calibri"/>
              </a:rPr>
              <a:t>c</a:t>
            </a:r>
            <a:r>
              <a:rPr sz="2000" dirty="0">
                <a:solidFill>
                  <a:srgbClr val="404040"/>
                </a:solidFill>
                <a:latin typeface="Calibri"/>
                <a:cs typeface="Calibri"/>
              </a:rPr>
              <a:t>e</a:t>
            </a:r>
            <a:r>
              <a:rPr sz="2000" spc="50" dirty="0">
                <a:solidFill>
                  <a:srgbClr val="404040"/>
                </a:solidFill>
                <a:latin typeface="Calibri"/>
                <a:cs typeface="Calibri"/>
              </a:rPr>
              <a:t> </a:t>
            </a:r>
            <a:r>
              <a:rPr sz="2000" spc="45" dirty="0">
                <a:solidFill>
                  <a:srgbClr val="404040"/>
                </a:solidFill>
                <a:latin typeface="Calibri"/>
                <a:cs typeface="Calibri"/>
              </a:rPr>
              <a:t>d</a:t>
            </a:r>
            <a:r>
              <a:rPr sz="2000" spc="40" dirty="0">
                <a:solidFill>
                  <a:srgbClr val="404040"/>
                </a:solidFill>
                <a:latin typeface="Calibri"/>
                <a:cs typeface="Calibri"/>
              </a:rPr>
              <a:t>ia</a:t>
            </a:r>
            <a:r>
              <a:rPr sz="2000" spc="-45" dirty="0">
                <a:solidFill>
                  <a:srgbClr val="404040"/>
                </a:solidFill>
                <a:latin typeface="Calibri"/>
                <a:cs typeface="Calibri"/>
              </a:rPr>
              <a:t>g</a:t>
            </a:r>
            <a:r>
              <a:rPr sz="2000" dirty="0">
                <a:solidFill>
                  <a:srgbClr val="404040"/>
                </a:solidFill>
                <a:latin typeface="Calibri"/>
                <a:cs typeface="Calibri"/>
              </a:rPr>
              <a:t>r</a:t>
            </a:r>
            <a:r>
              <a:rPr sz="2000" spc="40" dirty="0">
                <a:solidFill>
                  <a:srgbClr val="404040"/>
                </a:solidFill>
                <a:latin typeface="Calibri"/>
                <a:cs typeface="Calibri"/>
              </a:rPr>
              <a:t>a</a:t>
            </a:r>
            <a:r>
              <a:rPr sz="2000" dirty="0">
                <a:solidFill>
                  <a:srgbClr val="404040"/>
                </a:solidFill>
                <a:latin typeface="Calibri"/>
                <a:cs typeface="Calibri"/>
              </a:rPr>
              <a:t>mme?</a:t>
            </a:r>
            <a:endParaRPr sz="2000" dirty="0">
              <a:latin typeface="Calibri"/>
              <a:cs typeface="Calibri"/>
            </a:endParaRPr>
          </a:p>
        </p:txBody>
      </p:sp>
    </p:spTree>
    <p:extLst>
      <p:ext uri="{BB962C8B-B14F-4D97-AF65-F5344CB8AC3E}">
        <p14:creationId xmlns:p14="http://schemas.microsoft.com/office/powerpoint/2010/main" val="25725771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43000" y="702039"/>
            <a:ext cx="8382000" cy="751488"/>
          </a:xfrm>
          <a:prstGeom prst="rect">
            <a:avLst/>
          </a:prstGeom>
        </p:spPr>
        <p:txBody>
          <a:bodyPr vert="horz" wrap="square" lIns="0" tIns="12700" rIns="0" bIns="0" rtlCol="0">
            <a:spAutoFit/>
          </a:bodyPr>
          <a:lstStyle/>
          <a:p>
            <a:pPr marL="12700">
              <a:lnSpc>
                <a:spcPct val="100000"/>
              </a:lnSpc>
              <a:spcBef>
                <a:spcPts val="100"/>
              </a:spcBef>
            </a:pPr>
            <a:r>
              <a:rPr spc="-80" dirty="0"/>
              <a:t>Généralisation</a:t>
            </a:r>
            <a:r>
              <a:rPr spc="204" dirty="0"/>
              <a:t> </a:t>
            </a:r>
            <a:r>
              <a:rPr spc="-60" dirty="0"/>
              <a:t>des</a:t>
            </a:r>
            <a:r>
              <a:rPr spc="-55" dirty="0"/>
              <a:t> </a:t>
            </a:r>
            <a:r>
              <a:rPr lang="fr-FR" spc="-55" dirty="0"/>
              <a:t>diagramme </a:t>
            </a:r>
            <a:r>
              <a:rPr spc="-45" dirty="0">
                <a:solidFill>
                  <a:schemeClr val="accent1"/>
                </a:solidFill>
              </a:rPr>
              <a:t>CUs</a:t>
            </a:r>
          </a:p>
        </p:txBody>
      </p:sp>
      <p:sp>
        <p:nvSpPr>
          <p:cNvPr id="3" name="object 3"/>
          <p:cNvSpPr txBox="1"/>
          <p:nvPr/>
        </p:nvSpPr>
        <p:spPr>
          <a:xfrm>
            <a:off x="1143000" y="1865172"/>
            <a:ext cx="9764395" cy="1219200"/>
          </a:xfrm>
          <a:prstGeom prst="rect">
            <a:avLst/>
          </a:prstGeom>
        </p:spPr>
        <p:txBody>
          <a:bodyPr vert="horz" wrap="square" lIns="0" tIns="165100" rIns="0" bIns="0" rtlCol="0">
            <a:spAutoFit/>
          </a:bodyPr>
          <a:lstStyle/>
          <a:p>
            <a:pPr marL="241300" indent="-228600">
              <a:lnSpc>
                <a:spcPct val="100000"/>
              </a:lnSpc>
              <a:spcBef>
                <a:spcPts val="1300"/>
              </a:spcBef>
              <a:buClr>
                <a:srgbClr val="E48312"/>
              </a:buClr>
              <a:buSzPct val="95000"/>
              <a:buFont typeface="Wingdings"/>
              <a:buChar char=""/>
              <a:tabLst>
                <a:tab pos="241300" algn="l"/>
              </a:tabLst>
            </a:pPr>
            <a:r>
              <a:rPr sz="2000" spc="-5" dirty="0">
                <a:solidFill>
                  <a:srgbClr val="404040"/>
                </a:solidFill>
                <a:latin typeface="Calibri"/>
                <a:cs typeface="Calibri"/>
              </a:rPr>
              <a:t>Il</a:t>
            </a:r>
            <a:r>
              <a:rPr sz="2000" spc="-15" dirty="0">
                <a:solidFill>
                  <a:srgbClr val="404040"/>
                </a:solidFill>
                <a:latin typeface="Calibri"/>
                <a:cs typeface="Calibri"/>
              </a:rPr>
              <a:t> </a:t>
            </a:r>
            <a:r>
              <a:rPr sz="2000" spc="5" dirty="0">
                <a:solidFill>
                  <a:srgbClr val="404040"/>
                </a:solidFill>
                <a:latin typeface="Calibri"/>
                <a:cs typeface="Calibri"/>
              </a:rPr>
              <a:t>est</a:t>
            </a:r>
            <a:r>
              <a:rPr sz="2000" spc="-25" dirty="0">
                <a:solidFill>
                  <a:srgbClr val="404040"/>
                </a:solidFill>
                <a:latin typeface="Calibri"/>
                <a:cs typeface="Calibri"/>
              </a:rPr>
              <a:t> </a:t>
            </a:r>
            <a:r>
              <a:rPr sz="2000" spc="30" dirty="0">
                <a:solidFill>
                  <a:srgbClr val="404040"/>
                </a:solidFill>
                <a:latin typeface="Calibri"/>
                <a:cs typeface="Calibri"/>
              </a:rPr>
              <a:t>possible</a:t>
            </a:r>
            <a:r>
              <a:rPr sz="2000" spc="-150" dirty="0">
                <a:solidFill>
                  <a:srgbClr val="404040"/>
                </a:solidFill>
                <a:latin typeface="Calibri"/>
                <a:cs typeface="Calibri"/>
              </a:rPr>
              <a:t> </a:t>
            </a:r>
            <a:r>
              <a:rPr sz="2000" spc="20" dirty="0">
                <a:solidFill>
                  <a:srgbClr val="404040"/>
                </a:solidFill>
                <a:latin typeface="Calibri"/>
                <a:cs typeface="Calibri"/>
              </a:rPr>
              <a:t>de</a:t>
            </a:r>
            <a:r>
              <a:rPr sz="2000" spc="-150" dirty="0">
                <a:solidFill>
                  <a:srgbClr val="404040"/>
                </a:solidFill>
                <a:latin typeface="Calibri"/>
                <a:cs typeface="Calibri"/>
              </a:rPr>
              <a:t> </a:t>
            </a:r>
            <a:r>
              <a:rPr sz="2000" spc="10" dirty="0">
                <a:solidFill>
                  <a:srgbClr val="404040"/>
                </a:solidFill>
                <a:latin typeface="Calibri"/>
                <a:cs typeface="Calibri"/>
              </a:rPr>
              <a:t>généraliser</a:t>
            </a:r>
            <a:r>
              <a:rPr sz="2000" spc="-150" dirty="0">
                <a:solidFill>
                  <a:srgbClr val="404040"/>
                </a:solidFill>
                <a:latin typeface="Calibri"/>
                <a:cs typeface="Calibri"/>
              </a:rPr>
              <a:t> </a:t>
            </a:r>
            <a:r>
              <a:rPr sz="2000" spc="10" dirty="0">
                <a:solidFill>
                  <a:srgbClr val="404040"/>
                </a:solidFill>
                <a:latin typeface="Calibri"/>
                <a:cs typeface="Calibri"/>
              </a:rPr>
              <a:t>les</a:t>
            </a:r>
            <a:r>
              <a:rPr sz="2000" spc="-35" dirty="0">
                <a:solidFill>
                  <a:srgbClr val="404040"/>
                </a:solidFill>
                <a:latin typeface="Calibri"/>
                <a:cs typeface="Calibri"/>
              </a:rPr>
              <a:t> </a:t>
            </a:r>
            <a:r>
              <a:rPr sz="2000" spc="5" dirty="0">
                <a:solidFill>
                  <a:srgbClr val="404040"/>
                </a:solidFill>
                <a:latin typeface="Calibri"/>
                <a:cs typeface="Calibri"/>
              </a:rPr>
              <a:t>acteurs</a:t>
            </a:r>
            <a:r>
              <a:rPr sz="2000" spc="-135" dirty="0">
                <a:solidFill>
                  <a:srgbClr val="404040"/>
                </a:solidFill>
                <a:latin typeface="Calibri"/>
                <a:cs typeface="Calibri"/>
              </a:rPr>
              <a:t> </a:t>
            </a:r>
            <a:r>
              <a:rPr sz="2000" spc="25" dirty="0">
                <a:solidFill>
                  <a:srgbClr val="404040"/>
                </a:solidFill>
                <a:latin typeface="Calibri"/>
                <a:cs typeface="Calibri"/>
              </a:rPr>
              <a:t>ainsi</a:t>
            </a:r>
            <a:r>
              <a:rPr sz="2000" spc="-114" dirty="0">
                <a:solidFill>
                  <a:srgbClr val="404040"/>
                </a:solidFill>
                <a:latin typeface="Calibri"/>
                <a:cs typeface="Calibri"/>
              </a:rPr>
              <a:t> </a:t>
            </a:r>
            <a:r>
              <a:rPr sz="2000" spc="30" dirty="0">
                <a:solidFill>
                  <a:srgbClr val="404040"/>
                </a:solidFill>
                <a:latin typeface="Calibri"/>
                <a:cs typeface="Calibri"/>
              </a:rPr>
              <a:t>que</a:t>
            </a:r>
            <a:r>
              <a:rPr sz="2000" spc="-150" dirty="0">
                <a:solidFill>
                  <a:srgbClr val="404040"/>
                </a:solidFill>
                <a:latin typeface="Calibri"/>
                <a:cs typeface="Calibri"/>
              </a:rPr>
              <a:t> </a:t>
            </a:r>
            <a:r>
              <a:rPr sz="2000" spc="10" dirty="0">
                <a:solidFill>
                  <a:srgbClr val="404040"/>
                </a:solidFill>
                <a:latin typeface="Calibri"/>
                <a:cs typeface="Calibri"/>
              </a:rPr>
              <a:t>les</a:t>
            </a:r>
            <a:r>
              <a:rPr sz="2000" spc="-40" dirty="0">
                <a:solidFill>
                  <a:srgbClr val="404040"/>
                </a:solidFill>
                <a:latin typeface="Calibri"/>
                <a:cs typeface="Calibri"/>
              </a:rPr>
              <a:t> </a:t>
            </a:r>
            <a:r>
              <a:rPr sz="2000" spc="15" dirty="0">
                <a:solidFill>
                  <a:srgbClr val="404040"/>
                </a:solidFill>
                <a:latin typeface="Calibri"/>
                <a:cs typeface="Calibri"/>
              </a:rPr>
              <a:t>CUs.</a:t>
            </a:r>
            <a:endParaRPr sz="2000" dirty="0">
              <a:latin typeface="Calibri"/>
              <a:cs typeface="Calibri"/>
            </a:endParaRPr>
          </a:p>
          <a:p>
            <a:pPr marL="101600" marR="5080" indent="-88900">
              <a:lnSpc>
                <a:spcPts val="2200"/>
              </a:lnSpc>
              <a:spcBef>
                <a:spcPts val="1440"/>
              </a:spcBef>
              <a:buClr>
                <a:srgbClr val="E48312"/>
              </a:buClr>
              <a:buSzPct val="95000"/>
              <a:buFont typeface="Wingdings"/>
              <a:buChar char=""/>
              <a:tabLst>
                <a:tab pos="241300" algn="l"/>
              </a:tabLst>
            </a:pPr>
            <a:r>
              <a:rPr sz="2000" spc="-25" dirty="0">
                <a:solidFill>
                  <a:srgbClr val="404040"/>
                </a:solidFill>
                <a:latin typeface="Calibri"/>
                <a:cs typeface="Calibri"/>
              </a:rPr>
              <a:t>La</a:t>
            </a:r>
            <a:r>
              <a:rPr sz="2000" spc="95" dirty="0">
                <a:solidFill>
                  <a:srgbClr val="404040"/>
                </a:solidFill>
                <a:latin typeface="Calibri"/>
                <a:cs typeface="Calibri"/>
              </a:rPr>
              <a:t> </a:t>
            </a:r>
            <a:r>
              <a:rPr sz="2000" spc="10" dirty="0">
                <a:solidFill>
                  <a:srgbClr val="404040"/>
                </a:solidFill>
                <a:latin typeface="Calibri"/>
                <a:cs typeface="Calibri"/>
              </a:rPr>
              <a:t>généralisation</a:t>
            </a:r>
            <a:r>
              <a:rPr sz="2000" spc="-204" dirty="0">
                <a:solidFill>
                  <a:srgbClr val="404040"/>
                </a:solidFill>
                <a:latin typeface="Calibri"/>
                <a:cs typeface="Calibri"/>
              </a:rPr>
              <a:t> </a:t>
            </a:r>
            <a:r>
              <a:rPr sz="2000" spc="5" dirty="0">
                <a:solidFill>
                  <a:srgbClr val="404040"/>
                </a:solidFill>
                <a:latin typeface="Calibri"/>
                <a:cs typeface="Calibri"/>
              </a:rPr>
              <a:t>se</a:t>
            </a:r>
            <a:r>
              <a:rPr sz="2000" spc="-140" dirty="0">
                <a:solidFill>
                  <a:srgbClr val="404040"/>
                </a:solidFill>
                <a:latin typeface="Calibri"/>
                <a:cs typeface="Calibri"/>
              </a:rPr>
              <a:t> </a:t>
            </a:r>
            <a:r>
              <a:rPr sz="2000" spc="25" dirty="0">
                <a:solidFill>
                  <a:srgbClr val="404040"/>
                </a:solidFill>
                <a:latin typeface="Calibri"/>
                <a:cs typeface="Calibri"/>
              </a:rPr>
              <a:t>traduit</a:t>
            </a:r>
            <a:r>
              <a:rPr sz="2000" spc="-120" dirty="0">
                <a:solidFill>
                  <a:srgbClr val="404040"/>
                </a:solidFill>
                <a:latin typeface="Calibri"/>
                <a:cs typeface="Calibri"/>
              </a:rPr>
              <a:t> </a:t>
            </a:r>
            <a:r>
              <a:rPr sz="2000" spc="25" dirty="0">
                <a:solidFill>
                  <a:srgbClr val="404040"/>
                </a:solidFill>
                <a:latin typeface="Calibri"/>
                <a:cs typeface="Calibri"/>
              </a:rPr>
              <a:t>par</a:t>
            </a:r>
            <a:r>
              <a:rPr sz="2000" spc="-145" dirty="0">
                <a:solidFill>
                  <a:srgbClr val="404040"/>
                </a:solidFill>
                <a:latin typeface="Calibri"/>
                <a:cs typeface="Calibri"/>
              </a:rPr>
              <a:t> </a:t>
            </a:r>
            <a:r>
              <a:rPr sz="2000" spc="30" dirty="0">
                <a:solidFill>
                  <a:srgbClr val="404040"/>
                </a:solidFill>
                <a:latin typeface="Calibri"/>
                <a:cs typeface="Calibri"/>
              </a:rPr>
              <a:t>une</a:t>
            </a:r>
            <a:r>
              <a:rPr sz="2000" spc="-145" dirty="0">
                <a:solidFill>
                  <a:srgbClr val="404040"/>
                </a:solidFill>
                <a:latin typeface="Calibri"/>
                <a:cs typeface="Calibri"/>
              </a:rPr>
              <a:t> </a:t>
            </a:r>
            <a:r>
              <a:rPr sz="2000" dirty="0">
                <a:solidFill>
                  <a:srgbClr val="404040"/>
                </a:solidFill>
                <a:latin typeface="Calibri"/>
                <a:cs typeface="Calibri"/>
              </a:rPr>
              <a:t>flèche</a:t>
            </a:r>
            <a:r>
              <a:rPr sz="2000" spc="-45" dirty="0">
                <a:solidFill>
                  <a:srgbClr val="404040"/>
                </a:solidFill>
                <a:latin typeface="Calibri"/>
                <a:cs typeface="Calibri"/>
              </a:rPr>
              <a:t> </a:t>
            </a:r>
            <a:r>
              <a:rPr sz="2000" spc="20" dirty="0">
                <a:solidFill>
                  <a:srgbClr val="404040"/>
                </a:solidFill>
                <a:latin typeface="Calibri"/>
                <a:cs typeface="Calibri"/>
              </a:rPr>
              <a:t>orientée</a:t>
            </a:r>
            <a:r>
              <a:rPr sz="2000" spc="-140" dirty="0">
                <a:solidFill>
                  <a:srgbClr val="404040"/>
                </a:solidFill>
                <a:latin typeface="Calibri"/>
                <a:cs typeface="Calibri"/>
              </a:rPr>
              <a:t> </a:t>
            </a:r>
            <a:r>
              <a:rPr sz="2000" spc="25" dirty="0">
                <a:solidFill>
                  <a:srgbClr val="404040"/>
                </a:solidFill>
                <a:latin typeface="Calibri"/>
                <a:cs typeface="Calibri"/>
              </a:rPr>
              <a:t>partant</a:t>
            </a:r>
            <a:r>
              <a:rPr sz="2000" spc="-120" dirty="0">
                <a:solidFill>
                  <a:srgbClr val="404040"/>
                </a:solidFill>
                <a:latin typeface="Calibri"/>
                <a:cs typeface="Calibri"/>
              </a:rPr>
              <a:t> </a:t>
            </a:r>
            <a:r>
              <a:rPr sz="2000" spc="20" dirty="0">
                <a:solidFill>
                  <a:srgbClr val="404040"/>
                </a:solidFill>
                <a:latin typeface="Calibri"/>
                <a:cs typeface="Calibri"/>
              </a:rPr>
              <a:t>de</a:t>
            </a:r>
            <a:r>
              <a:rPr sz="2000" spc="-145" dirty="0">
                <a:solidFill>
                  <a:srgbClr val="404040"/>
                </a:solidFill>
                <a:latin typeface="Calibri"/>
                <a:cs typeface="Calibri"/>
              </a:rPr>
              <a:t> </a:t>
            </a:r>
            <a:r>
              <a:rPr sz="2000" spc="10" dirty="0">
                <a:solidFill>
                  <a:srgbClr val="404040"/>
                </a:solidFill>
                <a:latin typeface="Calibri"/>
                <a:cs typeface="Calibri"/>
              </a:rPr>
              <a:t>l’entité</a:t>
            </a:r>
            <a:r>
              <a:rPr sz="2000" spc="-145" dirty="0">
                <a:solidFill>
                  <a:srgbClr val="404040"/>
                </a:solidFill>
                <a:latin typeface="Calibri"/>
                <a:cs typeface="Calibri"/>
              </a:rPr>
              <a:t> </a:t>
            </a:r>
            <a:r>
              <a:rPr sz="2000" spc="20" dirty="0">
                <a:solidFill>
                  <a:srgbClr val="404040"/>
                </a:solidFill>
                <a:latin typeface="Calibri"/>
                <a:cs typeface="Calibri"/>
              </a:rPr>
              <a:t>la</a:t>
            </a:r>
            <a:r>
              <a:rPr sz="2000" spc="-110" dirty="0">
                <a:solidFill>
                  <a:srgbClr val="404040"/>
                </a:solidFill>
                <a:latin typeface="Calibri"/>
                <a:cs typeface="Calibri"/>
              </a:rPr>
              <a:t> </a:t>
            </a:r>
            <a:r>
              <a:rPr sz="2000" spc="30" dirty="0">
                <a:solidFill>
                  <a:srgbClr val="404040"/>
                </a:solidFill>
                <a:latin typeface="Calibri"/>
                <a:cs typeface="Calibri"/>
              </a:rPr>
              <a:t>plus</a:t>
            </a:r>
            <a:r>
              <a:rPr sz="2000" spc="-125" dirty="0">
                <a:solidFill>
                  <a:srgbClr val="404040"/>
                </a:solidFill>
                <a:latin typeface="Calibri"/>
                <a:cs typeface="Calibri"/>
              </a:rPr>
              <a:t> </a:t>
            </a:r>
            <a:r>
              <a:rPr sz="2000" spc="15" dirty="0">
                <a:solidFill>
                  <a:srgbClr val="404040"/>
                </a:solidFill>
                <a:latin typeface="Calibri"/>
                <a:cs typeface="Calibri"/>
              </a:rPr>
              <a:t>spécifique</a:t>
            </a:r>
            <a:r>
              <a:rPr sz="2000" spc="-145" dirty="0">
                <a:solidFill>
                  <a:srgbClr val="404040"/>
                </a:solidFill>
                <a:latin typeface="Calibri"/>
                <a:cs typeface="Calibri"/>
              </a:rPr>
              <a:t> </a:t>
            </a:r>
            <a:r>
              <a:rPr sz="2000" spc="-5" dirty="0">
                <a:solidFill>
                  <a:srgbClr val="404040"/>
                </a:solidFill>
                <a:latin typeface="Calibri"/>
                <a:cs typeface="Calibri"/>
              </a:rPr>
              <a:t>vers </a:t>
            </a:r>
            <a:r>
              <a:rPr sz="2000" spc="-440" dirty="0">
                <a:solidFill>
                  <a:srgbClr val="404040"/>
                </a:solidFill>
                <a:latin typeface="Calibri"/>
                <a:cs typeface="Calibri"/>
              </a:rPr>
              <a:t> </a:t>
            </a:r>
            <a:r>
              <a:rPr sz="2000" spc="5" dirty="0">
                <a:solidFill>
                  <a:srgbClr val="404040"/>
                </a:solidFill>
                <a:latin typeface="Calibri"/>
                <a:cs typeface="Calibri"/>
              </a:rPr>
              <a:t>l’entité</a:t>
            </a:r>
            <a:r>
              <a:rPr sz="2000" spc="-155" dirty="0">
                <a:solidFill>
                  <a:srgbClr val="404040"/>
                </a:solidFill>
                <a:latin typeface="Calibri"/>
                <a:cs typeface="Calibri"/>
              </a:rPr>
              <a:t> </a:t>
            </a:r>
            <a:r>
              <a:rPr sz="2000" spc="20" dirty="0">
                <a:solidFill>
                  <a:srgbClr val="404040"/>
                </a:solidFill>
                <a:latin typeface="Calibri"/>
                <a:cs typeface="Calibri"/>
              </a:rPr>
              <a:t>la</a:t>
            </a:r>
            <a:r>
              <a:rPr sz="2000" spc="-114" dirty="0">
                <a:solidFill>
                  <a:srgbClr val="404040"/>
                </a:solidFill>
                <a:latin typeface="Calibri"/>
                <a:cs typeface="Calibri"/>
              </a:rPr>
              <a:t> </a:t>
            </a:r>
            <a:r>
              <a:rPr sz="2000" spc="30" dirty="0">
                <a:solidFill>
                  <a:srgbClr val="404040"/>
                </a:solidFill>
                <a:latin typeface="Calibri"/>
                <a:cs typeface="Calibri"/>
              </a:rPr>
              <a:t>plus</a:t>
            </a:r>
            <a:r>
              <a:rPr sz="2000" spc="-135" dirty="0">
                <a:solidFill>
                  <a:srgbClr val="404040"/>
                </a:solidFill>
                <a:latin typeface="Calibri"/>
                <a:cs typeface="Calibri"/>
              </a:rPr>
              <a:t> </a:t>
            </a:r>
            <a:r>
              <a:rPr sz="2000" spc="10" dirty="0">
                <a:solidFill>
                  <a:srgbClr val="404040"/>
                </a:solidFill>
                <a:latin typeface="Calibri"/>
                <a:cs typeface="Calibri"/>
              </a:rPr>
              <a:t>générique</a:t>
            </a:r>
            <a:endParaRPr sz="2000" dirty="0">
              <a:latin typeface="Calibri"/>
              <a:cs typeface="Calibri"/>
            </a:endParaRPr>
          </a:p>
        </p:txBody>
      </p:sp>
      <p:pic>
        <p:nvPicPr>
          <p:cNvPr id="4" name="object 4"/>
          <p:cNvPicPr/>
          <p:nvPr/>
        </p:nvPicPr>
        <p:blipFill>
          <a:blip r:embed="rId2" cstate="print"/>
          <a:stretch>
            <a:fillRect/>
          </a:stretch>
        </p:blipFill>
        <p:spPr>
          <a:xfrm>
            <a:off x="1880724" y="3523736"/>
            <a:ext cx="8510672" cy="667264"/>
          </a:xfrm>
          <a:prstGeom prst="rect">
            <a:avLst/>
          </a:prstGeom>
        </p:spPr>
      </p:pic>
      <p:pic>
        <p:nvPicPr>
          <p:cNvPr id="5" name="object 5"/>
          <p:cNvPicPr/>
          <p:nvPr/>
        </p:nvPicPr>
        <p:blipFill>
          <a:blip r:embed="rId3" cstate="print"/>
          <a:stretch>
            <a:fillRect/>
          </a:stretch>
        </p:blipFill>
        <p:spPr>
          <a:xfrm>
            <a:off x="2272748" y="4495800"/>
            <a:ext cx="7685050" cy="941767"/>
          </a:xfrm>
          <a:prstGeom prst="rect">
            <a:avLst/>
          </a:prstGeom>
        </p:spPr>
      </p:pic>
      <p:sp>
        <p:nvSpPr>
          <p:cNvPr id="6" name="object 6"/>
          <p:cNvSpPr txBox="1"/>
          <p:nvPr/>
        </p:nvSpPr>
        <p:spPr>
          <a:xfrm>
            <a:off x="7585834" y="5747765"/>
            <a:ext cx="1295400" cy="391160"/>
          </a:xfrm>
          <a:prstGeom prst="rect">
            <a:avLst/>
          </a:prstGeom>
        </p:spPr>
        <p:txBody>
          <a:bodyPr vert="horz" wrap="square" lIns="0" tIns="12700" rIns="0" bIns="0" rtlCol="0">
            <a:spAutoFit/>
          </a:bodyPr>
          <a:lstStyle/>
          <a:p>
            <a:pPr marL="12700">
              <a:lnSpc>
                <a:spcPct val="100000"/>
              </a:lnSpc>
              <a:spcBef>
                <a:spcPts val="100"/>
              </a:spcBef>
            </a:pPr>
            <a:r>
              <a:rPr sz="2400" spc="-30" dirty="0">
                <a:solidFill>
                  <a:srgbClr val="FF0000"/>
                </a:solidFill>
                <a:latin typeface="Calibri"/>
                <a:cs typeface="Calibri"/>
              </a:rPr>
              <a:t>g</a:t>
            </a:r>
            <a:r>
              <a:rPr sz="2400" spc="5" dirty="0">
                <a:solidFill>
                  <a:srgbClr val="FF0000"/>
                </a:solidFill>
                <a:latin typeface="Calibri"/>
                <a:cs typeface="Calibri"/>
              </a:rPr>
              <a:t>é</a:t>
            </a:r>
            <a:r>
              <a:rPr sz="2400" spc="35" dirty="0">
                <a:solidFill>
                  <a:srgbClr val="FF0000"/>
                </a:solidFill>
                <a:latin typeface="Calibri"/>
                <a:cs typeface="Calibri"/>
              </a:rPr>
              <a:t>n</a:t>
            </a:r>
            <a:r>
              <a:rPr sz="2400" spc="5" dirty="0">
                <a:solidFill>
                  <a:srgbClr val="FF0000"/>
                </a:solidFill>
                <a:latin typeface="Calibri"/>
                <a:cs typeface="Calibri"/>
              </a:rPr>
              <a:t>é</a:t>
            </a:r>
            <a:r>
              <a:rPr sz="2400" spc="-40" dirty="0">
                <a:solidFill>
                  <a:srgbClr val="FF0000"/>
                </a:solidFill>
                <a:latin typeface="Calibri"/>
                <a:cs typeface="Calibri"/>
              </a:rPr>
              <a:t>r</a:t>
            </a:r>
            <a:r>
              <a:rPr sz="2400" spc="45" dirty="0">
                <a:solidFill>
                  <a:srgbClr val="FF0000"/>
                </a:solidFill>
                <a:latin typeface="Calibri"/>
                <a:cs typeface="Calibri"/>
              </a:rPr>
              <a:t>i</a:t>
            </a:r>
            <a:r>
              <a:rPr sz="2400" spc="35" dirty="0">
                <a:solidFill>
                  <a:srgbClr val="FF0000"/>
                </a:solidFill>
                <a:latin typeface="Calibri"/>
                <a:cs typeface="Calibri"/>
              </a:rPr>
              <a:t>qu</a:t>
            </a:r>
            <a:r>
              <a:rPr sz="2400" dirty="0">
                <a:solidFill>
                  <a:srgbClr val="FF0000"/>
                </a:solidFill>
                <a:latin typeface="Calibri"/>
                <a:cs typeface="Calibri"/>
              </a:rPr>
              <a:t>e</a:t>
            </a:r>
            <a:endParaRPr sz="2400">
              <a:latin typeface="Calibri"/>
              <a:cs typeface="Calibri"/>
            </a:endParaRPr>
          </a:p>
        </p:txBody>
      </p:sp>
      <p:sp>
        <p:nvSpPr>
          <p:cNvPr id="7" name="object 7"/>
          <p:cNvSpPr txBox="1"/>
          <p:nvPr/>
        </p:nvSpPr>
        <p:spPr>
          <a:xfrm>
            <a:off x="2016379" y="5747765"/>
            <a:ext cx="1308100" cy="391160"/>
          </a:xfrm>
          <a:prstGeom prst="rect">
            <a:avLst/>
          </a:prstGeom>
        </p:spPr>
        <p:txBody>
          <a:bodyPr vert="horz" wrap="square" lIns="0" tIns="12700" rIns="0" bIns="0" rtlCol="0">
            <a:spAutoFit/>
          </a:bodyPr>
          <a:lstStyle/>
          <a:p>
            <a:pPr marL="12700">
              <a:lnSpc>
                <a:spcPct val="100000"/>
              </a:lnSpc>
              <a:spcBef>
                <a:spcPts val="100"/>
              </a:spcBef>
            </a:pPr>
            <a:r>
              <a:rPr sz="2400" spc="-40" dirty="0">
                <a:solidFill>
                  <a:srgbClr val="FF0000"/>
                </a:solidFill>
                <a:latin typeface="Calibri"/>
                <a:cs typeface="Calibri"/>
              </a:rPr>
              <a:t>s</a:t>
            </a:r>
            <a:r>
              <a:rPr sz="2400" spc="40" dirty="0">
                <a:solidFill>
                  <a:srgbClr val="FF0000"/>
                </a:solidFill>
                <a:latin typeface="Calibri"/>
                <a:cs typeface="Calibri"/>
              </a:rPr>
              <a:t>p</a:t>
            </a:r>
            <a:r>
              <a:rPr sz="2400" spc="5" dirty="0">
                <a:solidFill>
                  <a:srgbClr val="FF0000"/>
                </a:solidFill>
                <a:latin typeface="Calibri"/>
                <a:cs typeface="Calibri"/>
              </a:rPr>
              <a:t>é</a:t>
            </a:r>
            <a:r>
              <a:rPr sz="2400" spc="-15" dirty="0">
                <a:solidFill>
                  <a:srgbClr val="FF0000"/>
                </a:solidFill>
                <a:latin typeface="Calibri"/>
                <a:cs typeface="Calibri"/>
              </a:rPr>
              <a:t>c</a:t>
            </a:r>
            <a:r>
              <a:rPr sz="2400" spc="45" dirty="0">
                <a:solidFill>
                  <a:srgbClr val="FF0000"/>
                </a:solidFill>
                <a:latin typeface="Calibri"/>
                <a:cs typeface="Calibri"/>
              </a:rPr>
              <a:t>i</a:t>
            </a:r>
            <a:r>
              <a:rPr sz="2400" spc="-35" dirty="0">
                <a:solidFill>
                  <a:srgbClr val="FF0000"/>
                </a:solidFill>
                <a:latin typeface="Calibri"/>
                <a:cs typeface="Calibri"/>
              </a:rPr>
              <a:t>f</a:t>
            </a:r>
            <a:r>
              <a:rPr sz="2400" spc="45" dirty="0">
                <a:solidFill>
                  <a:srgbClr val="FF0000"/>
                </a:solidFill>
                <a:latin typeface="Calibri"/>
                <a:cs typeface="Calibri"/>
              </a:rPr>
              <a:t>i</a:t>
            </a:r>
            <a:r>
              <a:rPr sz="2400" spc="35" dirty="0">
                <a:solidFill>
                  <a:srgbClr val="FF0000"/>
                </a:solidFill>
                <a:latin typeface="Calibri"/>
                <a:cs typeface="Calibri"/>
              </a:rPr>
              <a:t>qu</a:t>
            </a:r>
            <a:r>
              <a:rPr sz="2400" dirty="0">
                <a:solidFill>
                  <a:srgbClr val="FF0000"/>
                </a:solidFill>
                <a:latin typeface="Calibri"/>
                <a:cs typeface="Calibri"/>
              </a:rPr>
              <a:t>e</a:t>
            </a:r>
            <a:endParaRPr sz="2400">
              <a:latin typeface="Calibri"/>
              <a:cs typeface="Calibri"/>
            </a:endParaRPr>
          </a:p>
        </p:txBody>
      </p:sp>
    </p:spTree>
    <p:extLst>
      <p:ext uri="{BB962C8B-B14F-4D97-AF65-F5344CB8AC3E}">
        <p14:creationId xmlns:p14="http://schemas.microsoft.com/office/powerpoint/2010/main" val="14119796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43000" y="720266"/>
            <a:ext cx="8458200" cy="751488"/>
          </a:xfrm>
          <a:prstGeom prst="rect">
            <a:avLst/>
          </a:prstGeom>
        </p:spPr>
        <p:txBody>
          <a:bodyPr vert="horz" wrap="square" lIns="0" tIns="12700" rIns="0" bIns="0" rtlCol="0">
            <a:spAutoFit/>
          </a:bodyPr>
          <a:lstStyle/>
          <a:p>
            <a:pPr marL="12700">
              <a:lnSpc>
                <a:spcPct val="100000"/>
              </a:lnSpc>
              <a:spcBef>
                <a:spcPts val="100"/>
              </a:spcBef>
            </a:pPr>
            <a:r>
              <a:rPr spc="-110" dirty="0"/>
              <a:t>L’inclusion</a:t>
            </a:r>
            <a:r>
              <a:rPr spc="195" dirty="0"/>
              <a:t> </a:t>
            </a:r>
            <a:r>
              <a:rPr spc="-60" dirty="0"/>
              <a:t>des</a:t>
            </a:r>
            <a:r>
              <a:rPr spc="40" dirty="0"/>
              <a:t> </a:t>
            </a:r>
            <a:r>
              <a:rPr lang="fr-FR" spc="40" dirty="0"/>
              <a:t>diagramme </a:t>
            </a:r>
            <a:r>
              <a:rPr spc="-45" dirty="0">
                <a:solidFill>
                  <a:schemeClr val="accent1"/>
                </a:solidFill>
              </a:rPr>
              <a:t>CUs</a:t>
            </a:r>
          </a:p>
        </p:txBody>
      </p:sp>
      <p:sp>
        <p:nvSpPr>
          <p:cNvPr id="3" name="object 3"/>
          <p:cNvSpPr txBox="1"/>
          <p:nvPr/>
        </p:nvSpPr>
        <p:spPr>
          <a:xfrm>
            <a:off x="1066800" y="1953785"/>
            <a:ext cx="9701530" cy="1730375"/>
          </a:xfrm>
          <a:prstGeom prst="rect">
            <a:avLst/>
          </a:prstGeom>
        </p:spPr>
        <p:txBody>
          <a:bodyPr vert="horz" wrap="square" lIns="0" tIns="40640" rIns="0" bIns="0" rtlCol="0">
            <a:spAutoFit/>
          </a:bodyPr>
          <a:lstStyle/>
          <a:p>
            <a:pPr marL="241300" indent="-228600">
              <a:lnSpc>
                <a:spcPct val="100000"/>
              </a:lnSpc>
              <a:spcBef>
                <a:spcPts val="320"/>
              </a:spcBef>
              <a:buClr>
                <a:srgbClr val="E48312"/>
              </a:buClr>
              <a:buSzPct val="95000"/>
              <a:buFont typeface="Wingdings"/>
              <a:buChar char=""/>
              <a:tabLst>
                <a:tab pos="241300" algn="l"/>
              </a:tabLst>
            </a:pPr>
            <a:r>
              <a:rPr sz="2000" spc="15" dirty="0">
                <a:solidFill>
                  <a:srgbClr val="404040"/>
                </a:solidFill>
                <a:latin typeface="Calibri"/>
                <a:cs typeface="Calibri"/>
              </a:rPr>
              <a:t>U</a:t>
            </a:r>
            <a:r>
              <a:rPr sz="2000" dirty="0">
                <a:solidFill>
                  <a:srgbClr val="404040"/>
                </a:solidFill>
                <a:latin typeface="Calibri"/>
                <a:cs typeface="Calibri"/>
              </a:rPr>
              <a:t>n</a:t>
            </a:r>
            <a:r>
              <a:rPr sz="2000" spc="-5" dirty="0">
                <a:solidFill>
                  <a:srgbClr val="404040"/>
                </a:solidFill>
                <a:latin typeface="Calibri"/>
                <a:cs typeface="Calibri"/>
              </a:rPr>
              <a:t> </a:t>
            </a:r>
            <a:r>
              <a:rPr sz="2000" spc="30" dirty="0">
                <a:solidFill>
                  <a:srgbClr val="404040"/>
                </a:solidFill>
                <a:latin typeface="Calibri"/>
                <a:cs typeface="Calibri"/>
              </a:rPr>
              <a:t>C</a:t>
            </a:r>
            <a:r>
              <a:rPr sz="2000" dirty="0">
                <a:solidFill>
                  <a:srgbClr val="404040"/>
                </a:solidFill>
                <a:latin typeface="Calibri"/>
                <a:cs typeface="Calibri"/>
              </a:rPr>
              <a:t>U</a:t>
            </a:r>
            <a:r>
              <a:rPr sz="2000" spc="-35" dirty="0">
                <a:solidFill>
                  <a:srgbClr val="404040"/>
                </a:solidFill>
                <a:latin typeface="Calibri"/>
                <a:cs typeface="Calibri"/>
              </a:rPr>
              <a:t> </a:t>
            </a:r>
            <a:r>
              <a:rPr sz="2000" spc="40" dirty="0">
                <a:solidFill>
                  <a:srgbClr val="404040"/>
                </a:solidFill>
                <a:latin typeface="Calibri"/>
                <a:cs typeface="Calibri"/>
              </a:rPr>
              <a:t>i</a:t>
            </a:r>
            <a:r>
              <a:rPr sz="2000" spc="45" dirty="0">
                <a:solidFill>
                  <a:srgbClr val="404040"/>
                </a:solidFill>
                <a:latin typeface="Calibri"/>
                <a:cs typeface="Calibri"/>
              </a:rPr>
              <a:t>n</a:t>
            </a:r>
            <a:r>
              <a:rPr sz="2000" spc="-50" dirty="0">
                <a:solidFill>
                  <a:srgbClr val="404040"/>
                </a:solidFill>
                <a:latin typeface="Calibri"/>
                <a:cs typeface="Calibri"/>
              </a:rPr>
              <a:t>c</a:t>
            </a:r>
            <a:r>
              <a:rPr sz="2000" spc="40" dirty="0">
                <a:solidFill>
                  <a:srgbClr val="404040"/>
                </a:solidFill>
                <a:latin typeface="Calibri"/>
                <a:cs typeface="Calibri"/>
              </a:rPr>
              <a:t>l</a:t>
            </a:r>
            <a:r>
              <a:rPr sz="2000" spc="45" dirty="0">
                <a:solidFill>
                  <a:srgbClr val="404040"/>
                </a:solidFill>
                <a:latin typeface="Calibri"/>
                <a:cs typeface="Calibri"/>
              </a:rPr>
              <a:t>u</a:t>
            </a:r>
            <a:r>
              <a:rPr sz="2000" dirty="0">
                <a:solidFill>
                  <a:srgbClr val="404040"/>
                </a:solidFill>
                <a:latin typeface="Calibri"/>
                <a:cs typeface="Calibri"/>
              </a:rPr>
              <a:t>s</a:t>
            </a:r>
            <a:r>
              <a:rPr sz="2000" spc="-135" dirty="0">
                <a:solidFill>
                  <a:srgbClr val="404040"/>
                </a:solidFill>
                <a:latin typeface="Calibri"/>
                <a:cs typeface="Calibri"/>
              </a:rPr>
              <a:t> </a:t>
            </a:r>
            <a:r>
              <a:rPr sz="2000" dirty="0">
                <a:solidFill>
                  <a:srgbClr val="404040"/>
                </a:solidFill>
                <a:latin typeface="Calibri"/>
                <a:cs typeface="Calibri"/>
              </a:rPr>
              <a:t>e</a:t>
            </a:r>
            <a:r>
              <a:rPr sz="2000" spc="15" dirty="0">
                <a:solidFill>
                  <a:srgbClr val="404040"/>
                </a:solidFill>
                <a:latin typeface="Calibri"/>
                <a:cs typeface="Calibri"/>
              </a:rPr>
              <a:t>s</a:t>
            </a:r>
            <a:r>
              <a:rPr sz="2000" dirty="0">
                <a:solidFill>
                  <a:srgbClr val="404040"/>
                </a:solidFill>
                <a:latin typeface="Calibri"/>
                <a:cs typeface="Calibri"/>
              </a:rPr>
              <a:t>t</a:t>
            </a:r>
            <a:r>
              <a:rPr sz="2000" spc="-25" dirty="0">
                <a:solidFill>
                  <a:srgbClr val="404040"/>
                </a:solidFill>
                <a:latin typeface="Calibri"/>
                <a:cs typeface="Calibri"/>
              </a:rPr>
              <a:t> </a:t>
            </a:r>
            <a:r>
              <a:rPr sz="2000" spc="45" dirty="0">
                <a:solidFill>
                  <a:srgbClr val="404040"/>
                </a:solidFill>
                <a:latin typeface="Calibri"/>
                <a:cs typeface="Calibri"/>
              </a:rPr>
              <a:t>un</a:t>
            </a:r>
            <a:r>
              <a:rPr sz="2000" dirty="0">
                <a:solidFill>
                  <a:srgbClr val="404040"/>
                </a:solidFill>
                <a:latin typeface="Calibri"/>
                <a:cs typeface="Calibri"/>
              </a:rPr>
              <a:t>e</a:t>
            </a:r>
            <a:r>
              <a:rPr sz="2000" spc="-150" dirty="0">
                <a:solidFill>
                  <a:srgbClr val="404040"/>
                </a:solidFill>
                <a:latin typeface="Calibri"/>
                <a:cs typeface="Calibri"/>
              </a:rPr>
              <a:t> </a:t>
            </a:r>
            <a:r>
              <a:rPr sz="2000" spc="15" dirty="0">
                <a:solidFill>
                  <a:srgbClr val="404040"/>
                </a:solidFill>
                <a:latin typeface="Calibri"/>
                <a:cs typeface="Calibri"/>
              </a:rPr>
              <a:t>s</a:t>
            </a:r>
            <a:r>
              <a:rPr sz="2000" spc="45" dirty="0">
                <a:solidFill>
                  <a:srgbClr val="404040"/>
                </a:solidFill>
                <a:latin typeface="Calibri"/>
                <a:cs typeface="Calibri"/>
              </a:rPr>
              <a:t>ou</a:t>
            </a:r>
            <a:r>
              <a:rPr sz="2000" dirty="0">
                <a:solidFill>
                  <a:srgbClr val="404040"/>
                </a:solidFill>
                <a:latin typeface="Calibri"/>
                <a:cs typeface="Calibri"/>
              </a:rPr>
              <a:t>s</a:t>
            </a:r>
            <a:r>
              <a:rPr sz="2000" spc="-35" dirty="0">
                <a:solidFill>
                  <a:srgbClr val="404040"/>
                </a:solidFill>
                <a:latin typeface="Calibri"/>
                <a:cs typeface="Calibri"/>
              </a:rPr>
              <a:t> </a:t>
            </a:r>
            <a:r>
              <a:rPr sz="2000" spc="-15" dirty="0">
                <a:solidFill>
                  <a:srgbClr val="404040"/>
                </a:solidFill>
                <a:latin typeface="Calibri"/>
                <a:cs typeface="Calibri"/>
              </a:rPr>
              <a:t>f</a:t>
            </a:r>
            <a:r>
              <a:rPr sz="2000" spc="45" dirty="0">
                <a:solidFill>
                  <a:srgbClr val="404040"/>
                </a:solidFill>
                <a:latin typeface="Calibri"/>
                <a:cs typeface="Calibri"/>
              </a:rPr>
              <a:t>on</a:t>
            </a:r>
            <a:r>
              <a:rPr sz="2000" spc="-50" dirty="0">
                <a:solidFill>
                  <a:srgbClr val="404040"/>
                </a:solidFill>
                <a:latin typeface="Calibri"/>
                <a:cs typeface="Calibri"/>
              </a:rPr>
              <a:t>c</a:t>
            </a:r>
            <a:r>
              <a:rPr sz="2000" spc="30" dirty="0">
                <a:solidFill>
                  <a:srgbClr val="404040"/>
                </a:solidFill>
                <a:latin typeface="Calibri"/>
                <a:cs typeface="Calibri"/>
              </a:rPr>
              <a:t>t</a:t>
            </a:r>
            <a:r>
              <a:rPr sz="2000" spc="40" dirty="0">
                <a:solidFill>
                  <a:srgbClr val="404040"/>
                </a:solidFill>
                <a:latin typeface="Calibri"/>
                <a:cs typeface="Calibri"/>
              </a:rPr>
              <a:t>i</a:t>
            </a:r>
            <a:r>
              <a:rPr sz="2000" spc="45" dirty="0">
                <a:solidFill>
                  <a:srgbClr val="404040"/>
                </a:solidFill>
                <a:latin typeface="Calibri"/>
                <a:cs typeface="Calibri"/>
              </a:rPr>
              <a:t>o</a:t>
            </a:r>
            <a:r>
              <a:rPr sz="2000" dirty="0">
                <a:solidFill>
                  <a:srgbClr val="404040"/>
                </a:solidFill>
                <a:latin typeface="Calibri"/>
                <a:cs typeface="Calibri"/>
              </a:rPr>
              <a:t>n</a:t>
            </a:r>
            <a:r>
              <a:rPr sz="2000" spc="-105" dirty="0">
                <a:solidFill>
                  <a:srgbClr val="404040"/>
                </a:solidFill>
                <a:latin typeface="Calibri"/>
                <a:cs typeface="Calibri"/>
              </a:rPr>
              <a:t> </a:t>
            </a:r>
            <a:r>
              <a:rPr sz="2000" spc="45" dirty="0">
                <a:solidFill>
                  <a:srgbClr val="404040"/>
                </a:solidFill>
                <a:latin typeface="Calibri"/>
                <a:cs typeface="Calibri"/>
              </a:rPr>
              <a:t>ob</a:t>
            </a:r>
            <a:r>
              <a:rPr sz="2000" spc="40" dirty="0">
                <a:solidFill>
                  <a:srgbClr val="404040"/>
                </a:solidFill>
                <a:latin typeface="Calibri"/>
                <a:cs typeface="Calibri"/>
              </a:rPr>
              <a:t>li</a:t>
            </a:r>
            <a:r>
              <a:rPr sz="2000" spc="-45" dirty="0">
                <a:solidFill>
                  <a:srgbClr val="404040"/>
                </a:solidFill>
                <a:latin typeface="Calibri"/>
                <a:cs typeface="Calibri"/>
              </a:rPr>
              <a:t>g</a:t>
            </a:r>
            <a:r>
              <a:rPr sz="2000" spc="-60" dirty="0">
                <a:solidFill>
                  <a:srgbClr val="404040"/>
                </a:solidFill>
                <a:latin typeface="Calibri"/>
                <a:cs typeface="Calibri"/>
              </a:rPr>
              <a:t>a</a:t>
            </a:r>
            <a:r>
              <a:rPr sz="2000" spc="30" dirty="0">
                <a:solidFill>
                  <a:srgbClr val="404040"/>
                </a:solidFill>
                <a:latin typeface="Calibri"/>
                <a:cs typeface="Calibri"/>
              </a:rPr>
              <a:t>t</a:t>
            </a:r>
            <a:r>
              <a:rPr sz="2000" spc="45" dirty="0">
                <a:solidFill>
                  <a:srgbClr val="404040"/>
                </a:solidFill>
                <a:latin typeface="Calibri"/>
                <a:cs typeface="Calibri"/>
              </a:rPr>
              <a:t>o</a:t>
            </a:r>
            <a:r>
              <a:rPr sz="2000" spc="-60" dirty="0">
                <a:solidFill>
                  <a:srgbClr val="404040"/>
                </a:solidFill>
                <a:latin typeface="Calibri"/>
                <a:cs typeface="Calibri"/>
              </a:rPr>
              <a:t>i</a:t>
            </a:r>
            <a:r>
              <a:rPr sz="2000" dirty="0">
                <a:solidFill>
                  <a:srgbClr val="404040"/>
                </a:solidFill>
                <a:latin typeface="Calibri"/>
                <a:cs typeface="Calibri"/>
              </a:rPr>
              <a:t>re</a:t>
            </a:r>
            <a:r>
              <a:rPr sz="2000" spc="-150" dirty="0">
                <a:solidFill>
                  <a:srgbClr val="404040"/>
                </a:solidFill>
                <a:latin typeface="Calibri"/>
                <a:cs typeface="Calibri"/>
              </a:rPr>
              <a:t> </a:t>
            </a:r>
            <a:r>
              <a:rPr sz="2000" spc="45" dirty="0">
                <a:solidFill>
                  <a:srgbClr val="404040"/>
                </a:solidFill>
                <a:latin typeface="Calibri"/>
                <a:cs typeface="Calibri"/>
              </a:rPr>
              <a:t>d</a:t>
            </a:r>
            <a:r>
              <a:rPr sz="2000" dirty="0">
                <a:solidFill>
                  <a:srgbClr val="404040"/>
                </a:solidFill>
                <a:latin typeface="Calibri"/>
                <a:cs typeface="Calibri"/>
              </a:rPr>
              <a:t>u</a:t>
            </a:r>
            <a:r>
              <a:rPr sz="2000" spc="-105" dirty="0">
                <a:solidFill>
                  <a:srgbClr val="404040"/>
                </a:solidFill>
                <a:latin typeface="Calibri"/>
                <a:cs typeface="Calibri"/>
              </a:rPr>
              <a:t> </a:t>
            </a:r>
            <a:r>
              <a:rPr sz="2000" spc="30" dirty="0">
                <a:solidFill>
                  <a:srgbClr val="404040"/>
                </a:solidFill>
                <a:latin typeface="Calibri"/>
                <a:cs typeface="Calibri"/>
              </a:rPr>
              <a:t>C</a:t>
            </a:r>
            <a:r>
              <a:rPr sz="2000" dirty="0">
                <a:solidFill>
                  <a:srgbClr val="404040"/>
                </a:solidFill>
                <a:latin typeface="Calibri"/>
                <a:cs typeface="Calibri"/>
              </a:rPr>
              <a:t>U</a:t>
            </a:r>
            <a:r>
              <a:rPr sz="2000" spc="-135" dirty="0">
                <a:solidFill>
                  <a:srgbClr val="404040"/>
                </a:solidFill>
                <a:latin typeface="Calibri"/>
                <a:cs typeface="Calibri"/>
              </a:rPr>
              <a:t> </a:t>
            </a:r>
            <a:r>
              <a:rPr sz="2000" spc="45" dirty="0">
                <a:solidFill>
                  <a:srgbClr val="404040"/>
                </a:solidFill>
                <a:latin typeface="Calibri"/>
                <a:cs typeface="Calibri"/>
              </a:rPr>
              <a:t>d</a:t>
            </a:r>
            <a:r>
              <a:rPr sz="2000" spc="40" dirty="0">
                <a:solidFill>
                  <a:srgbClr val="404040"/>
                </a:solidFill>
                <a:latin typeface="Calibri"/>
                <a:cs typeface="Calibri"/>
              </a:rPr>
              <a:t>a</a:t>
            </a:r>
            <a:r>
              <a:rPr sz="2000" spc="45" dirty="0">
                <a:solidFill>
                  <a:srgbClr val="404040"/>
                </a:solidFill>
                <a:latin typeface="Calibri"/>
                <a:cs typeface="Calibri"/>
              </a:rPr>
              <a:t>n</a:t>
            </a:r>
            <a:r>
              <a:rPr sz="2000" dirty="0">
                <a:solidFill>
                  <a:srgbClr val="404040"/>
                </a:solidFill>
                <a:latin typeface="Calibri"/>
                <a:cs typeface="Calibri"/>
              </a:rPr>
              <a:t>s</a:t>
            </a:r>
            <a:r>
              <a:rPr sz="2000" spc="-135" dirty="0">
                <a:solidFill>
                  <a:srgbClr val="404040"/>
                </a:solidFill>
                <a:latin typeface="Calibri"/>
                <a:cs typeface="Calibri"/>
              </a:rPr>
              <a:t> </a:t>
            </a:r>
            <a:r>
              <a:rPr sz="2000" spc="40" dirty="0">
                <a:solidFill>
                  <a:srgbClr val="404040"/>
                </a:solidFill>
                <a:latin typeface="Calibri"/>
                <a:cs typeface="Calibri"/>
              </a:rPr>
              <a:t>l</a:t>
            </a:r>
            <a:r>
              <a:rPr sz="2000" dirty="0">
                <a:solidFill>
                  <a:srgbClr val="404040"/>
                </a:solidFill>
                <a:latin typeface="Calibri"/>
                <a:cs typeface="Calibri"/>
              </a:rPr>
              <a:t>e</a:t>
            </a:r>
            <a:r>
              <a:rPr sz="2000" spc="45" dirty="0">
                <a:solidFill>
                  <a:srgbClr val="404040"/>
                </a:solidFill>
                <a:latin typeface="Calibri"/>
                <a:cs typeface="Calibri"/>
              </a:rPr>
              <a:t>qu</a:t>
            </a:r>
            <a:r>
              <a:rPr sz="2000" dirty="0">
                <a:solidFill>
                  <a:srgbClr val="404040"/>
                </a:solidFill>
                <a:latin typeface="Calibri"/>
                <a:cs typeface="Calibri"/>
              </a:rPr>
              <a:t>el</a:t>
            </a:r>
            <a:r>
              <a:rPr sz="2000" spc="-114" dirty="0">
                <a:solidFill>
                  <a:srgbClr val="404040"/>
                </a:solidFill>
                <a:latin typeface="Calibri"/>
                <a:cs typeface="Calibri"/>
              </a:rPr>
              <a:t> </a:t>
            </a:r>
            <a:r>
              <a:rPr sz="2000" spc="40" dirty="0">
                <a:solidFill>
                  <a:srgbClr val="404040"/>
                </a:solidFill>
                <a:latin typeface="Calibri"/>
                <a:cs typeface="Calibri"/>
              </a:rPr>
              <a:t>i</a:t>
            </a:r>
            <a:r>
              <a:rPr sz="2000" dirty="0">
                <a:solidFill>
                  <a:srgbClr val="404040"/>
                </a:solidFill>
                <a:latin typeface="Calibri"/>
                <a:cs typeface="Calibri"/>
              </a:rPr>
              <a:t>l</a:t>
            </a:r>
            <a:r>
              <a:rPr sz="2000" spc="-114" dirty="0">
                <a:solidFill>
                  <a:srgbClr val="404040"/>
                </a:solidFill>
                <a:latin typeface="Calibri"/>
                <a:cs typeface="Calibri"/>
              </a:rPr>
              <a:t> </a:t>
            </a:r>
            <a:r>
              <a:rPr sz="2000" dirty="0">
                <a:solidFill>
                  <a:srgbClr val="404040"/>
                </a:solidFill>
                <a:latin typeface="Calibri"/>
                <a:cs typeface="Calibri"/>
              </a:rPr>
              <a:t>e</a:t>
            </a:r>
            <a:r>
              <a:rPr sz="2000" spc="15" dirty="0">
                <a:solidFill>
                  <a:srgbClr val="404040"/>
                </a:solidFill>
                <a:latin typeface="Calibri"/>
                <a:cs typeface="Calibri"/>
              </a:rPr>
              <a:t>s</a:t>
            </a:r>
            <a:r>
              <a:rPr sz="2000" dirty="0">
                <a:solidFill>
                  <a:srgbClr val="404040"/>
                </a:solidFill>
                <a:latin typeface="Calibri"/>
                <a:cs typeface="Calibri"/>
              </a:rPr>
              <a:t>t</a:t>
            </a:r>
            <a:r>
              <a:rPr sz="2000" spc="-25" dirty="0">
                <a:solidFill>
                  <a:srgbClr val="404040"/>
                </a:solidFill>
                <a:latin typeface="Calibri"/>
                <a:cs typeface="Calibri"/>
              </a:rPr>
              <a:t> </a:t>
            </a:r>
            <a:r>
              <a:rPr sz="2000" spc="40" dirty="0">
                <a:solidFill>
                  <a:srgbClr val="404040"/>
                </a:solidFill>
                <a:latin typeface="Calibri"/>
                <a:cs typeface="Calibri"/>
              </a:rPr>
              <a:t>i</a:t>
            </a:r>
            <a:r>
              <a:rPr sz="2000" spc="45" dirty="0">
                <a:solidFill>
                  <a:srgbClr val="404040"/>
                </a:solidFill>
                <a:latin typeface="Calibri"/>
                <a:cs typeface="Calibri"/>
              </a:rPr>
              <a:t>n</a:t>
            </a:r>
            <a:r>
              <a:rPr sz="2000" spc="-50" dirty="0">
                <a:solidFill>
                  <a:srgbClr val="404040"/>
                </a:solidFill>
                <a:latin typeface="Calibri"/>
                <a:cs typeface="Calibri"/>
              </a:rPr>
              <a:t>c</a:t>
            </a:r>
            <a:r>
              <a:rPr sz="2000" spc="40" dirty="0">
                <a:solidFill>
                  <a:srgbClr val="404040"/>
                </a:solidFill>
                <a:latin typeface="Calibri"/>
                <a:cs typeface="Calibri"/>
              </a:rPr>
              <a:t>l</a:t>
            </a:r>
            <a:r>
              <a:rPr sz="2000" spc="45" dirty="0">
                <a:solidFill>
                  <a:srgbClr val="404040"/>
                </a:solidFill>
                <a:latin typeface="Calibri"/>
                <a:cs typeface="Calibri"/>
              </a:rPr>
              <a:t>u</a:t>
            </a:r>
            <a:r>
              <a:rPr sz="2000" dirty="0">
                <a:solidFill>
                  <a:srgbClr val="404040"/>
                </a:solidFill>
                <a:latin typeface="Calibri"/>
                <a:cs typeface="Calibri"/>
              </a:rPr>
              <a:t>s</a:t>
            </a:r>
            <a:endParaRPr sz="2000" dirty="0">
              <a:latin typeface="Calibri"/>
              <a:cs typeface="Calibri"/>
            </a:endParaRPr>
          </a:p>
          <a:p>
            <a:pPr marL="419734" lvl="1" indent="-204470">
              <a:lnSpc>
                <a:spcPct val="100000"/>
              </a:lnSpc>
              <a:spcBef>
                <a:spcPts val="200"/>
              </a:spcBef>
              <a:buClr>
                <a:srgbClr val="E48312"/>
              </a:buClr>
              <a:buSzPct val="94444"/>
              <a:buFont typeface="Wingdings"/>
              <a:buChar char=""/>
              <a:tabLst>
                <a:tab pos="420370" algn="l"/>
              </a:tabLst>
            </a:pPr>
            <a:r>
              <a:rPr sz="1800" dirty="0">
                <a:solidFill>
                  <a:srgbClr val="404040"/>
                </a:solidFill>
                <a:latin typeface="Calibri"/>
                <a:cs typeface="Calibri"/>
              </a:rPr>
              <a:t>On</a:t>
            </a:r>
            <a:r>
              <a:rPr sz="1800" spc="35" dirty="0">
                <a:solidFill>
                  <a:srgbClr val="404040"/>
                </a:solidFill>
                <a:latin typeface="Calibri"/>
                <a:cs typeface="Calibri"/>
              </a:rPr>
              <a:t> </a:t>
            </a:r>
            <a:r>
              <a:rPr sz="1800" spc="-25" dirty="0">
                <a:solidFill>
                  <a:srgbClr val="404040"/>
                </a:solidFill>
                <a:latin typeface="Calibri"/>
                <a:cs typeface="Calibri"/>
              </a:rPr>
              <a:t>ne</a:t>
            </a:r>
            <a:r>
              <a:rPr sz="1800" spc="-10" dirty="0">
                <a:solidFill>
                  <a:srgbClr val="404040"/>
                </a:solidFill>
                <a:latin typeface="Calibri"/>
                <a:cs typeface="Calibri"/>
              </a:rPr>
              <a:t> </a:t>
            </a:r>
            <a:r>
              <a:rPr sz="1800" spc="-25" dirty="0">
                <a:solidFill>
                  <a:srgbClr val="404040"/>
                </a:solidFill>
                <a:latin typeface="Calibri"/>
                <a:cs typeface="Calibri"/>
              </a:rPr>
              <a:t>peut</a:t>
            </a:r>
            <a:r>
              <a:rPr sz="1800" spc="85" dirty="0">
                <a:solidFill>
                  <a:srgbClr val="404040"/>
                </a:solidFill>
                <a:latin typeface="Calibri"/>
                <a:cs typeface="Calibri"/>
              </a:rPr>
              <a:t> </a:t>
            </a:r>
            <a:r>
              <a:rPr sz="1800" spc="-5" dirty="0">
                <a:solidFill>
                  <a:srgbClr val="404040"/>
                </a:solidFill>
                <a:latin typeface="Calibri"/>
                <a:cs typeface="Calibri"/>
              </a:rPr>
              <a:t>pas</a:t>
            </a:r>
            <a:r>
              <a:rPr sz="1800" spc="80" dirty="0">
                <a:solidFill>
                  <a:srgbClr val="404040"/>
                </a:solidFill>
                <a:latin typeface="Calibri"/>
                <a:cs typeface="Calibri"/>
              </a:rPr>
              <a:t> </a:t>
            </a:r>
            <a:r>
              <a:rPr sz="1800" spc="-5" dirty="0">
                <a:solidFill>
                  <a:srgbClr val="404040"/>
                </a:solidFill>
                <a:latin typeface="Calibri"/>
                <a:cs typeface="Calibri"/>
              </a:rPr>
              <a:t>passer</a:t>
            </a:r>
            <a:r>
              <a:rPr sz="1800" spc="-40" dirty="0">
                <a:solidFill>
                  <a:srgbClr val="404040"/>
                </a:solidFill>
                <a:latin typeface="Calibri"/>
                <a:cs typeface="Calibri"/>
              </a:rPr>
              <a:t> </a:t>
            </a:r>
            <a:r>
              <a:rPr sz="1800" spc="-25" dirty="0">
                <a:solidFill>
                  <a:srgbClr val="404040"/>
                </a:solidFill>
                <a:latin typeface="Calibri"/>
                <a:cs typeface="Calibri"/>
              </a:rPr>
              <a:t>de</a:t>
            </a:r>
            <a:r>
              <a:rPr sz="1800" spc="90" dirty="0">
                <a:solidFill>
                  <a:srgbClr val="404040"/>
                </a:solidFill>
                <a:latin typeface="Calibri"/>
                <a:cs typeface="Calibri"/>
              </a:rPr>
              <a:t> </a:t>
            </a:r>
            <a:r>
              <a:rPr sz="1800" spc="-20" dirty="0">
                <a:solidFill>
                  <a:srgbClr val="404040"/>
                </a:solidFill>
                <a:latin typeface="Calibri"/>
                <a:cs typeface="Calibri"/>
              </a:rPr>
              <a:t>commandes</a:t>
            </a:r>
            <a:r>
              <a:rPr sz="1800" spc="80" dirty="0">
                <a:solidFill>
                  <a:srgbClr val="404040"/>
                </a:solidFill>
                <a:latin typeface="Calibri"/>
                <a:cs typeface="Calibri"/>
              </a:rPr>
              <a:t> </a:t>
            </a:r>
            <a:r>
              <a:rPr sz="1800" spc="-5" dirty="0">
                <a:solidFill>
                  <a:srgbClr val="404040"/>
                </a:solidFill>
                <a:latin typeface="Calibri"/>
                <a:cs typeface="Calibri"/>
              </a:rPr>
              <a:t>sans</a:t>
            </a:r>
            <a:r>
              <a:rPr sz="1800" spc="-20" dirty="0">
                <a:solidFill>
                  <a:srgbClr val="404040"/>
                </a:solidFill>
                <a:latin typeface="Calibri"/>
                <a:cs typeface="Calibri"/>
              </a:rPr>
              <a:t> </a:t>
            </a:r>
            <a:r>
              <a:rPr sz="1800" spc="-10" dirty="0">
                <a:solidFill>
                  <a:srgbClr val="404040"/>
                </a:solidFill>
                <a:latin typeface="Calibri"/>
                <a:cs typeface="Calibri"/>
              </a:rPr>
              <a:t>payer</a:t>
            </a:r>
            <a:endParaRPr sz="1800" dirty="0">
              <a:latin typeface="Calibri"/>
              <a:cs typeface="Calibri"/>
            </a:endParaRPr>
          </a:p>
          <a:p>
            <a:pPr marL="419734" lvl="1" indent="-204470">
              <a:lnSpc>
                <a:spcPct val="100000"/>
              </a:lnSpc>
              <a:spcBef>
                <a:spcPts val="440"/>
              </a:spcBef>
              <a:buClr>
                <a:srgbClr val="E48312"/>
              </a:buClr>
              <a:buSzPct val="94444"/>
              <a:buFont typeface="Wingdings"/>
              <a:buChar char=""/>
              <a:tabLst>
                <a:tab pos="420370" algn="l"/>
              </a:tabLst>
            </a:pPr>
            <a:r>
              <a:rPr sz="1800" spc="-20" dirty="0">
                <a:solidFill>
                  <a:srgbClr val="404040"/>
                </a:solidFill>
                <a:latin typeface="Calibri"/>
                <a:cs typeface="Calibri"/>
              </a:rPr>
              <a:t>Permet</a:t>
            </a:r>
            <a:r>
              <a:rPr sz="1800" spc="85" dirty="0">
                <a:solidFill>
                  <a:srgbClr val="404040"/>
                </a:solidFill>
                <a:latin typeface="Calibri"/>
                <a:cs typeface="Calibri"/>
              </a:rPr>
              <a:t> </a:t>
            </a:r>
            <a:r>
              <a:rPr sz="1800" spc="-25" dirty="0">
                <a:solidFill>
                  <a:srgbClr val="404040"/>
                </a:solidFill>
                <a:latin typeface="Calibri"/>
                <a:cs typeface="Calibri"/>
              </a:rPr>
              <a:t>de</a:t>
            </a:r>
            <a:r>
              <a:rPr sz="1800" spc="-5" dirty="0">
                <a:solidFill>
                  <a:srgbClr val="404040"/>
                </a:solidFill>
                <a:latin typeface="Calibri"/>
                <a:cs typeface="Calibri"/>
              </a:rPr>
              <a:t> </a:t>
            </a:r>
            <a:r>
              <a:rPr sz="1800" spc="-25" dirty="0">
                <a:solidFill>
                  <a:srgbClr val="404040"/>
                </a:solidFill>
                <a:latin typeface="Calibri"/>
                <a:cs typeface="Calibri"/>
              </a:rPr>
              <a:t>décomposer</a:t>
            </a:r>
            <a:r>
              <a:rPr sz="1800" spc="160" dirty="0">
                <a:solidFill>
                  <a:srgbClr val="404040"/>
                </a:solidFill>
                <a:latin typeface="Calibri"/>
                <a:cs typeface="Calibri"/>
              </a:rPr>
              <a:t> </a:t>
            </a:r>
            <a:r>
              <a:rPr sz="1800" spc="-10" dirty="0">
                <a:solidFill>
                  <a:srgbClr val="404040"/>
                </a:solidFill>
                <a:latin typeface="Calibri"/>
                <a:cs typeface="Calibri"/>
              </a:rPr>
              <a:t>la</a:t>
            </a:r>
            <a:r>
              <a:rPr sz="1800" spc="30" dirty="0">
                <a:solidFill>
                  <a:srgbClr val="404040"/>
                </a:solidFill>
                <a:latin typeface="Calibri"/>
                <a:cs typeface="Calibri"/>
              </a:rPr>
              <a:t> </a:t>
            </a:r>
            <a:r>
              <a:rPr sz="1800" spc="-15" dirty="0">
                <a:solidFill>
                  <a:srgbClr val="404040"/>
                </a:solidFill>
                <a:latin typeface="Calibri"/>
                <a:cs typeface="Calibri"/>
              </a:rPr>
              <a:t>complexité</a:t>
            </a:r>
            <a:r>
              <a:rPr sz="1800" spc="95" dirty="0">
                <a:solidFill>
                  <a:srgbClr val="404040"/>
                </a:solidFill>
                <a:latin typeface="Calibri"/>
                <a:cs typeface="Calibri"/>
              </a:rPr>
              <a:t> </a:t>
            </a:r>
            <a:r>
              <a:rPr sz="1800" spc="-20" dirty="0">
                <a:solidFill>
                  <a:srgbClr val="404040"/>
                </a:solidFill>
                <a:latin typeface="Calibri"/>
                <a:cs typeface="Calibri"/>
              </a:rPr>
              <a:t>des</a:t>
            </a:r>
            <a:r>
              <a:rPr sz="1800" spc="-10" dirty="0">
                <a:solidFill>
                  <a:srgbClr val="404040"/>
                </a:solidFill>
                <a:latin typeface="Calibri"/>
                <a:cs typeface="Calibri"/>
              </a:rPr>
              <a:t> </a:t>
            </a:r>
            <a:r>
              <a:rPr sz="1800" spc="25" dirty="0">
                <a:solidFill>
                  <a:srgbClr val="404040"/>
                </a:solidFill>
                <a:latin typeface="Calibri"/>
                <a:cs typeface="Calibri"/>
              </a:rPr>
              <a:t>CUs</a:t>
            </a:r>
            <a:endParaRPr sz="1800" dirty="0">
              <a:latin typeface="Calibri"/>
              <a:cs typeface="Calibri"/>
            </a:endParaRPr>
          </a:p>
          <a:p>
            <a:pPr marL="101600" marR="5080" indent="-88900">
              <a:lnSpc>
                <a:spcPts val="2100"/>
              </a:lnSpc>
              <a:spcBef>
                <a:spcPts val="1660"/>
              </a:spcBef>
              <a:buClr>
                <a:srgbClr val="E48312"/>
              </a:buClr>
              <a:buSzPct val="95000"/>
              <a:buFont typeface="Wingdings"/>
              <a:buChar char=""/>
              <a:tabLst>
                <a:tab pos="241300" algn="l"/>
              </a:tabLst>
            </a:pPr>
            <a:r>
              <a:rPr sz="2000" spc="5" dirty="0">
                <a:solidFill>
                  <a:srgbClr val="404040"/>
                </a:solidFill>
                <a:latin typeface="Calibri"/>
                <a:cs typeface="Calibri"/>
              </a:rPr>
              <a:t>L’inclusion</a:t>
            </a:r>
            <a:r>
              <a:rPr sz="2000" spc="-105" dirty="0">
                <a:solidFill>
                  <a:srgbClr val="404040"/>
                </a:solidFill>
                <a:latin typeface="Calibri"/>
                <a:cs typeface="Calibri"/>
              </a:rPr>
              <a:t> </a:t>
            </a:r>
            <a:r>
              <a:rPr sz="2000" spc="5" dirty="0">
                <a:solidFill>
                  <a:srgbClr val="404040"/>
                </a:solidFill>
                <a:latin typeface="Calibri"/>
                <a:cs typeface="Calibri"/>
              </a:rPr>
              <a:t>se</a:t>
            </a:r>
            <a:r>
              <a:rPr sz="2000" spc="-145" dirty="0">
                <a:solidFill>
                  <a:srgbClr val="404040"/>
                </a:solidFill>
                <a:latin typeface="Calibri"/>
                <a:cs typeface="Calibri"/>
              </a:rPr>
              <a:t> </a:t>
            </a:r>
            <a:r>
              <a:rPr sz="2000" spc="25" dirty="0">
                <a:solidFill>
                  <a:srgbClr val="404040"/>
                </a:solidFill>
                <a:latin typeface="Calibri"/>
                <a:cs typeface="Calibri"/>
              </a:rPr>
              <a:t>traduit</a:t>
            </a:r>
            <a:r>
              <a:rPr sz="2000" spc="-120" dirty="0">
                <a:solidFill>
                  <a:srgbClr val="404040"/>
                </a:solidFill>
                <a:latin typeface="Calibri"/>
                <a:cs typeface="Calibri"/>
              </a:rPr>
              <a:t> </a:t>
            </a:r>
            <a:r>
              <a:rPr sz="2000" spc="25" dirty="0">
                <a:solidFill>
                  <a:srgbClr val="404040"/>
                </a:solidFill>
                <a:latin typeface="Calibri"/>
                <a:cs typeface="Calibri"/>
              </a:rPr>
              <a:t>par</a:t>
            </a:r>
            <a:r>
              <a:rPr sz="2000" spc="-145" dirty="0">
                <a:solidFill>
                  <a:srgbClr val="404040"/>
                </a:solidFill>
                <a:latin typeface="Calibri"/>
                <a:cs typeface="Calibri"/>
              </a:rPr>
              <a:t> </a:t>
            </a:r>
            <a:r>
              <a:rPr sz="2000" spc="20" dirty="0">
                <a:solidFill>
                  <a:srgbClr val="404040"/>
                </a:solidFill>
                <a:latin typeface="Calibri"/>
                <a:cs typeface="Calibri"/>
              </a:rPr>
              <a:t>un</a:t>
            </a:r>
            <a:r>
              <a:rPr sz="2000" spc="-100" dirty="0">
                <a:solidFill>
                  <a:srgbClr val="404040"/>
                </a:solidFill>
                <a:latin typeface="Calibri"/>
                <a:cs typeface="Calibri"/>
              </a:rPr>
              <a:t> </a:t>
            </a:r>
            <a:r>
              <a:rPr sz="2000" spc="20" dirty="0">
                <a:solidFill>
                  <a:srgbClr val="404040"/>
                </a:solidFill>
                <a:latin typeface="Calibri"/>
                <a:cs typeface="Calibri"/>
              </a:rPr>
              <a:t>trait</a:t>
            </a:r>
            <a:r>
              <a:rPr sz="2000" spc="-120" dirty="0">
                <a:solidFill>
                  <a:srgbClr val="404040"/>
                </a:solidFill>
                <a:latin typeface="Calibri"/>
                <a:cs typeface="Calibri"/>
              </a:rPr>
              <a:t> </a:t>
            </a:r>
            <a:r>
              <a:rPr sz="2000" spc="25" dirty="0">
                <a:solidFill>
                  <a:srgbClr val="404040"/>
                </a:solidFill>
                <a:latin typeface="Calibri"/>
                <a:cs typeface="Calibri"/>
              </a:rPr>
              <a:t>discontinu</a:t>
            </a:r>
            <a:r>
              <a:rPr sz="2000" spc="-100" dirty="0">
                <a:solidFill>
                  <a:srgbClr val="404040"/>
                </a:solidFill>
                <a:latin typeface="Calibri"/>
                <a:cs typeface="Calibri"/>
              </a:rPr>
              <a:t> </a:t>
            </a:r>
            <a:r>
              <a:rPr sz="2000" spc="10" dirty="0">
                <a:solidFill>
                  <a:srgbClr val="404040"/>
                </a:solidFill>
                <a:latin typeface="Calibri"/>
                <a:cs typeface="Calibri"/>
              </a:rPr>
              <a:t>partant</a:t>
            </a:r>
            <a:r>
              <a:rPr sz="2000" spc="-225" dirty="0">
                <a:solidFill>
                  <a:srgbClr val="404040"/>
                </a:solidFill>
                <a:latin typeface="Calibri"/>
                <a:cs typeface="Calibri"/>
              </a:rPr>
              <a:t> </a:t>
            </a:r>
            <a:r>
              <a:rPr sz="2000" spc="20" dirty="0">
                <a:solidFill>
                  <a:srgbClr val="404040"/>
                </a:solidFill>
                <a:latin typeface="Calibri"/>
                <a:cs typeface="Calibri"/>
              </a:rPr>
              <a:t>de</a:t>
            </a:r>
            <a:r>
              <a:rPr sz="2000" spc="-145" dirty="0">
                <a:solidFill>
                  <a:srgbClr val="404040"/>
                </a:solidFill>
                <a:latin typeface="Calibri"/>
                <a:cs typeface="Calibri"/>
              </a:rPr>
              <a:t> </a:t>
            </a:r>
            <a:r>
              <a:rPr sz="2000" spc="20" dirty="0">
                <a:solidFill>
                  <a:srgbClr val="404040"/>
                </a:solidFill>
                <a:latin typeface="Calibri"/>
                <a:cs typeface="Calibri"/>
              </a:rPr>
              <a:t>la</a:t>
            </a:r>
            <a:r>
              <a:rPr sz="2000" spc="-10" dirty="0">
                <a:solidFill>
                  <a:srgbClr val="404040"/>
                </a:solidFill>
                <a:latin typeface="Calibri"/>
                <a:cs typeface="Calibri"/>
              </a:rPr>
              <a:t> </a:t>
            </a:r>
            <a:r>
              <a:rPr sz="2000" spc="25" dirty="0">
                <a:solidFill>
                  <a:srgbClr val="404040"/>
                </a:solidFill>
                <a:latin typeface="Calibri"/>
                <a:cs typeface="Calibri"/>
              </a:rPr>
              <a:t>sous</a:t>
            </a:r>
            <a:r>
              <a:rPr sz="2000" spc="-130" dirty="0">
                <a:solidFill>
                  <a:srgbClr val="404040"/>
                </a:solidFill>
                <a:latin typeface="Calibri"/>
                <a:cs typeface="Calibri"/>
              </a:rPr>
              <a:t> </a:t>
            </a:r>
            <a:r>
              <a:rPr sz="2000" spc="15" dirty="0">
                <a:solidFill>
                  <a:srgbClr val="404040"/>
                </a:solidFill>
                <a:latin typeface="Calibri"/>
                <a:cs typeface="Calibri"/>
              </a:rPr>
              <a:t>fonction</a:t>
            </a:r>
            <a:r>
              <a:rPr sz="2000" spc="-100" dirty="0">
                <a:solidFill>
                  <a:srgbClr val="404040"/>
                </a:solidFill>
                <a:latin typeface="Calibri"/>
                <a:cs typeface="Calibri"/>
              </a:rPr>
              <a:t> </a:t>
            </a:r>
            <a:r>
              <a:rPr sz="2000" dirty="0">
                <a:solidFill>
                  <a:srgbClr val="404040"/>
                </a:solidFill>
                <a:latin typeface="Calibri"/>
                <a:cs typeface="Calibri"/>
              </a:rPr>
              <a:t>et</a:t>
            </a:r>
            <a:r>
              <a:rPr sz="2000" spc="-120" dirty="0">
                <a:solidFill>
                  <a:srgbClr val="404040"/>
                </a:solidFill>
                <a:latin typeface="Calibri"/>
                <a:cs typeface="Calibri"/>
              </a:rPr>
              <a:t> </a:t>
            </a:r>
            <a:r>
              <a:rPr sz="2000" spc="20" dirty="0">
                <a:solidFill>
                  <a:srgbClr val="404040"/>
                </a:solidFill>
                <a:latin typeface="Calibri"/>
                <a:cs typeface="Calibri"/>
              </a:rPr>
              <a:t>orienté</a:t>
            </a:r>
            <a:r>
              <a:rPr sz="2000" spc="-145" dirty="0">
                <a:solidFill>
                  <a:srgbClr val="404040"/>
                </a:solidFill>
                <a:latin typeface="Calibri"/>
                <a:cs typeface="Calibri"/>
              </a:rPr>
              <a:t> </a:t>
            </a:r>
            <a:r>
              <a:rPr sz="2000" spc="-5" dirty="0">
                <a:solidFill>
                  <a:srgbClr val="404040"/>
                </a:solidFill>
                <a:latin typeface="Calibri"/>
                <a:cs typeface="Calibri"/>
              </a:rPr>
              <a:t>vers</a:t>
            </a:r>
            <a:r>
              <a:rPr sz="2000" spc="-130" dirty="0">
                <a:solidFill>
                  <a:srgbClr val="404040"/>
                </a:solidFill>
                <a:latin typeface="Calibri"/>
                <a:cs typeface="Calibri"/>
              </a:rPr>
              <a:t> </a:t>
            </a:r>
            <a:r>
              <a:rPr sz="2000" spc="20" dirty="0">
                <a:solidFill>
                  <a:srgbClr val="404040"/>
                </a:solidFill>
                <a:latin typeface="Calibri"/>
                <a:cs typeface="Calibri"/>
              </a:rPr>
              <a:t>le</a:t>
            </a:r>
            <a:r>
              <a:rPr sz="2000" spc="55" dirty="0">
                <a:solidFill>
                  <a:srgbClr val="404040"/>
                </a:solidFill>
                <a:latin typeface="Calibri"/>
                <a:cs typeface="Calibri"/>
              </a:rPr>
              <a:t> </a:t>
            </a:r>
            <a:r>
              <a:rPr sz="2000" spc="15" dirty="0">
                <a:solidFill>
                  <a:srgbClr val="404040"/>
                </a:solidFill>
                <a:latin typeface="Calibri"/>
                <a:cs typeface="Calibri"/>
              </a:rPr>
              <a:t>CU </a:t>
            </a:r>
            <a:r>
              <a:rPr sz="2000" spc="-434" dirty="0">
                <a:solidFill>
                  <a:srgbClr val="404040"/>
                </a:solidFill>
                <a:latin typeface="Calibri"/>
                <a:cs typeface="Calibri"/>
              </a:rPr>
              <a:t> </a:t>
            </a:r>
            <a:r>
              <a:rPr sz="2000" spc="40" dirty="0">
                <a:solidFill>
                  <a:srgbClr val="404040"/>
                </a:solidFill>
                <a:latin typeface="Calibri"/>
                <a:cs typeface="Calibri"/>
              </a:rPr>
              <a:t>l</a:t>
            </a:r>
            <a:r>
              <a:rPr sz="2000" dirty="0">
                <a:solidFill>
                  <a:srgbClr val="404040"/>
                </a:solidFill>
                <a:latin typeface="Calibri"/>
                <a:cs typeface="Calibri"/>
              </a:rPr>
              <a:t>’</a:t>
            </a:r>
            <a:r>
              <a:rPr sz="2000" spc="40" dirty="0">
                <a:solidFill>
                  <a:srgbClr val="404040"/>
                </a:solidFill>
                <a:latin typeface="Calibri"/>
                <a:cs typeface="Calibri"/>
              </a:rPr>
              <a:t>i</a:t>
            </a:r>
            <a:r>
              <a:rPr sz="2000" spc="45" dirty="0">
                <a:solidFill>
                  <a:srgbClr val="404040"/>
                </a:solidFill>
                <a:latin typeface="Calibri"/>
                <a:cs typeface="Calibri"/>
              </a:rPr>
              <a:t>n</a:t>
            </a:r>
            <a:r>
              <a:rPr sz="2000" spc="-50" dirty="0">
                <a:solidFill>
                  <a:srgbClr val="404040"/>
                </a:solidFill>
                <a:latin typeface="Calibri"/>
                <a:cs typeface="Calibri"/>
              </a:rPr>
              <a:t>c</a:t>
            </a:r>
            <a:r>
              <a:rPr sz="2000" spc="40" dirty="0">
                <a:solidFill>
                  <a:srgbClr val="404040"/>
                </a:solidFill>
                <a:latin typeface="Calibri"/>
                <a:cs typeface="Calibri"/>
              </a:rPr>
              <a:t>l</a:t>
            </a:r>
            <a:r>
              <a:rPr sz="2000" spc="45" dirty="0">
                <a:solidFill>
                  <a:srgbClr val="404040"/>
                </a:solidFill>
                <a:latin typeface="Calibri"/>
                <a:cs typeface="Calibri"/>
              </a:rPr>
              <a:t>u</a:t>
            </a:r>
            <a:r>
              <a:rPr sz="2000" spc="40" dirty="0">
                <a:solidFill>
                  <a:srgbClr val="404040"/>
                </a:solidFill>
                <a:latin typeface="Calibri"/>
                <a:cs typeface="Calibri"/>
              </a:rPr>
              <a:t>a</a:t>
            </a:r>
            <a:r>
              <a:rPr sz="2000" spc="45" dirty="0">
                <a:solidFill>
                  <a:srgbClr val="404040"/>
                </a:solidFill>
                <a:latin typeface="Calibri"/>
                <a:cs typeface="Calibri"/>
              </a:rPr>
              <a:t>n</a:t>
            </a:r>
            <a:r>
              <a:rPr sz="2000" spc="30" dirty="0">
                <a:solidFill>
                  <a:srgbClr val="404040"/>
                </a:solidFill>
                <a:latin typeface="Calibri"/>
                <a:cs typeface="Calibri"/>
              </a:rPr>
              <a:t>t</a:t>
            </a:r>
            <a:r>
              <a:rPr sz="2000" dirty="0">
                <a:solidFill>
                  <a:srgbClr val="404040"/>
                </a:solidFill>
                <a:latin typeface="Calibri"/>
                <a:cs typeface="Calibri"/>
              </a:rPr>
              <a:t>.</a:t>
            </a:r>
            <a:r>
              <a:rPr sz="2000" spc="-160" dirty="0">
                <a:solidFill>
                  <a:srgbClr val="404040"/>
                </a:solidFill>
                <a:latin typeface="Calibri"/>
                <a:cs typeface="Calibri"/>
              </a:rPr>
              <a:t> </a:t>
            </a:r>
            <a:r>
              <a:rPr sz="2000" spc="-45" dirty="0">
                <a:solidFill>
                  <a:srgbClr val="404040"/>
                </a:solidFill>
                <a:latin typeface="Calibri"/>
                <a:cs typeface="Calibri"/>
              </a:rPr>
              <a:t>L</a:t>
            </a:r>
            <a:r>
              <a:rPr sz="2000" dirty="0">
                <a:solidFill>
                  <a:srgbClr val="404040"/>
                </a:solidFill>
                <a:latin typeface="Calibri"/>
                <a:cs typeface="Calibri"/>
              </a:rPr>
              <a:t>a</a:t>
            </a:r>
            <a:r>
              <a:rPr sz="2000" spc="-114" dirty="0">
                <a:solidFill>
                  <a:srgbClr val="404040"/>
                </a:solidFill>
                <a:latin typeface="Calibri"/>
                <a:cs typeface="Calibri"/>
              </a:rPr>
              <a:t> </a:t>
            </a:r>
            <a:r>
              <a:rPr sz="2000" spc="-15" dirty="0">
                <a:solidFill>
                  <a:srgbClr val="404040"/>
                </a:solidFill>
                <a:latin typeface="Calibri"/>
                <a:cs typeface="Calibri"/>
              </a:rPr>
              <a:t>f</a:t>
            </a:r>
            <a:r>
              <a:rPr sz="2000" spc="35" dirty="0">
                <a:solidFill>
                  <a:srgbClr val="404040"/>
                </a:solidFill>
                <a:latin typeface="Calibri"/>
                <a:cs typeface="Calibri"/>
              </a:rPr>
              <a:t>l</a:t>
            </a:r>
            <a:r>
              <a:rPr sz="2000" dirty="0">
                <a:solidFill>
                  <a:srgbClr val="404040"/>
                </a:solidFill>
                <a:latin typeface="Calibri"/>
                <a:cs typeface="Calibri"/>
              </a:rPr>
              <a:t>è</a:t>
            </a:r>
            <a:r>
              <a:rPr sz="2000" spc="-50" dirty="0">
                <a:solidFill>
                  <a:srgbClr val="404040"/>
                </a:solidFill>
                <a:latin typeface="Calibri"/>
                <a:cs typeface="Calibri"/>
              </a:rPr>
              <a:t>c</a:t>
            </a:r>
            <a:r>
              <a:rPr sz="2000" spc="45" dirty="0">
                <a:solidFill>
                  <a:srgbClr val="404040"/>
                </a:solidFill>
                <a:latin typeface="Calibri"/>
                <a:cs typeface="Calibri"/>
              </a:rPr>
              <a:t>h</a:t>
            </a:r>
            <a:r>
              <a:rPr sz="2000" dirty="0">
                <a:solidFill>
                  <a:srgbClr val="404040"/>
                </a:solidFill>
                <a:latin typeface="Calibri"/>
                <a:cs typeface="Calibri"/>
              </a:rPr>
              <a:t>e</a:t>
            </a:r>
            <a:r>
              <a:rPr sz="2000" spc="-50" dirty="0">
                <a:solidFill>
                  <a:srgbClr val="404040"/>
                </a:solidFill>
                <a:latin typeface="Calibri"/>
                <a:cs typeface="Calibri"/>
              </a:rPr>
              <a:t> </a:t>
            </a:r>
            <a:r>
              <a:rPr sz="2000" dirty="0">
                <a:solidFill>
                  <a:srgbClr val="404040"/>
                </a:solidFill>
                <a:latin typeface="Calibri"/>
                <a:cs typeface="Calibri"/>
              </a:rPr>
              <a:t>e</a:t>
            </a:r>
            <a:r>
              <a:rPr sz="2000" spc="15" dirty="0">
                <a:solidFill>
                  <a:srgbClr val="404040"/>
                </a:solidFill>
                <a:latin typeface="Calibri"/>
                <a:cs typeface="Calibri"/>
              </a:rPr>
              <a:t>s</a:t>
            </a:r>
            <a:r>
              <a:rPr sz="2000" dirty="0">
                <a:solidFill>
                  <a:srgbClr val="404040"/>
                </a:solidFill>
                <a:latin typeface="Calibri"/>
                <a:cs typeface="Calibri"/>
              </a:rPr>
              <a:t>t</a:t>
            </a:r>
            <a:r>
              <a:rPr sz="2000" spc="-25" dirty="0">
                <a:solidFill>
                  <a:srgbClr val="404040"/>
                </a:solidFill>
                <a:latin typeface="Calibri"/>
                <a:cs typeface="Calibri"/>
              </a:rPr>
              <a:t> </a:t>
            </a:r>
            <a:r>
              <a:rPr sz="2000" spc="40" dirty="0">
                <a:solidFill>
                  <a:srgbClr val="404040"/>
                </a:solidFill>
                <a:latin typeface="Calibri"/>
                <a:cs typeface="Calibri"/>
              </a:rPr>
              <a:t>la</a:t>
            </a:r>
            <a:r>
              <a:rPr sz="2000" spc="45" dirty="0">
                <a:solidFill>
                  <a:srgbClr val="404040"/>
                </a:solidFill>
                <a:latin typeface="Calibri"/>
                <a:cs typeface="Calibri"/>
              </a:rPr>
              <a:t>b</a:t>
            </a:r>
            <a:r>
              <a:rPr sz="2000" dirty="0">
                <a:solidFill>
                  <a:srgbClr val="404040"/>
                </a:solidFill>
                <a:latin typeface="Calibri"/>
                <a:cs typeface="Calibri"/>
              </a:rPr>
              <a:t>é</a:t>
            </a:r>
            <a:r>
              <a:rPr sz="2000" spc="40" dirty="0">
                <a:solidFill>
                  <a:srgbClr val="404040"/>
                </a:solidFill>
                <a:latin typeface="Calibri"/>
                <a:cs typeface="Calibri"/>
              </a:rPr>
              <a:t>li</a:t>
            </a:r>
            <a:r>
              <a:rPr sz="2000" spc="15" dirty="0">
                <a:solidFill>
                  <a:srgbClr val="404040"/>
                </a:solidFill>
                <a:latin typeface="Calibri"/>
                <a:cs typeface="Calibri"/>
              </a:rPr>
              <a:t>s</a:t>
            </a:r>
            <a:r>
              <a:rPr sz="2000" spc="5" dirty="0">
                <a:solidFill>
                  <a:srgbClr val="404040"/>
                </a:solidFill>
                <a:latin typeface="Calibri"/>
                <a:cs typeface="Calibri"/>
              </a:rPr>
              <a:t>é</a:t>
            </a:r>
            <a:r>
              <a:rPr sz="2000" dirty="0">
                <a:solidFill>
                  <a:srgbClr val="404040"/>
                </a:solidFill>
                <a:latin typeface="Calibri"/>
                <a:cs typeface="Calibri"/>
              </a:rPr>
              <a:t>e</a:t>
            </a:r>
            <a:r>
              <a:rPr sz="2000" spc="-150" dirty="0">
                <a:solidFill>
                  <a:srgbClr val="404040"/>
                </a:solidFill>
                <a:latin typeface="Calibri"/>
                <a:cs typeface="Calibri"/>
              </a:rPr>
              <a:t> </a:t>
            </a:r>
            <a:r>
              <a:rPr sz="2000" spc="45" dirty="0">
                <a:solidFill>
                  <a:srgbClr val="404040"/>
                </a:solidFill>
                <a:latin typeface="Calibri"/>
                <a:cs typeface="Calibri"/>
              </a:rPr>
              <a:t>p</a:t>
            </a:r>
            <a:r>
              <a:rPr sz="2000" spc="40" dirty="0">
                <a:solidFill>
                  <a:srgbClr val="404040"/>
                </a:solidFill>
                <a:latin typeface="Calibri"/>
                <a:cs typeface="Calibri"/>
              </a:rPr>
              <a:t>a</a:t>
            </a:r>
            <a:r>
              <a:rPr sz="2000" dirty="0">
                <a:solidFill>
                  <a:srgbClr val="404040"/>
                </a:solidFill>
                <a:latin typeface="Calibri"/>
                <a:cs typeface="Calibri"/>
              </a:rPr>
              <a:t>r</a:t>
            </a:r>
            <a:r>
              <a:rPr sz="2000" spc="-150" dirty="0">
                <a:solidFill>
                  <a:srgbClr val="404040"/>
                </a:solidFill>
                <a:latin typeface="Calibri"/>
                <a:cs typeface="Calibri"/>
              </a:rPr>
              <a:t> </a:t>
            </a:r>
            <a:r>
              <a:rPr sz="2000" spc="40" dirty="0">
                <a:solidFill>
                  <a:srgbClr val="404040"/>
                </a:solidFill>
                <a:latin typeface="Calibri"/>
                <a:cs typeface="Calibri"/>
              </a:rPr>
              <a:t>l</a:t>
            </a:r>
            <a:r>
              <a:rPr sz="2000" dirty="0">
                <a:solidFill>
                  <a:srgbClr val="404040"/>
                </a:solidFill>
                <a:latin typeface="Calibri"/>
                <a:cs typeface="Calibri"/>
              </a:rPr>
              <a:t>e</a:t>
            </a:r>
            <a:r>
              <a:rPr sz="2000" spc="-55" dirty="0">
                <a:solidFill>
                  <a:srgbClr val="404040"/>
                </a:solidFill>
                <a:latin typeface="Calibri"/>
                <a:cs typeface="Calibri"/>
              </a:rPr>
              <a:t> </a:t>
            </a:r>
            <a:r>
              <a:rPr sz="2000" dirty="0">
                <a:solidFill>
                  <a:srgbClr val="404040"/>
                </a:solidFill>
                <a:latin typeface="Calibri"/>
                <a:cs typeface="Calibri"/>
              </a:rPr>
              <a:t>m</a:t>
            </a:r>
            <a:r>
              <a:rPr sz="2000" spc="45" dirty="0">
                <a:solidFill>
                  <a:srgbClr val="404040"/>
                </a:solidFill>
                <a:latin typeface="Calibri"/>
                <a:cs typeface="Calibri"/>
              </a:rPr>
              <a:t>o</a:t>
            </a:r>
            <a:r>
              <a:rPr sz="2000" dirty="0">
                <a:solidFill>
                  <a:srgbClr val="404040"/>
                </a:solidFill>
                <a:latin typeface="Calibri"/>
                <a:cs typeface="Calibri"/>
              </a:rPr>
              <a:t>t</a:t>
            </a:r>
            <a:r>
              <a:rPr sz="2000" spc="-25" dirty="0">
                <a:solidFill>
                  <a:srgbClr val="404040"/>
                </a:solidFill>
                <a:latin typeface="Calibri"/>
                <a:cs typeface="Calibri"/>
              </a:rPr>
              <a:t> </a:t>
            </a:r>
            <a:r>
              <a:rPr sz="2000" spc="-50" dirty="0">
                <a:solidFill>
                  <a:srgbClr val="404040"/>
                </a:solidFill>
                <a:latin typeface="Calibri"/>
                <a:cs typeface="Calibri"/>
              </a:rPr>
              <a:t>c</a:t>
            </a:r>
            <a:r>
              <a:rPr sz="2000" spc="40" dirty="0">
                <a:solidFill>
                  <a:srgbClr val="404040"/>
                </a:solidFill>
                <a:latin typeface="Calibri"/>
                <a:cs typeface="Calibri"/>
              </a:rPr>
              <a:t>l</a:t>
            </a:r>
            <a:r>
              <a:rPr sz="2000" dirty="0">
                <a:solidFill>
                  <a:srgbClr val="404040"/>
                </a:solidFill>
                <a:latin typeface="Calibri"/>
                <a:cs typeface="Calibri"/>
              </a:rPr>
              <a:t>ef</a:t>
            </a:r>
            <a:r>
              <a:rPr sz="2000" spc="35" dirty="0">
                <a:solidFill>
                  <a:srgbClr val="404040"/>
                </a:solidFill>
                <a:latin typeface="Calibri"/>
                <a:cs typeface="Calibri"/>
              </a:rPr>
              <a:t> </a:t>
            </a:r>
            <a:r>
              <a:rPr sz="2000" dirty="0">
                <a:solidFill>
                  <a:srgbClr val="404040"/>
                </a:solidFill>
                <a:latin typeface="Calibri"/>
                <a:cs typeface="Calibri"/>
              </a:rPr>
              <a:t>&lt;&lt;</a:t>
            </a:r>
            <a:r>
              <a:rPr sz="2000" spc="40" dirty="0">
                <a:solidFill>
                  <a:srgbClr val="404040"/>
                </a:solidFill>
                <a:latin typeface="Calibri"/>
                <a:cs typeface="Calibri"/>
              </a:rPr>
              <a:t>i</a:t>
            </a:r>
            <a:r>
              <a:rPr sz="2000" spc="45" dirty="0">
                <a:solidFill>
                  <a:srgbClr val="404040"/>
                </a:solidFill>
                <a:latin typeface="Calibri"/>
                <a:cs typeface="Calibri"/>
              </a:rPr>
              <a:t>n</a:t>
            </a:r>
            <a:r>
              <a:rPr sz="2000" spc="-50" dirty="0">
                <a:solidFill>
                  <a:srgbClr val="404040"/>
                </a:solidFill>
                <a:latin typeface="Calibri"/>
                <a:cs typeface="Calibri"/>
              </a:rPr>
              <a:t>c</a:t>
            </a:r>
            <a:r>
              <a:rPr sz="2000" spc="40" dirty="0">
                <a:solidFill>
                  <a:srgbClr val="404040"/>
                </a:solidFill>
                <a:latin typeface="Calibri"/>
                <a:cs typeface="Calibri"/>
              </a:rPr>
              <a:t>l</a:t>
            </a:r>
            <a:r>
              <a:rPr sz="2000" spc="45" dirty="0">
                <a:solidFill>
                  <a:srgbClr val="404040"/>
                </a:solidFill>
                <a:latin typeface="Calibri"/>
                <a:cs typeface="Calibri"/>
              </a:rPr>
              <a:t>ud</a:t>
            </a:r>
            <a:r>
              <a:rPr sz="2000" spc="5" dirty="0">
                <a:solidFill>
                  <a:srgbClr val="404040"/>
                </a:solidFill>
                <a:latin typeface="Calibri"/>
                <a:cs typeface="Calibri"/>
              </a:rPr>
              <a:t>e</a:t>
            </a:r>
            <a:r>
              <a:rPr sz="2000" dirty="0">
                <a:solidFill>
                  <a:srgbClr val="404040"/>
                </a:solidFill>
                <a:latin typeface="Calibri"/>
                <a:cs typeface="Calibri"/>
              </a:rPr>
              <a:t>&gt;&gt;</a:t>
            </a:r>
            <a:r>
              <a:rPr sz="2000" spc="-150" dirty="0">
                <a:solidFill>
                  <a:srgbClr val="404040"/>
                </a:solidFill>
                <a:latin typeface="Calibri"/>
                <a:cs typeface="Calibri"/>
              </a:rPr>
              <a:t> </a:t>
            </a:r>
            <a:r>
              <a:rPr sz="2000" spc="30" dirty="0">
                <a:solidFill>
                  <a:srgbClr val="404040"/>
                </a:solidFill>
                <a:latin typeface="Calibri"/>
                <a:cs typeface="Calibri"/>
              </a:rPr>
              <a:t>t</a:t>
            </a:r>
            <a:r>
              <a:rPr sz="2000" dirty="0">
                <a:solidFill>
                  <a:srgbClr val="404040"/>
                </a:solidFill>
                <a:latin typeface="Calibri"/>
                <a:cs typeface="Calibri"/>
              </a:rPr>
              <a:t>r</a:t>
            </a:r>
            <a:r>
              <a:rPr sz="2000" spc="40" dirty="0">
                <a:solidFill>
                  <a:srgbClr val="404040"/>
                </a:solidFill>
                <a:latin typeface="Calibri"/>
                <a:cs typeface="Calibri"/>
              </a:rPr>
              <a:t>a</a:t>
            </a:r>
            <a:r>
              <a:rPr sz="2000" spc="45" dirty="0">
                <a:solidFill>
                  <a:srgbClr val="404040"/>
                </a:solidFill>
                <a:latin typeface="Calibri"/>
                <a:cs typeface="Calibri"/>
              </a:rPr>
              <a:t>du</a:t>
            </a:r>
            <a:r>
              <a:rPr sz="2000" spc="40" dirty="0">
                <a:solidFill>
                  <a:srgbClr val="404040"/>
                </a:solidFill>
                <a:latin typeface="Calibri"/>
                <a:cs typeface="Calibri"/>
              </a:rPr>
              <a:t>i</a:t>
            </a:r>
            <a:r>
              <a:rPr sz="2000" spc="15" dirty="0">
                <a:solidFill>
                  <a:srgbClr val="404040"/>
                </a:solidFill>
                <a:latin typeface="Calibri"/>
                <a:cs typeface="Calibri"/>
              </a:rPr>
              <a:t>s</a:t>
            </a:r>
            <a:r>
              <a:rPr sz="2000" spc="40" dirty="0">
                <a:solidFill>
                  <a:srgbClr val="404040"/>
                </a:solidFill>
                <a:latin typeface="Calibri"/>
                <a:cs typeface="Calibri"/>
              </a:rPr>
              <a:t>a</a:t>
            </a:r>
            <a:r>
              <a:rPr sz="2000" spc="-55" dirty="0">
                <a:solidFill>
                  <a:srgbClr val="404040"/>
                </a:solidFill>
                <a:latin typeface="Calibri"/>
                <a:cs typeface="Calibri"/>
              </a:rPr>
              <a:t>n</a:t>
            </a:r>
            <a:r>
              <a:rPr sz="2000" dirty="0">
                <a:solidFill>
                  <a:srgbClr val="404040"/>
                </a:solidFill>
                <a:latin typeface="Calibri"/>
                <a:cs typeface="Calibri"/>
              </a:rPr>
              <a:t>t</a:t>
            </a:r>
            <a:r>
              <a:rPr sz="2000" spc="-125" dirty="0">
                <a:solidFill>
                  <a:srgbClr val="404040"/>
                </a:solidFill>
                <a:latin typeface="Calibri"/>
                <a:cs typeface="Calibri"/>
              </a:rPr>
              <a:t> </a:t>
            </a:r>
            <a:r>
              <a:rPr sz="2000" spc="40" dirty="0">
                <a:solidFill>
                  <a:srgbClr val="404040"/>
                </a:solidFill>
                <a:latin typeface="Calibri"/>
                <a:cs typeface="Calibri"/>
              </a:rPr>
              <a:t>l</a:t>
            </a:r>
            <a:r>
              <a:rPr sz="2000" dirty="0">
                <a:solidFill>
                  <a:srgbClr val="404040"/>
                </a:solidFill>
                <a:latin typeface="Calibri"/>
                <a:cs typeface="Calibri"/>
              </a:rPr>
              <a:t>’</a:t>
            </a:r>
            <a:r>
              <a:rPr sz="2000" spc="40" dirty="0">
                <a:solidFill>
                  <a:srgbClr val="404040"/>
                </a:solidFill>
                <a:latin typeface="Calibri"/>
                <a:cs typeface="Calibri"/>
              </a:rPr>
              <a:t>i</a:t>
            </a:r>
            <a:r>
              <a:rPr sz="2000" spc="45" dirty="0">
                <a:solidFill>
                  <a:srgbClr val="404040"/>
                </a:solidFill>
                <a:latin typeface="Calibri"/>
                <a:cs typeface="Calibri"/>
              </a:rPr>
              <a:t>n</a:t>
            </a:r>
            <a:r>
              <a:rPr sz="2000" spc="-50" dirty="0">
                <a:solidFill>
                  <a:srgbClr val="404040"/>
                </a:solidFill>
                <a:latin typeface="Calibri"/>
                <a:cs typeface="Calibri"/>
              </a:rPr>
              <a:t>c</a:t>
            </a:r>
            <a:r>
              <a:rPr sz="2000" spc="40" dirty="0">
                <a:solidFill>
                  <a:srgbClr val="404040"/>
                </a:solidFill>
                <a:latin typeface="Calibri"/>
                <a:cs typeface="Calibri"/>
              </a:rPr>
              <a:t>l</a:t>
            </a:r>
            <a:r>
              <a:rPr sz="2000" spc="45" dirty="0">
                <a:solidFill>
                  <a:srgbClr val="404040"/>
                </a:solidFill>
                <a:latin typeface="Calibri"/>
                <a:cs typeface="Calibri"/>
              </a:rPr>
              <a:t>u</a:t>
            </a:r>
            <a:r>
              <a:rPr sz="2000" spc="-85" dirty="0">
                <a:solidFill>
                  <a:srgbClr val="404040"/>
                </a:solidFill>
                <a:latin typeface="Calibri"/>
                <a:cs typeface="Calibri"/>
              </a:rPr>
              <a:t>s</a:t>
            </a:r>
            <a:r>
              <a:rPr sz="2000" spc="40" dirty="0">
                <a:solidFill>
                  <a:srgbClr val="404040"/>
                </a:solidFill>
                <a:latin typeface="Calibri"/>
                <a:cs typeface="Calibri"/>
              </a:rPr>
              <a:t>i</a:t>
            </a:r>
            <a:r>
              <a:rPr sz="2000" spc="45" dirty="0">
                <a:solidFill>
                  <a:srgbClr val="404040"/>
                </a:solidFill>
                <a:latin typeface="Calibri"/>
                <a:cs typeface="Calibri"/>
              </a:rPr>
              <a:t>o</a:t>
            </a:r>
            <a:r>
              <a:rPr sz="2000" spc="-55" dirty="0">
                <a:solidFill>
                  <a:srgbClr val="404040"/>
                </a:solidFill>
                <a:latin typeface="Calibri"/>
                <a:cs typeface="Calibri"/>
              </a:rPr>
              <a:t>n</a:t>
            </a:r>
            <a:r>
              <a:rPr sz="2000" dirty="0">
                <a:solidFill>
                  <a:srgbClr val="404040"/>
                </a:solidFill>
                <a:latin typeface="Calibri"/>
                <a:cs typeface="Calibri"/>
              </a:rPr>
              <a:t>.</a:t>
            </a:r>
            <a:endParaRPr sz="2000" dirty="0">
              <a:latin typeface="Calibri"/>
              <a:cs typeface="Calibri"/>
            </a:endParaRPr>
          </a:p>
        </p:txBody>
      </p:sp>
      <p:pic>
        <p:nvPicPr>
          <p:cNvPr id="4" name="object 4"/>
          <p:cNvPicPr/>
          <p:nvPr/>
        </p:nvPicPr>
        <p:blipFill>
          <a:blip r:embed="rId2" cstate="print"/>
          <a:stretch>
            <a:fillRect/>
          </a:stretch>
        </p:blipFill>
        <p:spPr>
          <a:xfrm>
            <a:off x="1748814" y="4544651"/>
            <a:ext cx="8774251" cy="636949"/>
          </a:xfrm>
          <a:prstGeom prst="rect">
            <a:avLst/>
          </a:prstGeom>
        </p:spPr>
      </p:pic>
    </p:spTree>
    <p:extLst>
      <p:ext uri="{BB962C8B-B14F-4D97-AF65-F5344CB8AC3E}">
        <p14:creationId xmlns:p14="http://schemas.microsoft.com/office/powerpoint/2010/main" val="15128847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084580" y="1960213"/>
            <a:ext cx="4316095" cy="330200"/>
          </a:xfrm>
          <a:prstGeom prst="rect">
            <a:avLst/>
          </a:prstGeom>
        </p:spPr>
        <p:txBody>
          <a:bodyPr vert="horz" wrap="square" lIns="0" tIns="12700" rIns="0" bIns="0" rtlCol="0">
            <a:spAutoFit/>
          </a:bodyPr>
          <a:lstStyle/>
          <a:p>
            <a:pPr marL="241300" indent="-228600">
              <a:lnSpc>
                <a:spcPct val="100000"/>
              </a:lnSpc>
              <a:spcBef>
                <a:spcPts val="100"/>
              </a:spcBef>
              <a:buClr>
                <a:srgbClr val="E48312"/>
              </a:buClr>
              <a:buSzPct val="95000"/>
              <a:buFont typeface="Wingdings"/>
              <a:buChar char=""/>
              <a:tabLst>
                <a:tab pos="241300" algn="l"/>
              </a:tabLst>
            </a:pPr>
            <a:r>
              <a:rPr sz="2000" spc="15" dirty="0">
                <a:solidFill>
                  <a:srgbClr val="404040"/>
                </a:solidFill>
                <a:latin typeface="Calibri"/>
                <a:cs typeface="Calibri"/>
              </a:rPr>
              <a:t>U</a:t>
            </a:r>
            <a:r>
              <a:rPr sz="2000" dirty="0">
                <a:solidFill>
                  <a:srgbClr val="404040"/>
                </a:solidFill>
                <a:latin typeface="Calibri"/>
                <a:cs typeface="Calibri"/>
              </a:rPr>
              <a:t>n</a:t>
            </a:r>
            <a:r>
              <a:rPr sz="2000" spc="-5" dirty="0">
                <a:solidFill>
                  <a:srgbClr val="404040"/>
                </a:solidFill>
                <a:latin typeface="Calibri"/>
                <a:cs typeface="Calibri"/>
              </a:rPr>
              <a:t> </a:t>
            </a:r>
            <a:r>
              <a:rPr sz="2000" spc="30" dirty="0">
                <a:solidFill>
                  <a:srgbClr val="404040"/>
                </a:solidFill>
                <a:latin typeface="Calibri"/>
                <a:cs typeface="Calibri"/>
              </a:rPr>
              <a:t>C</a:t>
            </a:r>
            <a:r>
              <a:rPr sz="2000" dirty="0">
                <a:solidFill>
                  <a:srgbClr val="404040"/>
                </a:solidFill>
                <a:latin typeface="Calibri"/>
                <a:cs typeface="Calibri"/>
              </a:rPr>
              <a:t>U</a:t>
            </a:r>
            <a:r>
              <a:rPr sz="2000" spc="-35" dirty="0">
                <a:solidFill>
                  <a:srgbClr val="404040"/>
                </a:solidFill>
                <a:latin typeface="Calibri"/>
                <a:cs typeface="Calibri"/>
              </a:rPr>
              <a:t> </a:t>
            </a:r>
            <a:r>
              <a:rPr sz="2000" spc="45" dirty="0">
                <a:solidFill>
                  <a:srgbClr val="404040"/>
                </a:solidFill>
                <a:latin typeface="Calibri"/>
                <a:cs typeface="Calibri"/>
              </a:rPr>
              <a:t>p</a:t>
            </a:r>
            <a:r>
              <a:rPr sz="2000" dirty="0">
                <a:solidFill>
                  <a:srgbClr val="404040"/>
                </a:solidFill>
                <a:latin typeface="Calibri"/>
                <a:cs typeface="Calibri"/>
              </a:rPr>
              <a:t>e</a:t>
            </a:r>
            <a:r>
              <a:rPr sz="2000" spc="45" dirty="0">
                <a:solidFill>
                  <a:srgbClr val="404040"/>
                </a:solidFill>
                <a:latin typeface="Calibri"/>
                <a:cs typeface="Calibri"/>
              </a:rPr>
              <a:t>u</a:t>
            </a:r>
            <a:r>
              <a:rPr sz="2000" dirty="0">
                <a:solidFill>
                  <a:srgbClr val="404040"/>
                </a:solidFill>
                <a:latin typeface="Calibri"/>
                <a:cs typeface="Calibri"/>
              </a:rPr>
              <a:t>t</a:t>
            </a:r>
            <a:r>
              <a:rPr sz="2000" spc="-125" dirty="0">
                <a:solidFill>
                  <a:srgbClr val="404040"/>
                </a:solidFill>
                <a:latin typeface="Calibri"/>
                <a:cs typeface="Calibri"/>
              </a:rPr>
              <a:t> </a:t>
            </a:r>
            <a:r>
              <a:rPr sz="2000" spc="40" dirty="0">
                <a:solidFill>
                  <a:srgbClr val="404040"/>
                </a:solidFill>
                <a:latin typeface="Calibri"/>
                <a:cs typeface="Calibri"/>
              </a:rPr>
              <a:t>i</a:t>
            </a:r>
            <a:r>
              <a:rPr sz="2000" spc="45" dirty="0">
                <a:solidFill>
                  <a:srgbClr val="404040"/>
                </a:solidFill>
                <a:latin typeface="Calibri"/>
                <a:cs typeface="Calibri"/>
              </a:rPr>
              <a:t>n</a:t>
            </a:r>
            <a:r>
              <a:rPr sz="2000" spc="-50" dirty="0">
                <a:solidFill>
                  <a:srgbClr val="404040"/>
                </a:solidFill>
                <a:latin typeface="Calibri"/>
                <a:cs typeface="Calibri"/>
              </a:rPr>
              <a:t>c</a:t>
            </a:r>
            <a:r>
              <a:rPr sz="2000" spc="40" dirty="0">
                <a:solidFill>
                  <a:srgbClr val="404040"/>
                </a:solidFill>
                <a:latin typeface="Calibri"/>
                <a:cs typeface="Calibri"/>
              </a:rPr>
              <a:t>l</a:t>
            </a:r>
            <a:r>
              <a:rPr sz="2000" spc="45" dirty="0">
                <a:solidFill>
                  <a:srgbClr val="404040"/>
                </a:solidFill>
                <a:latin typeface="Calibri"/>
                <a:cs typeface="Calibri"/>
              </a:rPr>
              <a:t>u</a:t>
            </a:r>
            <a:r>
              <a:rPr sz="2000" dirty="0">
                <a:solidFill>
                  <a:srgbClr val="404040"/>
                </a:solidFill>
                <a:latin typeface="Calibri"/>
                <a:cs typeface="Calibri"/>
              </a:rPr>
              <a:t>re</a:t>
            </a:r>
            <a:r>
              <a:rPr sz="2000" spc="-150" dirty="0">
                <a:solidFill>
                  <a:srgbClr val="404040"/>
                </a:solidFill>
                <a:latin typeface="Calibri"/>
                <a:cs typeface="Calibri"/>
              </a:rPr>
              <a:t> </a:t>
            </a:r>
            <a:r>
              <a:rPr sz="2000" spc="45" dirty="0">
                <a:solidFill>
                  <a:srgbClr val="404040"/>
                </a:solidFill>
                <a:latin typeface="Calibri"/>
                <a:cs typeface="Calibri"/>
              </a:rPr>
              <a:t>u</a:t>
            </a:r>
            <a:r>
              <a:rPr sz="2000" dirty="0">
                <a:solidFill>
                  <a:srgbClr val="404040"/>
                </a:solidFill>
                <a:latin typeface="Calibri"/>
                <a:cs typeface="Calibri"/>
              </a:rPr>
              <a:t>n</a:t>
            </a:r>
            <a:r>
              <a:rPr sz="2000" spc="-5" dirty="0">
                <a:solidFill>
                  <a:srgbClr val="404040"/>
                </a:solidFill>
                <a:latin typeface="Calibri"/>
                <a:cs typeface="Calibri"/>
              </a:rPr>
              <a:t> </a:t>
            </a:r>
            <a:r>
              <a:rPr sz="2000" spc="45" dirty="0">
                <a:solidFill>
                  <a:srgbClr val="404040"/>
                </a:solidFill>
                <a:latin typeface="Calibri"/>
                <a:cs typeface="Calibri"/>
              </a:rPr>
              <a:t>o</a:t>
            </a:r>
            <a:r>
              <a:rPr sz="2000" dirty="0">
                <a:solidFill>
                  <a:srgbClr val="404040"/>
                </a:solidFill>
                <a:latin typeface="Calibri"/>
                <a:cs typeface="Calibri"/>
              </a:rPr>
              <a:t>u</a:t>
            </a:r>
            <a:r>
              <a:rPr sz="2000" spc="-105" dirty="0">
                <a:solidFill>
                  <a:srgbClr val="404040"/>
                </a:solidFill>
                <a:latin typeface="Calibri"/>
                <a:cs typeface="Calibri"/>
              </a:rPr>
              <a:t> </a:t>
            </a:r>
            <a:r>
              <a:rPr sz="2000" spc="45" dirty="0">
                <a:solidFill>
                  <a:srgbClr val="404040"/>
                </a:solidFill>
                <a:latin typeface="Calibri"/>
                <a:cs typeface="Calibri"/>
              </a:rPr>
              <a:t>p</a:t>
            </a:r>
            <a:r>
              <a:rPr sz="2000" spc="40" dirty="0">
                <a:solidFill>
                  <a:srgbClr val="404040"/>
                </a:solidFill>
                <a:latin typeface="Calibri"/>
                <a:cs typeface="Calibri"/>
              </a:rPr>
              <a:t>l</a:t>
            </a:r>
            <a:r>
              <a:rPr sz="2000" spc="45" dirty="0">
                <a:solidFill>
                  <a:srgbClr val="404040"/>
                </a:solidFill>
                <a:latin typeface="Calibri"/>
                <a:cs typeface="Calibri"/>
              </a:rPr>
              <a:t>u</a:t>
            </a:r>
            <a:r>
              <a:rPr sz="2000" spc="15" dirty="0">
                <a:solidFill>
                  <a:srgbClr val="404040"/>
                </a:solidFill>
                <a:latin typeface="Calibri"/>
                <a:cs typeface="Calibri"/>
              </a:rPr>
              <a:t>s</a:t>
            </a:r>
            <a:r>
              <a:rPr sz="2000" spc="40" dirty="0">
                <a:solidFill>
                  <a:srgbClr val="404040"/>
                </a:solidFill>
                <a:latin typeface="Calibri"/>
                <a:cs typeface="Calibri"/>
              </a:rPr>
              <a:t>i</a:t>
            </a:r>
            <a:r>
              <a:rPr sz="2000" dirty="0">
                <a:solidFill>
                  <a:srgbClr val="404040"/>
                </a:solidFill>
                <a:latin typeface="Calibri"/>
                <a:cs typeface="Calibri"/>
              </a:rPr>
              <a:t>e</a:t>
            </a:r>
            <a:r>
              <a:rPr sz="2000" spc="45" dirty="0">
                <a:solidFill>
                  <a:srgbClr val="404040"/>
                </a:solidFill>
                <a:latin typeface="Calibri"/>
                <a:cs typeface="Calibri"/>
              </a:rPr>
              <a:t>u</a:t>
            </a:r>
            <a:r>
              <a:rPr sz="2000" dirty="0">
                <a:solidFill>
                  <a:srgbClr val="404040"/>
                </a:solidFill>
                <a:latin typeface="Calibri"/>
                <a:cs typeface="Calibri"/>
              </a:rPr>
              <a:t>rs</a:t>
            </a:r>
            <a:r>
              <a:rPr sz="2000" spc="-140" dirty="0">
                <a:solidFill>
                  <a:srgbClr val="404040"/>
                </a:solidFill>
                <a:latin typeface="Calibri"/>
                <a:cs typeface="Calibri"/>
              </a:rPr>
              <a:t> </a:t>
            </a:r>
            <a:r>
              <a:rPr sz="2000" spc="30" dirty="0">
                <a:solidFill>
                  <a:srgbClr val="404040"/>
                </a:solidFill>
                <a:latin typeface="Calibri"/>
                <a:cs typeface="Calibri"/>
              </a:rPr>
              <a:t>C</a:t>
            </a:r>
            <a:r>
              <a:rPr sz="2000" spc="15" dirty="0">
                <a:solidFill>
                  <a:srgbClr val="404040"/>
                </a:solidFill>
                <a:latin typeface="Calibri"/>
                <a:cs typeface="Calibri"/>
              </a:rPr>
              <a:t>U</a:t>
            </a:r>
            <a:r>
              <a:rPr sz="2000" dirty="0">
                <a:solidFill>
                  <a:srgbClr val="404040"/>
                </a:solidFill>
                <a:latin typeface="Calibri"/>
                <a:cs typeface="Calibri"/>
              </a:rPr>
              <a:t>s</a:t>
            </a:r>
            <a:endParaRPr sz="2000" dirty="0">
              <a:latin typeface="Calibri"/>
              <a:cs typeface="Calibri"/>
            </a:endParaRPr>
          </a:p>
        </p:txBody>
      </p:sp>
      <p:sp>
        <p:nvSpPr>
          <p:cNvPr id="4" name="object 4"/>
          <p:cNvSpPr txBox="1"/>
          <p:nvPr/>
        </p:nvSpPr>
        <p:spPr>
          <a:xfrm>
            <a:off x="1084580" y="4220813"/>
            <a:ext cx="4709795" cy="330200"/>
          </a:xfrm>
          <a:prstGeom prst="rect">
            <a:avLst/>
          </a:prstGeom>
        </p:spPr>
        <p:txBody>
          <a:bodyPr vert="horz" wrap="square" lIns="0" tIns="12700" rIns="0" bIns="0" rtlCol="0">
            <a:spAutoFit/>
          </a:bodyPr>
          <a:lstStyle/>
          <a:p>
            <a:pPr marL="241300" indent="-228600">
              <a:lnSpc>
                <a:spcPct val="100000"/>
              </a:lnSpc>
              <a:spcBef>
                <a:spcPts val="100"/>
              </a:spcBef>
              <a:buClr>
                <a:srgbClr val="E48312"/>
              </a:buClr>
              <a:buSzPct val="95000"/>
              <a:buFont typeface="Wingdings"/>
              <a:buChar char=""/>
              <a:tabLst>
                <a:tab pos="241300" algn="l"/>
              </a:tabLst>
            </a:pPr>
            <a:r>
              <a:rPr sz="2000" spc="-35" dirty="0">
                <a:solidFill>
                  <a:srgbClr val="404040"/>
                </a:solidFill>
                <a:latin typeface="Calibri"/>
                <a:cs typeface="Calibri"/>
              </a:rPr>
              <a:t>P</a:t>
            </a:r>
            <a:r>
              <a:rPr sz="2000" spc="40" dirty="0">
                <a:solidFill>
                  <a:srgbClr val="404040"/>
                </a:solidFill>
                <a:latin typeface="Calibri"/>
                <a:cs typeface="Calibri"/>
              </a:rPr>
              <a:t>l</a:t>
            </a:r>
            <a:r>
              <a:rPr sz="2000" spc="45" dirty="0">
                <a:solidFill>
                  <a:srgbClr val="404040"/>
                </a:solidFill>
                <a:latin typeface="Calibri"/>
                <a:cs typeface="Calibri"/>
              </a:rPr>
              <a:t>u</a:t>
            </a:r>
            <a:r>
              <a:rPr sz="2000" spc="15" dirty="0">
                <a:solidFill>
                  <a:srgbClr val="404040"/>
                </a:solidFill>
                <a:latin typeface="Calibri"/>
                <a:cs typeface="Calibri"/>
              </a:rPr>
              <a:t>s</a:t>
            </a:r>
            <a:r>
              <a:rPr sz="2000" spc="40" dirty="0">
                <a:solidFill>
                  <a:srgbClr val="404040"/>
                </a:solidFill>
                <a:latin typeface="Calibri"/>
                <a:cs typeface="Calibri"/>
              </a:rPr>
              <a:t>i</a:t>
            </a:r>
            <a:r>
              <a:rPr sz="2000" dirty="0">
                <a:solidFill>
                  <a:srgbClr val="404040"/>
                </a:solidFill>
                <a:latin typeface="Calibri"/>
                <a:cs typeface="Calibri"/>
              </a:rPr>
              <a:t>e</a:t>
            </a:r>
            <a:r>
              <a:rPr sz="2000" spc="45" dirty="0">
                <a:solidFill>
                  <a:srgbClr val="404040"/>
                </a:solidFill>
                <a:latin typeface="Calibri"/>
                <a:cs typeface="Calibri"/>
              </a:rPr>
              <a:t>u</a:t>
            </a:r>
            <a:r>
              <a:rPr sz="2000" dirty="0">
                <a:solidFill>
                  <a:srgbClr val="404040"/>
                </a:solidFill>
                <a:latin typeface="Calibri"/>
                <a:cs typeface="Calibri"/>
              </a:rPr>
              <a:t>rs</a:t>
            </a:r>
            <a:r>
              <a:rPr sz="2000" spc="-140" dirty="0">
                <a:solidFill>
                  <a:srgbClr val="404040"/>
                </a:solidFill>
                <a:latin typeface="Calibri"/>
                <a:cs typeface="Calibri"/>
              </a:rPr>
              <a:t> </a:t>
            </a:r>
            <a:r>
              <a:rPr sz="2000" spc="30" dirty="0">
                <a:solidFill>
                  <a:srgbClr val="404040"/>
                </a:solidFill>
                <a:latin typeface="Calibri"/>
                <a:cs typeface="Calibri"/>
              </a:rPr>
              <a:t>C</a:t>
            </a:r>
            <a:r>
              <a:rPr sz="2000" spc="15" dirty="0">
                <a:solidFill>
                  <a:srgbClr val="404040"/>
                </a:solidFill>
                <a:latin typeface="Calibri"/>
                <a:cs typeface="Calibri"/>
              </a:rPr>
              <a:t>U</a:t>
            </a:r>
            <a:r>
              <a:rPr sz="2000" dirty="0">
                <a:solidFill>
                  <a:srgbClr val="404040"/>
                </a:solidFill>
                <a:latin typeface="Calibri"/>
                <a:cs typeface="Calibri"/>
              </a:rPr>
              <a:t>s</a:t>
            </a:r>
            <a:r>
              <a:rPr sz="2000" spc="-135" dirty="0">
                <a:solidFill>
                  <a:srgbClr val="404040"/>
                </a:solidFill>
                <a:latin typeface="Calibri"/>
                <a:cs typeface="Calibri"/>
              </a:rPr>
              <a:t> </a:t>
            </a:r>
            <a:r>
              <a:rPr sz="2000" spc="45" dirty="0">
                <a:solidFill>
                  <a:srgbClr val="404040"/>
                </a:solidFill>
                <a:latin typeface="Calibri"/>
                <a:cs typeface="Calibri"/>
              </a:rPr>
              <a:t>p</a:t>
            </a:r>
            <a:r>
              <a:rPr sz="2000" dirty="0">
                <a:solidFill>
                  <a:srgbClr val="404040"/>
                </a:solidFill>
                <a:latin typeface="Calibri"/>
                <a:cs typeface="Calibri"/>
              </a:rPr>
              <a:t>e</a:t>
            </a:r>
            <a:r>
              <a:rPr sz="2000" spc="45" dirty="0">
                <a:solidFill>
                  <a:srgbClr val="404040"/>
                </a:solidFill>
                <a:latin typeface="Calibri"/>
                <a:cs typeface="Calibri"/>
              </a:rPr>
              <a:t>u</a:t>
            </a:r>
            <a:r>
              <a:rPr sz="2000" spc="-5" dirty="0">
                <a:solidFill>
                  <a:srgbClr val="404040"/>
                </a:solidFill>
                <a:latin typeface="Calibri"/>
                <a:cs typeface="Calibri"/>
              </a:rPr>
              <a:t>v</a:t>
            </a:r>
            <a:r>
              <a:rPr sz="2000" dirty="0">
                <a:solidFill>
                  <a:srgbClr val="404040"/>
                </a:solidFill>
                <a:latin typeface="Calibri"/>
                <a:cs typeface="Calibri"/>
              </a:rPr>
              <a:t>e</a:t>
            </a:r>
            <a:r>
              <a:rPr sz="2000" spc="45" dirty="0">
                <a:solidFill>
                  <a:srgbClr val="404040"/>
                </a:solidFill>
                <a:latin typeface="Calibri"/>
                <a:cs typeface="Calibri"/>
              </a:rPr>
              <a:t>n</a:t>
            </a:r>
            <a:r>
              <a:rPr sz="2000" dirty="0">
                <a:solidFill>
                  <a:srgbClr val="404040"/>
                </a:solidFill>
                <a:latin typeface="Calibri"/>
                <a:cs typeface="Calibri"/>
              </a:rPr>
              <a:t>t</a:t>
            </a:r>
            <a:r>
              <a:rPr sz="2000" spc="-125" dirty="0">
                <a:solidFill>
                  <a:srgbClr val="404040"/>
                </a:solidFill>
                <a:latin typeface="Calibri"/>
                <a:cs typeface="Calibri"/>
              </a:rPr>
              <a:t> </a:t>
            </a:r>
            <a:r>
              <a:rPr sz="2000" spc="40" dirty="0">
                <a:solidFill>
                  <a:srgbClr val="404040"/>
                </a:solidFill>
                <a:latin typeface="Calibri"/>
                <a:cs typeface="Calibri"/>
              </a:rPr>
              <a:t>i</a:t>
            </a:r>
            <a:r>
              <a:rPr sz="2000" spc="45" dirty="0">
                <a:solidFill>
                  <a:srgbClr val="404040"/>
                </a:solidFill>
                <a:latin typeface="Calibri"/>
                <a:cs typeface="Calibri"/>
              </a:rPr>
              <a:t>n</a:t>
            </a:r>
            <a:r>
              <a:rPr sz="2000" spc="-50" dirty="0">
                <a:solidFill>
                  <a:srgbClr val="404040"/>
                </a:solidFill>
                <a:latin typeface="Calibri"/>
                <a:cs typeface="Calibri"/>
              </a:rPr>
              <a:t>c</a:t>
            </a:r>
            <a:r>
              <a:rPr sz="2000" spc="40" dirty="0">
                <a:solidFill>
                  <a:srgbClr val="404040"/>
                </a:solidFill>
                <a:latin typeface="Calibri"/>
                <a:cs typeface="Calibri"/>
              </a:rPr>
              <a:t>l</a:t>
            </a:r>
            <a:r>
              <a:rPr sz="2000" spc="45" dirty="0">
                <a:solidFill>
                  <a:srgbClr val="404040"/>
                </a:solidFill>
                <a:latin typeface="Calibri"/>
                <a:cs typeface="Calibri"/>
              </a:rPr>
              <a:t>u</a:t>
            </a:r>
            <a:r>
              <a:rPr sz="2000" dirty="0">
                <a:solidFill>
                  <a:srgbClr val="404040"/>
                </a:solidFill>
                <a:latin typeface="Calibri"/>
                <a:cs typeface="Calibri"/>
              </a:rPr>
              <a:t>re</a:t>
            </a:r>
            <a:r>
              <a:rPr sz="2000" spc="-150" dirty="0">
                <a:solidFill>
                  <a:srgbClr val="404040"/>
                </a:solidFill>
                <a:latin typeface="Calibri"/>
                <a:cs typeface="Calibri"/>
              </a:rPr>
              <a:t> </a:t>
            </a:r>
            <a:r>
              <a:rPr sz="2000" spc="45" dirty="0">
                <a:solidFill>
                  <a:srgbClr val="404040"/>
                </a:solidFill>
                <a:latin typeface="Calibri"/>
                <a:cs typeface="Calibri"/>
              </a:rPr>
              <a:t>u</a:t>
            </a:r>
            <a:r>
              <a:rPr sz="2000" dirty="0">
                <a:solidFill>
                  <a:srgbClr val="404040"/>
                </a:solidFill>
                <a:latin typeface="Calibri"/>
                <a:cs typeface="Calibri"/>
              </a:rPr>
              <a:t>n</a:t>
            </a:r>
            <a:r>
              <a:rPr sz="2000" spc="-105" dirty="0">
                <a:solidFill>
                  <a:srgbClr val="404040"/>
                </a:solidFill>
                <a:latin typeface="Calibri"/>
                <a:cs typeface="Calibri"/>
              </a:rPr>
              <a:t> </a:t>
            </a:r>
            <a:r>
              <a:rPr sz="2000" spc="10" dirty="0">
                <a:solidFill>
                  <a:srgbClr val="404040"/>
                </a:solidFill>
                <a:latin typeface="Calibri"/>
                <a:cs typeface="Calibri"/>
              </a:rPr>
              <a:t>m</a:t>
            </a:r>
            <a:r>
              <a:rPr sz="2000" dirty="0">
                <a:solidFill>
                  <a:srgbClr val="404040"/>
                </a:solidFill>
                <a:latin typeface="Calibri"/>
                <a:cs typeface="Calibri"/>
              </a:rPr>
              <a:t>ême</a:t>
            </a:r>
            <a:r>
              <a:rPr sz="2000" spc="50" dirty="0">
                <a:solidFill>
                  <a:srgbClr val="404040"/>
                </a:solidFill>
                <a:latin typeface="Calibri"/>
                <a:cs typeface="Calibri"/>
              </a:rPr>
              <a:t> </a:t>
            </a:r>
            <a:r>
              <a:rPr sz="2000" spc="30" dirty="0">
                <a:solidFill>
                  <a:srgbClr val="404040"/>
                </a:solidFill>
                <a:latin typeface="Calibri"/>
                <a:cs typeface="Calibri"/>
              </a:rPr>
              <a:t>C</a:t>
            </a:r>
            <a:r>
              <a:rPr sz="2000" dirty="0">
                <a:solidFill>
                  <a:srgbClr val="404040"/>
                </a:solidFill>
                <a:latin typeface="Calibri"/>
                <a:cs typeface="Calibri"/>
              </a:rPr>
              <a:t>U</a:t>
            </a:r>
            <a:endParaRPr sz="2000">
              <a:latin typeface="Calibri"/>
              <a:cs typeface="Calibri"/>
            </a:endParaRPr>
          </a:p>
        </p:txBody>
      </p:sp>
      <p:pic>
        <p:nvPicPr>
          <p:cNvPr id="5" name="object 5"/>
          <p:cNvPicPr/>
          <p:nvPr/>
        </p:nvPicPr>
        <p:blipFill>
          <a:blip r:embed="rId2" cstate="print"/>
          <a:stretch>
            <a:fillRect/>
          </a:stretch>
        </p:blipFill>
        <p:spPr>
          <a:xfrm>
            <a:off x="6730458" y="2002191"/>
            <a:ext cx="2485868" cy="1919128"/>
          </a:xfrm>
          <a:prstGeom prst="rect">
            <a:avLst/>
          </a:prstGeom>
        </p:spPr>
      </p:pic>
      <p:pic>
        <p:nvPicPr>
          <p:cNvPr id="6" name="object 6"/>
          <p:cNvPicPr/>
          <p:nvPr/>
        </p:nvPicPr>
        <p:blipFill>
          <a:blip r:embed="rId3" cstate="print"/>
          <a:stretch>
            <a:fillRect/>
          </a:stretch>
        </p:blipFill>
        <p:spPr>
          <a:xfrm>
            <a:off x="6791926" y="4670569"/>
            <a:ext cx="3194091" cy="1577831"/>
          </a:xfrm>
          <a:prstGeom prst="rect">
            <a:avLst/>
          </a:prstGeom>
        </p:spPr>
      </p:pic>
      <p:sp>
        <p:nvSpPr>
          <p:cNvPr id="8" name="object 2"/>
          <p:cNvSpPr txBox="1">
            <a:spLocks noGrp="1"/>
          </p:cNvSpPr>
          <p:nvPr>
            <p:ph type="title"/>
          </p:nvPr>
        </p:nvSpPr>
        <p:spPr>
          <a:xfrm>
            <a:off x="1143000" y="720266"/>
            <a:ext cx="8458200" cy="751488"/>
          </a:xfrm>
          <a:prstGeom prst="rect">
            <a:avLst/>
          </a:prstGeom>
        </p:spPr>
        <p:txBody>
          <a:bodyPr vert="horz" wrap="square" lIns="0" tIns="12700" rIns="0" bIns="0" rtlCol="0">
            <a:spAutoFit/>
          </a:bodyPr>
          <a:lstStyle/>
          <a:p>
            <a:pPr marL="12700">
              <a:lnSpc>
                <a:spcPct val="100000"/>
              </a:lnSpc>
              <a:spcBef>
                <a:spcPts val="100"/>
              </a:spcBef>
            </a:pPr>
            <a:r>
              <a:rPr spc="-110" dirty="0"/>
              <a:t>L’inclusion</a:t>
            </a:r>
            <a:r>
              <a:rPr spc="195" dirty="0"/>
              <a:t> </a:t>
            </a:r>
            <a:r>
              <a:rPr spc="-60" dirty="0"/>
              <a:t>des</a:t>
            </a:r>
            <a:r>
              <a:rPr spc="40" dirty="0"/>
              <a:t> </a:t>
            </a:r>
            <a:r>
              <a:rPr lang="fr-FR" spc="40" dirty="0"/>
              <a:t>diagramme </a:t>
            </a:r>
            <a:r>
              <a:rPr spc="-45" dirty="0">
                <a:solidFill>
                  <a:schemeClr val="accent1"/>
                </a:solidFill>
              </a:rPr>
              <a:t>CUs</a:t>
            </a:r>
          </a:p>
        </p:txBody>
      </p:sp>
    </p:spTree>
    <p:extLst>
      <p:ext uri="{BB962C8B-B14F-4D97-AF65-F5344CB8AC3E}">
        <p14:creationId xmlns:p14="http://schemas.microsoft.com/office/powerpoint/2010/main" val="24857564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084580" y="1761490"/>
            <a:ext cx="10024110" cy="2734310"/>
          </a:xfrm>
          <a:prstGeom prst="rect">
            <a:avLst/>
          </a:prstGeom>
        </p:spPr>
        <p:txBody>
          <a:bodyPr vert="horz" wrap="square" lIns="0" tIns="97155" rIns="0" bIns="0" rtlCol="0">
            <a:spAutoFit/>
          </a:bodyPr>
          <a:lstStyle/>
          <a:p>
            <a:pPr marL="241300" indent="-228600">
              <a:lnSpc>
                <a:spcPct val="100000"/>
              </a:lnSpc>
              <a:spcBef>
                <a:spcPts val="765"/>
              </a:spcBef>
              <a:buClr>
                <a:srgbClr val="E48312"/>
              </a:buClr>
              <a:buSzPct val="95000"/>
              <a:buFont typeface="Wingdings"/>
              <a:buChar char=""/>
              <a:tabLst>
                <a:tab pos="241300" algn="l"/>
              </a:tabLst>
            </a:pPr>
            <a:r>
              <a:rPr sz="2000" spc="-45" dirty="0">
                <a:solidFill>
                  <a:srgbClr val="404040"/>
                </a:solidFill>
                <a:latin typeface="Calibri"/>
                <a:cs typeface="Calibri"/>
              </a:rPr>
              <a:t>L</a:t>
            </a:r>
            <a:r>
              <a:rPr sz="2000" dirty="0">
                <a:solidFill>
                  <a:srgbClr val="404040"/>
                </a:solidFill>
                <a:latin typeface="Calibri"/>
                <a:cs typeface="Calibri"/>
              </a:rPr>
              <a:t>es</a:t>
            </a:r>
            <a:r>
              <a:rPr sz="2000" spc="65" dirty="0">
                <a:solidFill>
                  <a:srgbClr val="404040"/>
                </a:solidFill>
                <a:latin typeface="Calibri"/>
                <a:cs typeface="Calibri"/>
              </a:rPr>
              <a:t> </a:t>
            </a:r>
            <a:r>
              <a:rPr sz="2000" spc="30" dirty="0">
                <a:solidFill>
                  <a:srgbClr val="404040"/>
                </a:solidFill>
                <a:latin typeface="Calibri"/>
                <a:cs typeface="Calibri"/>
              </a:rPr>
              <a:t>C</a:t>
            </a:r>
            <a:r>
              <a:rPr sz="2000" spc="15" dirty="0">
                <a:solidFill>
                  <a:srgbClr val="404040"/>
                </a:solidFill>
                <a:latin typeface="Calibri"/>
                <a:cs typeface="Calibri"/>
              </a:rPr>
              <a:t>U</a:t>
            </a:r>
            <a:r>
              <a:rPr sz="2000" dirty="0">
                <a:solidFill>
                  <a:srgbClr val="404040"/>
                </a:solidFill>
                <a:latin typeface="Calibri"/>
                <a:cs typeface="Calibri"/>
              </a:rPr>
              <a:t>s</a:t>
            </a:r>
            <a:r>
              <a:rPr sz="2000" spc="-35" dirty="0">
                <a:solidFill>
                  <a:srgbClr val="404040"/>
                </a:solidFill>
                <a:latin typeface="Calibri"/>
                <a:cs typeface="Calibri"/>
              </a:rPr>
              <a:t> </a:t>
            </a:r>
            <a:r>
              <a:rPr sz="2000" spc="45" dirty="0">
                <a:solidFill>
                  <a:srgbClr val="404040"/>
                </a:solidFill>
                <a:latin typeface="Calibri"/>
                <a:cs typeface="Calibri"/>
              </a:rPr>
              <a:t>p</a:t>
            </a:r>
            <a:r>
              <a:rPr sz="2000" dirty="0">
                <a:solidFill>
                  <a:srgbClr val="404040"/>
                </a:solidFill>
                <a:latin typeface="Calibri"/>
                <a:cs typeface="Calibri"/>
              </a:rPr>
              <a:t>e</a:t>
            </a:r>
            <a:r>
              <a:rPr sz="2000" spc="45" dirty="0">
                <a:solidFill>
                  <a:srgbClr val="404040"/>
                </a:solidFill>
                <a:latin typeface="Calibri"/>
                <a:cs typeface="Calibri"/>
              </a:rPr>
              <a:t>u</a:t>
            </a:r>
            <a:r>
              <a:rPr sz="2000" spc="-5" dirty="0">
                <a:solidFill>
                  <a:srgbClr val="404040"/>
                </a:solidFill>
                <a:latin typeface="Calibri"/>
                <a:cs typeface="Calibri"/>
              </a:rPr>
              <a:t>v</a:t>
            </a:r>
            <a:r>
              <a:rPr sz="2000" dirty="0">
                <a:solidFill>
                  <a:srgbClr val="404040"/>
                </a:solidFill>
                <a:latin typeface="Calibri"/>
                <a:cs typeface="Calibri"/>
              </a:rPr>
              <a:t>e</a:t>
            </a:r>
            <a:r>
              <a:rPr sz="2000" spc="45" dirty="0">
                <a:solidFill>
                  <a:srgbClr val="404040"/>
                </a:solidFill>
                <a:latin typeface="Calibri"/>
                <a:cs typeface="Calibri"/>
              </a:rPr>
              <a:t>n</a:t>
            </a:r>
            <a:r>
              <a:rPr sz="2000" dirty="0">
                <a:solidFill>
                  <a:srgbClr val="404040"/>
                </a:solidFill>
                <a:latin typeface="Calibri"/>
                <a:cs typeface="Calibri"/>
              </a:rPr>
              <a:t>t</a:t>
            </a:r>
            <a:r>
              <a:rPr sz="2000" spc="-125" dirty="0">
                <a:solidFill>
                  <a:srgbClr val="404040"/>
                </a:solidFill>
                <a:latin typeface="Calibri"/>
                <a:cs typeface="Calibri"/>
              </a:rPr>
              <a:t> </a:t>
            </a:r>
            <a:r>
              <a:rPr sz="2000" spc="45" dirty="0">
                <a:solidFill>
                  <a:srgbClr val="404040"/>
                </a:solidFill>
                <a:latin typeface="Calibri"/>
                <a:cs typeface="Calibri"/>
              </a:rPr>
              <a:t>d</a:t>
            </a:r>
            <a:r>
              <a:rPr sz="2000" dirty="0">
                <a:solidFill>
                  <a:srgbClr val="404040"/>
                </a:solidFill>
                <a:latin typeface="Calibri"/>
                <a:cs typeface="Calibri"/>
              </a:rPr>
              <a:t>é</a:t>
            </a:r>
            <a:r>
              <a:rPr sz="2000" spc="-15" dirty="0">
                <a:solidFill>
                  <a:srgbClr val="404040"/>
                </a:solidFill>
                <a:latin typeface="Calibri"/>
                <a:cs typeface="Calibri"/>
              </a:rPr>
              <a:t>f</a:t>
            </a:r>
            <a:r>
              <a:rPr sz="2000" spc="40" dirty="0">
                <a:solidFill>
                  <a:srgbClr val="404040"/>
                </a:solidFill>
                <a:latin typeface="Calibri"/>
                <a:cs typeface="Calibri"/>
              </a:rPr>
              <a:t>i</a:t>
            </a:r>
            <a:r>
              <a:rPr sz="2000" spc="45" dirty="0">
                <a:solidFill>
                  <a:srgbClr val="404040"/>
                </a:solidFill>
                <a:latin typeface="Calibri"/>
                <a:cs typeface="Calibri"/>
              </a:rPr>
              <a:t>n</a:t>
            </a:r>
            <a:r>
              <a:rPr sz="2000" spc="40" dirty="0">
                <a:solidFill>
                  <a:srgbClr val="404040"/>
                </a:solidFill>
                <a:latin typeface="Calibri"/>
                <a:cs typeface="Calibri"/>
              </a:rPr>
              <a:t>i</a:t>
            </a:r>
            <a:r>
              <a:rPr sz="2000" dirty="0">
                <a:solidFill>
                  <a:srgbClr val="404040"/>
                </a:solidFill>
                <a:latin typeface="Calibri"/>
                <a:cs typeface="Calibri"/>
              </a:rPr>
              <a:t>r</a:t>
            </a:r>
            <a:r>
              <a:rPr sz="2000" spc="-150" dirty="0">
                <a:solidFill>
                  <a:srgbClr val="404040"/>
                </a:solidFill>
                <a:latin typeface="Calibri"/>
                <a:cs typeface="Calibri"/>
              </a:rPr>
              <a:t> </a:t>
            </a:r>
            <a:r>
              <a:rPr sz="2000" spc="45" dirty="0">
                <a:solidFill>
                  <a:srgbClr val="404040"/>
                </a:solidFill>
                <a:latin typeface="Calibri"/>
                <a:cs typeface="Calibri"/>
              </a:rPr>
              <a:t>d</a:t>
            </a:r>
            <a:r>
              <a:rPr sz="2000" dirty="0">
                <a:solidFill>
                  <a:srgbClr val="404040"/>
                </a:solidFill>
                <a:latin typeface="Calibri"/>
                <a:cs typeface="Calibri"/>
              </a:rPr>
              <a:t>es</a:t>
            </a:r>
            <a:r>
              <a:rPr sz="2000" spc="-135" dirty="0">
                <a:solidFill>
                  <a:srgbClr val="404040"/>
                </a:solidFill>
                <a:latin typeface="Calibri"/>
                <a:cs typeface="Calibri"/>
              </a:rPr>
              <a:t> </a:t>
            </a:r>
            <a:r>
              <a:rPr sz="2000" spc="45" dirty="0">
                <a:solidFill>
                  <a:srgbClr val="404040"/>
                </a:solidFill>
                <a:latin typeface="Calibri"/>
                <a:cs typeface="Calibri"/>
              </a:rPr>
              <a:t>po</a:t>
            </a:r>
            <a:r>
              <a:rPr sz="2000" spc="40" dirty="0">
                <a:solidFill>
                  <a:srgbClr val="404040"/>
                </a:solidFill>
                <a:latin typeface="Calibri"/>
                <a:cs typeface="Calibri"/>
              </a:rPr>
              <a:t>i</a:t>
            </a:r>
            <a:r>
              <a:rPr sz="2000" spc="45" dirty="0">
                <a:solidFill>
                  <a:srgbClr val="404040"/>
                </a:solidFill>
                <a:latin typeface="Calibri"/>
                <a:cs typeface="Calibri"/>
              </a:rPr>
              <a:t>n</a:t>
            </a:r>
            <a:r>
              <a:rPr sz="2000" spc="25" dirty="0">
                <a:solidFill>
                  <a:srgbClr val="404040"/>
                </a:solidFill>
                <a:latin typeface="Calibri"/>
                <a:cs typeface="Calibri"/>
              </a:rPr>
              <a:t>t</a:t>
            </a:r>
            <a:r>
              <a:rPr sz="2000" dirty="0">
                <a:solidFill>
                  <a:srgbClr val="404040"/>
                </a:solidFill>
                <a:latin typeface="Calibri"/>
                <a:cs typeface="Calibri"/>
              </a:rPr>
              <a:t>s</a:t>
            </a:r>
            <a:r>
              <a:rPr sz="2000" spc="-135" dirty="0">
                <a:solidFill>
                  <a:srgbClr val="404040"/>
                </a:solidFill>
                <a:latin typeface="Calibri"/>
                <a:cs typeface="Calibri"/>
              </a:rPr>
              <a:t> </a:t>
            </a:r>
            <a:r>
              <a:rPr sz="2000" spc="45" dirty="0">
                <a:solidFill>
                  <a:srgbClr val="404040"/>
                </a:solidFill>
                <a:latin typeface="Calibri"/>
                <a:cs typeface="Calibri"/>
              </a:rPr>
              <a:t>d</a:t>
            </a:r>
            <a:r>
              <a:rPr sz="2000" spc="-105" dirty="0">
                <a:solidFill>
                  <a:srgbClr val="404040"/>
                </a:solidFill>
                <a:latin typeface="Calibri"/>
                <a:cs typeface="Calibri"/>
              </a:rPr>
              <a:t>’</a:t>
            </a:r>
            <a:r>
              <a:rPr sz="2000" dirty="0">
                <a:solidFill>
                  <a:srgbClr val="404040"/>
                </a:solidFill>
                <a:latin typeface="Calibri"/>
                <a:cs typeface="Calibri"/>
              </a:rPr>
              <a:t>e</a:t>
            </a:r>
            <a:r>
              <a:rPr sz="2000" spc="30" dirty="0">
                <a:solidFill>
                  <a:srgbClr val="404040"/>
                </a:solidFill>
                <a:latin typeface="Calibri"/>
                <a:cs typeface="Calibri"/>
              </a:rPr>
              <a:t>xt</a:t>
            </a:r>
            <a:r>
              <a:rPr sz="2000" dirty="0">
                <a:solidFill>
                  <a:srgbClr val="404040"/>
                </a:solidFill>
                <a:latin typeface="Calibri"/>
                <a:cs typeface="Calibri"/>
              </a:rPr>
              <a:t>e</a:t>
            </a:r>
            <a:r>
              <a:rPr sz="2000" spc="-55" dirty="0">
                <a:solidFill>
                  <a:srgbClr val="404040"/>
                </a:solidFill>
                <a:latin typeface="Calibri"/>
                <a:cs typeface="Calibri"/>
              </a:rPr>
              <a:t>n</a:t>
            </a:r>
            <a:r>
              <a:rPr sz="2000" spc="15" dirty="0">
                <a:solidFill>
                  <a:srgbClr val="404040"/>
                </a:solidFill>
                <a:latin typeface="Calibri"/>
                <a:cs typeface="Calibri"/>
              </a:rPr>
              <a:t>s</a:t>
            </a:r>
            <a:r>
              <a:rPr sz="2000" spc="40" dirty="0">
                <a:solidFill>
                  <a:srgbClr val="404040"/>
                </a:solidFill>
                <a:latin typeface="Calibri"/>
                <a:cs typeface="Calibri"/>
              </a:rPr>
              <a:t>i</a:t>
            </a:r>
            <a:r>
              <a:rPr sz="2000" spc="-55" dirty="0">
                <a:solidFill>
                  <a:srgbClr val="404040"/>
                </a:solidFill>
                <a:latin typeface="Calibri"/>
                <a:cs typeface="Calibri"/>
              </a:rPr>
              <a:t>o</a:t>
            </a:r>
            <a:r>
              <a:rPr sz="2000" dirty="0">
                <a:solidFill>
                  <a:srgbClr val="404040"/>
                </a:solidFill>
                <a:latin typeface="Calibri"/>
                <a:cs typeface="Calibri"/>
              </a:rPr>
              <a:t>n</a:t>
            </a:r>
            <a:r>
              <a:rPr sz="2000" spc="-105" dirty="0">
                <a:solidFill>
                  <a:srgbClr val="404040"/>
                </a:solidFill>
                <a:latin typeface="Calibri"/>
                <a:cs typeface="Calibri"/>
              </a:rPr>
              <a:t> </a:t>
            </a:r>
            <a:r>
              <a:rPr sz="2000" spc="45" dirty="0">
                <a:solidFill>
                  <a:srgbClr val="404040"/>
                </a:solidFill>
                <a:latin typeface="Calibri"/>
                <a:cs typeface="Calibri"/>
              </a:rPr>
              <a:t>op</a:t>
            </a:r>
            <a:r>
              <a:rPr sz="2000" spc="25" dirty="0">
                <a:solidFill>
                  <a:srgbClr val="404040"/>
                </a:solidFill>
                <a:latin typeface="Calibri"/>
                <a:cs typeface="Calibri"/>
              </a:rPr>
              <a:t>t</a:t>
            </a:r>
            <a:r>
              <a:rPr sz="2000" spc="-60" dirty="0">
                <a:solidFill>
                  <a:srgbClr val="404040"/>
                </a:solidFill>
                <a:latin typeface="Calibri"/>
                <a:cs typeface="Calibri"/>
              </a:rPr>
              <a:t>i</a:t>
            </a:r>
            <a:r>
              <a:rPr sz="2000" spc="45" dirty="0">
                <a:solidFill>
                  <a:srgbClr val="404040"/>
                </a:solidFill>
                <a:latin typeface="Calibri"/>
                <a:cs typeface="Calibri"/>
              </a:rPr>
              <a:t>o</a:t>
            </a:r>
            <a:r>
              <a:rPr sz="2000" spc="-55" dirty="0">
                <a:solidFill>
                  <a:srgbClr val="404040"/>
                </a:solidFill>
                <a:latin typeface="Calibri"/>
                <a:cs typeface="Calibri"/>
              </a:rPr>
              <a:t>n</a:t>
            </a:r>
            <a:r>
              <a:rPr sz="2000" spc="45" dirty="0">
                <a:solidFill>
                  <a:srgbClr val="404040"/>
                </a:solidFill>
                <a:latin typeface="Calibri"/>
                <a:cs typeface="Calibri"/>
              </a:rPr>
              <a:t>n</a:t>
            </a:r>
            <a:r>
              <a:rPr sz="2000" dirty="0">
                <a:solidFill>
                  <a:srgbClr val="404040"/>
                </a:solidFill>
                <a:latin typeface="Calibri"/>
                <a:cs typeface="Calibri"/>
              </a:rPr>
              <a:t>e</a:t>
            </a:r>
            <a:r>
              <a:rPr sz="2000" spc="40" dirty="0">
                <a:solidFill>
                  <a:srgbClr val="404040"/>
                </a:solidFill>
                <a:latin typeface="Calibri"/>
                <a:cs typeface="Calibri"/>
              </a:rPr>
              <a:t>l</a:t>
            </a:r>
            <a:r>
              <a:rPr sz="2000" dirty="0">
                <a:solidFill>
                  <a:srgbClr val="404040"/>
                </a:solidFill>
                <a:latin typeface="Calibri"/>
                <a:cs typeface="Calibri"/>
              </a:rPr>
              <a:t>s</a:t>
            </a:r>
            <a:endParaRPr sz="2000" dirty="0">
              <a:latin typeface="Calibri"/>
              <a:cs typeface="Calibri"/>
            </a:endParaRPr>
          </a:p>
          <a:p>
            <a:pPr marL="774700" marR="1032510" lvl="1" indent="-292100">
              <a:lnSpc>
                <a:spcPct val="100699"/>
              </a:lnSpc>
              <a:spcBef>
                <a:spcPts val="780"/>
              </a:spcBef>
              <a:buClr>
                <a:srgbClr val="1F497C"/>
              </a:buClr>
              <a:buFont typeface="Wingdings"/>
              <a:buChar char=""/>
              <a:tabLst>
                <a:tab pos="774065" algn="l"/>
                <a:tab pos="774700" algn="l"/>
              </a:tabLst>
            </a:pPr>
            <a:r>
              <a:rPr sz="2400" spc="-20" dirty="0">
                <a:solidFill>
                  <a:srgbClr val="404040"/>
                </a:solidFill>
                <a:latin typeface="Calibri"/>
                <a:cs typeface="Calibri"/>
              </a:rPr>
              <a:t>Un</a:t>
            </a:r>
            <a:r>
              <a:rPr sz="2400" spc="-5" dirty="0">
                <a:solidFill>
                  <a:srgbClr val="404040"/>
                </a:solidFill>
                <a:latin typeface="Calibri"/>
                <a:cs typeface="Calibri"/>
              </a:rPr>
              <a:t> </a:t>
            </a:r>
            <a:r>
              <a:rPr sz="2400" i="1" spc="-25" dirty="0">
                <a:solidFill>
                  <a:srgbClr val="404040"/>
                </a:solidFill>
                <a:latin typeface="Calibri"/>
                <a:cs typeface="Calibri"/>
              </a:rPr>
              <a:t>Use</a:t>
            </a:r>
            <a:r>
              <a:rPr sz="2400" i="1" spc="114" dirty="0">
                <a:solidFill>
                  <a:srgbClr val="404040"/>
                </a:solidFill>
                <a:latin typeface="Calibri"/>
                <a:cs typeface="Calibri"/>
              </a:rPr>
              <a:t> </a:t>
            </a:r>
            <a:r>
              <a:rPr sz="2400" i="1" spc="-10" dirty="0">
                <a:solidFill>
                  <a:srgbClr val="404040"/>
                </a:solidFill>
                <a:latin typeface="Calibri"/>
                <a:cs typeface="Calibri"/>
              </a:rPr>
              <a:t>Case</a:t>
            </a:r>
            <a:r>
              <a:rPr sz="2400" i="1" spc="10" dirty="0">
                <a:solidFill>
                  <a:srgbClr val="404040"/>
                </a:solidFill>
                <a:latin typeface="Calibri"/>
                <a:cs typeface="Calibri"/>
              </a:rPr>
              <a:t> </a:t>
            </a:r>
            <a:r>
              <a:rPr sz="2400" spc="15" dirty="0">
                <a:solidFill>
                  <a:srgbClr val="404040"/>
                </a:solidFill>
                <a:latin typeface="Calibri"/>
                <a:cs typeface="Calibri"/>
              </a:rPr>
              <a:t>peut</a:t>
            </a:r>
            <a:r>
              <a:rPr sz="2400" spc="-40" dirty="0">
                <a:solidFill>
                  <a:srgbClr val="404040"/>
                </a:solidFill>
                <a:latin typeface="Calibri"/>
                <a:cs typeface="Calibri"/>
              </a:rPr>
              <a:t> </a:t>
            </a:r>
            <a:r>
              <a:rPr sz="2400" spc="-10" dirty="0">
                <a:solidFill>
                  <a:srgbClr val="404040"/>
                </a:solidFill>
                <a:latin typeface="Calibri"/>
                <a:cs typeface="Calibri"/>
              </a:rPr>
              <a:t>être</a:t>
            </a:r>
            <a:r>
              <a:rPr sz="2400" spc="-140" dirty="0">
                <a:solidFill>
                  <a:srgbClr val="404040"/>
                </a:solidFill>
                <a:latin typeface="Calibri"/>
                <a:cs typeface="Calibri"/>
              </a:rPr>
              <a:t> </a:t>
            </a:r>
            <a:r>
              <a:rPr sz="2400" spc="-20" dirty="0">
                <a:solidFill>
                  <a:srgbClr val="404040"/>
                </a:solidFill>
                <a:latin typeface="Calibri"/>
                <a:cs typeface="Calibri"/>
              </a:rPr>
              <a:t>exécuté</a:t>
            </a:r>
            <a:r>
              <a:rPr sz="2400" spc="-135" dirty="0">
                <a:solidFill>
                  <a:srgbClr val="404040"/>
                </a:solidFill>
                <a:latin typeface="Calibri"/>
                <a:cs typeface="Calibri"/>
              </a:rPr>
              <a:t> </a:t>
            </a:r>
            <a:r>
              <a:rPr sz="2400" spc="-15" dirty="0">
                <a:solidFill>
                  <a:srgbClr val="404040"/>
                </a:solidFill>
                <a:latin typeface="Calibri"/>
                <a:cs typeface="Calibri"/>
              </a:rPr>
              <a:t>sans</a:t>
            </a:r>
            <a:r>
              <a:rPr sz="2400" spc="15" dirty="0">
                <a:solidFill>
                  <a:srgbClr val="404040"/>
                </a:solidFill>
                <a:latin typeface="Calibri"/>
                <a:cs typeface="Calibri"/>
              </a:rPr>
              <a:t> </a:t>
            </a:r>
            <a:r>
              <a:rPr sz="2400" spc="20" dirty="0">
                <a:solidFill>
                  <a:srgbClr val="404040"/>
                </a:solidFill>
                <a:latin typeface="Calibri"/>
                <a:cs typeface="Calibri"/>
              </a:rPr>
              <a:t>que</a:t>
            </a:r>
            <a:r>
              <a:rPr sz="2400" spc="-135" dirty="0">
                <a:solidFill>
                  <a:srgbClr val="404040"/>
                </a:solidFill>
                <a:latin typeface="Calibri"/>
                <a:cs typeface="Calibri"/>
              </a:rPr>
              <a:t> </a:t>
            </a:r>
            <a:r>
              <a:rPr sz="2400" spc="-15" dirty="0">
                <a:solidFill>
                  <a:srgbClr val="404040"/>
                </a:solidFill>
                <a:latin typeface="Calibri"/>
                <a:cs typeface="Calibri"/>
              </a:rPr>
              <a:t>ses</a:t>
            </a:r>
            <a:r>
              <a:rPr sz="2400" spc="20" dirty="0">
                <a:solidFill>
                  <a:srgbClr val="404040"/>
                </a:solidFill>
                <a:latin typeface="Calibri"/>
                <a:cs typeface="Calibri"/>
              </a:rPr>
              <a:t> points</a:t>
            </a:r>
            <a:r>
              <a:rPr sz="2400" spc="320" dirty="0">
                <a:solidFill>
                  <a:srgbClr val="404040"/>
                </a:solidFill>
                <a:latin typeface="Calibri"/>
                <a:cs typeface="Calibri"/>
              </a:rPr>
              <a:t> </a:t>
            </a:r>
            <a:r>
              <a:rPr sz="2400" spc="-30" dirty="0">
                <a:solidFill>
                  <a:srgbClr val="404040"/>
                </a:solidFill>
                <a:latin typeface="Calibri"/>
                <a:cs typeface="Calibri"/>
              </a:rPr>
              <a:t>d’extensions</a:t>
            </a:r>
            <a:r>
              <a:rPr sz="2400" spc="-275" dirty="0">
                <a:solidFill>
                  <a:srgbClr val="404040"/>
                </a:solidFill>
                <a:latin typeface="Calibri"/>
                <a:cs typeface="Calibri"/>
              </a:rPr>
              <a:t> </a:t>
            </a:r>
            <a:r>
              <a:rPr sz="2400" spc="35" dirty="0">
                <a:solidFill>
                  <a:srgbClr val="404040"/>
                </a:solidFill>
                <a:latin typeface="Calibri"/>
                <a:cs typeface="Calibri"/>
              </a:rPr>
              <a:t>ne </a:t>
            </a:r>
            <a:r>
              <a:rPr sz="2400" spc="-530" dirty="0">
                <a:solidFill>
                  <a:srgbClr val="404040"/>
                </a:solidFill>
                <a:latin typeface="Calibri"/>
                <a:cs typeface="Calibri"/>
              </a:rPr>
              <a:t> </a:t>
            </a:r>
            <a:r>
              <a:rPr sz="2400" spc="10" dirty="0">
                <a:solidFill>
                  <a:srgbClr val="404040"/>
                </a:solidFill>
                <a:latin typeface="Calibri"/>
                <a:cs typeface="Calibri"/>
              </a:rPr>
              <a:t>soient</a:t>
            </a:r>
            <a:r>
              <a:rPr sz="2400" spc="-155" dirty="0">
                <a:solidFill>
                  <a:srgbClr val="404040"/>
                </a:solidFill>
                <a:latin typeface="Calibri"/>
                <a:cs typeface="Calibri"/>
              </a:rPr>
              <a:t> </a:t>
            </a:r>
            <a:r>
              <a:rPr sz="2400" spc="-15" dirty="0">
                <a:solidFill>
                  <a:srgbClr val="404040"/>
                </a:solidFill>
                <a:latin typeface="Calibri"/>
                <a:cs typeface="Calibri"/>
              </a:rPr>
              <a:t>réalisés.</a:t>
            </a:r>
            <a:endParaRPr sz="2400" dirty="0">
              <a:latin typeface="Calibri"/>
              <a:cs typeface="Calibri"/>
            </a:endParaRPr>
          </a:p>
          <a:p>
            <a:pPr marL="774700" lvl="1" indent="-292100">
              <a:lnSpc>
                <a:spcPct val="100000"/>
              </a:lnSpc>
              <a:spcBef>
                <a:spcPts val="819"/>
              </a:spcBef>
              <a:buClr>
                <a:srgbClr val="1F497C"/>
              </a:buClr>
              <a:buFont typeface="Wingdings"/>
              <a:buChar char=""/>
              <a:tabLst>
                <a:tab pos="774065" algn="l"/>
                <a:tab pos="774700" algn="l"/>
              </a:tabLst>
            </a:pPr>
            <a:r>
              <a:rPr sz="2400" spc="-40" dirty="0">
                <a:solidFill>
                  <a:srgbClr val="404040"/>
                </a:solidFill>
                <a:latin typeface="Calibri"/>
                <a:cs typeface="Calibri"/>
              </a:rPr>
              <a:t>U</a:t>
            </a:r>
            <a:r>
              <a:rPr sz="2400" dirty="0">
                <a:solidFill>
                  <a:srgbClr val="404040"/>
                </a:solidFill>
                <a:latin typeface="Calibri"/>
                <a:cs typeface="Calibri"/>
              </a:rPr>
              <a:t>n</a:t>
            </a:r>
            <a:r>
              <a:rPr sz="2400" spc="-5" dirty="0">
                <a:solidFill>
                  <a:srgbClr val="404040"/>
                </a:solidFill>
                <a:latin typeface="Calibri"/>
                <a:cs typeface="Calibri"/>
              </a:rPr>
              <a:t> </a:t>
            </a:r>
            <a:r>
              <a:rPr sz="2400" spc="-40" dirty="0">
                <a:solidFill>
                  <a:srgbClr val="404040"/>
                </a:solidFill>
                <a:latin typeface="Calibri"/>
                <a:cs typeface="Calibri"/>
              </a:rPr>
              <a:t>Us</a:t>
            </a:r>
            <a:r>
              <a:rPr sz="2400" dirty="0">
                <a:solidFill>
                  <a:srgbClr val="404040"/>
                </a:solidFill>
                <a:latin typeface="Calibri"/>
                <a:cs typeface="Calibri"/>
              </a:rPr>
              <a:t>e</a:t>
            </a:r>
            <a:r>
              <a:rPr sz="2400" spc="160" dirty="0">
                <a:solidFill>
                  <a:srgbClr val="404040"/>
                </a:solidFill>
                <a:latin typeface="Calibri"/>
                <a:cs typeface="Calibri"/>
              </a:rPr>
              <a:t> </a:t>
            </a:r>
            <a:r>
              <a:rPr sz="2400" spc="20" dirty="0">
                <a:solidFill>
                  <a:srgbClr val="404040"/>
                </a:solidFill>
                <a:latin typeface="Calibri"/>
                <a:cs typeface="Calibri"/>
              </a:rPr>
              <a:t>C</a:t>
            </a:r>
            <a:r>
              <a:rPr sz="2400" spc="-50" dirty="0">
                <a:solidFill>
                  <a:srgbClr val="404040"/>
                </a:solidFill>
                <a:latin typeface="Calibri"/>
                <a:cs typeface="Calibri"/>
              </a:rPr>
              <a:t>a</a:t>
            </a:r>
            <a:r>
              <a:rPr sz="2400" spc="-40" dirty="0">
                <a:solidFill>
                  <a:srgbClr val="404040"/>
                </a:solidFill>
                <a:latin typeface="Calibri"/>
                <a:cs typeface="Calibri"/>
              </a:rPr>
              <a:t>s</a:t>
            </a:r>
            <a:r>
              <a:rPr sz="2400" dirty="0">
                <a:solidFill>
                  <a:srgbClr val="404040"/>
                </a:solidFill>
                <a:latin typeface="Calibri"/>
                <a:cs typeface="Calibri"/>
              </a:rPr>
              <a:t>e</a:t>
            </a:r>
            <a:r>
              <a:rPr sz="2400" spc="-40" dirty="0">
                <a:solidFill>
                  <a:srgbClr val="404040"/>
                </a:solidFill>
                <a:latin typeface="Calibri"/>
                <a:cs typeface="Calibri"/>
              </a:rPr>
              <a:t> </a:t>
            </a:r>
            <a:r>
              <a:rPr sz="2400" spc="35" dirty="0">
                <a:solidFill>
                  <a:srgbClr val="404040"/>
                </a:solidFill>
                <a:latin typeface="Calibri"/>
                <a:cs typeface="Calibri"/>
              </a:rPr>
              <a:t>p</a:t>
            </a:r>
            <a:r>
              <a:rPr sz="2400" spc="5" dirty="0">
                <a:solidFill>
                  <a:srgbClr val="404040"/>
                </a:solidFill>
                <a:latin typeface="Calibri"/>
                <a:cs typeface="Calibri"/>
              </a:rPr>
              <a:t>e</a:t>
            </a:r>
            <a:r>
              <a:rPr sz="2400" spc="35" dirty="0">
                <a:solidFill>
                  <a:srgbClr val="404040"/>
                </a:solidFill>
                <a:latin typeface="Calibri"/>
                <a:cs typeface="Calibri"/>
              </a:rPr>
              <a:t>u</a:t>
            </a:r>
            <a:r>
              <a:rPr sz="2400" dirty="0">
                <a:solidFill>
                  <a:srgbClr val="404040"/>
                </a:solidFill>
                <a:latin typeface="Calibri"/>
                <a:cs typeface="Calibri"/>
              </a:rPr>
              <a:t>t</a:t>
            </a:r>
            <a:r>
              <a:rPr sz="2400" spc="-50" dirty="0">
                <a:solidFill>
                  <a:srgbClr val="404040"/>
                </a:solidFill>
                <a:latin typeface="Calibri"/>
                <a:cs typeface="Calibri"/>
              </a:rPr>
              <a:t> a</a:t>
            </a:r>
            <a:r>
              <a:rPr sz="2400" spc="15" dirty="0">
                <a:solidFill>
                  <a:srgbClr val="404040"/>
                </a:solidFill>
                <a:latin typeface="Calibri"/>
                <a:cs typeface="Calibri"/>
              </a:rPr>
              <a:t>v</a:t>
            </a:r>
            <a:r>
              <a:rPr sz="2400" spc="30" dirty="0">
                <a:solidFill>
                  <a:srgbClr val="404040"/>
                </a:solidFill>
                <a:latin typeface="Calibri"/>
                <a:cs typeface="Calibri"/>
              </a:rPr>
              <a:t>o</a:t>
            </a:r>
            <a:r>
              <a:rPr sz="2400" spc="45" dirty="0">
                <a:solidFill>
                  <a:srgbClr val="404040"/>
                </a:solidFill>
                <a:latin typeface="Calibri"/>
                <a:cs typeface="Calibri"/>
              </a:rPr>
              <a:t>i</a:t>
            </a:r>
            <a:r>
              <a:rPr sz="2400" dirty="0">
                <a:solidFill>
                  <a:srgbClr val="404040"/>
                </a:solidFill>
                <a:latin typeface="Calibri"/>
                <a:cs typeface="Calibri"/>
              </a:rPr>
              <a:t>r</a:t>
            </a:r>
            <a:r>
              <a:rPr sz="2400" spc="-280" dirty="0">
                <a:solidFill>
                  <a:srgbClr val="404040"/>
                </a:solidFill>
                <a:latin typeface="Calibri"/>
                <a:cs typeface="Calibri"/>
              </a:rPr>
              <a:t> </a:t>
            </a:r>
            <a:r>
              <a:rPr sz="2400" spc="35" dirty="0">
                <a:solidFill>
                  <a:srgbClr val="404040"/>
                </a:solidFill>
                <a:latin typeface="Calibri"/>
                <a:cs typeface="Calibri"/>
              </a:rPr>
              <a:t>p</a:t>
            </a:r>
            <a:r>
              <a:rPr sz="2400" spc="45" dirty="0">
                <a:solidFill>
                  <a:srgbClr val="404040"/>
                </a:solidFill>
                <a:latin typeface="Calibri"/>
                <a:cs typeface="Calibri"/>
              </a:rPr>
              <a:t>l</a:t>
            </a:r>
            <a:r>
              <a:rPr sz="2400" spc="35" dirty="0">
                <a:solidFill>
                  <a:srgbClr val="404040"/>
                </a:solidFill>
                <a:latin typeface="Calibri"/>
                <a:cs typeface="Calibri"/>
              </a:rPr>
              <a:t>u</a:t>
            </a:r>
            <a:r>
              <a:rPr sz="2400" spc="-45" dirty="0">
                <a:solidFill>
                  <a:srgbClr val="404040"/>
                </a:solidFill>
                <a:latin typeface="Calibri"/>
                <a:cs typeface="Calibri"/>
              </a:rPr>
              <a:t>s</a:t>
            </a:r>
            <a:r>
              <a:rPr sz="2400" spc="45" dirty="0">
                <a:solidFill>
                  <a:srgbClr val="404040"/>
                </a:solidFill>
                <a:latin typeface="Calibri"/>
                <a:cs typeface="Calibri"/>
              </a:rPr>
              <a:t>i</a:t>
            </a:r>
            <a:r>
              <a:rPr sz="2400" spc="5" dirty="0">
                <a:solidFill>
                  <a:srgbClr val="404040"/>
                </a:solidFill>
                <a:latin typeface="Calibri"/>
                <a:cs typeface="Calibri"/>
              </a:rPr>
              <a:t>e</a:t>
            </a:r>
            <a:r>
              <a:rPr sz="2400" spc="35" dirty="0">
                <a:solidFill>
                  <a:srgbClr val="404040"/>
                </a:solidFill>
                <a:latin typeface="Calibri"/>
                <a:cs typeface="Calibri"/>
              </a:rPr>
              <a:t>u</a:t>
            </a:r>
            <a:r>
              <a:rPr sz="2400" spc="-40" dirty="0">
                <a:solidFill>
                  <a:srgbClr val="404040"/>
                </a:solidFill>
                <a:latin typeface="Calibri"/>
                <a:cs typeface="Calibri"/>
              </a:rPr>
              <a:t>r</a:t>
            </a:r>
            <a:r>
              <a:rPr sz="2400" spc="265" dirty="0">
                <a:solidFill>
                  <a:srgbClr val="404040"/>
                </a:solidFill>
                <a:latin typeface="Calibri"/>
                <a:cs typeface="Calibri"/>
              </a:rPr>
              <a:t>s</a:t>
            </a:r>
            <a:r>
              <a:rPr sz="2400" spc="5" dirty="0">
                <a:solidFill>
                  <a:srgbClr val="404040"/>
                </a:solidFill>
                <a:latin typeface="Calibri"/>
                <a:cs typeface="Calibri"/>
              </a:rPr>
              <a:t>e</a:t>
            </a:r>
            <a:r>
              <a:rPr sz="2400" spc="-40" dirty="0">
                <a:solidFill>
                  <a:srgbClr val="404040"/>
                </a:solidFill>
                <a:latin typeface="Calibri"/>
                <a:cs typeface="Calibri"/>
              </a:rPr>
              <a:t>x</a:t>
            </a:r>
            <a:r>
              <a:rPr sz="2400" spc="-5" dirty="0">
                <a:solidFill>
                  <a:srgbClr val="404040"/>
                </a:solidFill>
                <a:latin typeface="Calibri"/>
                <a:cs typeface="Calibri"/>
              </a:rPr>
              <a:t>t</a:t>
            </a:r>
            <a:r>
              <a:rPr sz="2400" spc="5" dirty="0">
                <a:solidFill>
                  <a:srgbClr val="404040"/>
                </a:solidFill>
                <a:latin typeface="Calibri"/>
                <a:cs typeface="Calibri"/>
              </a:rPr>
              <a:t>e</a:t>
            </a:r>
            <a:r>
              <a:rPr sz="2400" spc="40" dirty="0">
                <a:solidFill>
                  <a:srgbClr val="404040"/>
                </a:solidFill>
                <a:latin typeface="Calibri"/>
                <a:cs typeface="Calibri"/>
              </a:rPr>
              <a:t>n</a:t>
            </a:r>
            <a:r>
              <a:rPr sz="2400" spc="-40" dirty="0">
                <a:solidFill>
                  <a:srgbClr val="404040"/>
                </a:solidFill>
                <a:latin typeface="Calibri"/>
                <a:cs typeface="Calibri"/>
              </a:rPr>
              <a:t>s</a:t>
            </a:r>
            <a:r>
              <a:rPr sz="2400" spc="45" dirty="0">
                <a:solidFill>
                  <a:srgbClr val="404040"/>
                </a:solidFill>
                <a:latin typeface="Calibri"/>
                <a:cs typeface="Calibri"/>
              </a:rPr>
              <a:t>i</a:t>
            </a:r>
            <a:r>
              <a:rPr sz="2400" spc="35" dirty="0">
                <a:solidFill>
                  <a:srgbClr val="404040"/>
                </a:solidFill>
                <a:latin typeface="Calibri"/>
                <a:cs typeface="Calibri"/>
              </a:rPr>
              <a:t>on</a:t>
            </a:r>
            <a:r>
              <a:rPr sz="2400" spc="-40" dirty="0">
                <a:solidFill>
                  <a:srgbClr val="404040"/>
                </a:solidFill>
                <a:latin typeface="Calibri"/>
                <a:cs typeface="Calibri"/>
              </a:rPr>
              <a:t>s</a:t>
            </a:r>
            <a:r>
              <a:rPr sz="2400" dirty="0">
                <a:solidFill>
                  <a:srgbClr val="404040"/>
                </a:solidFill>
                <a:latin typeface="Calibri"/>
                <a:cs typeface="Calibri"/>
              </a:rPr>
              <a:t>.</a:t>
            </a:r>
            <a:endParaRPr sz="2400" dirty="0">
              <a:latin typeface="Calibri"/>
              <a:cs typeface="Calibri"/>
            </a:endParaRPr>
          </a:p>
          <a:p>
            <a:pPr marL="774700" lvl="1" indent="-292100">
              <a:lnSpc>
                <a:spcPct val="100000"/>
              </a:lnSpc>
              <a:spcBef>
                <a:spcPts val="720"/>
              </a:spcBef>
              <a:buClr>
                <a:srgbClr val="1F497C"/>
              </a:buClr>
              <a:buFont typeface="Wingdings"/>
              <a:buChar char=""/>
              <a:tabLst>
                <a:tab pos="774065" algn="l"/>
                <a:tab pos="774700" algn="l"/>
              </a:tabLst>
            </a:pPr>
            <a:r>
              <a:rPr sz="2400" spc="5" dirty="0">
                <a:solidFill>
                  <a:srgbClr val="404040"/>
                </a:solidFill>
                <a:latin typeface="Calibri"/>
                <a:cs typeface="Calibri"/>
              </a:rPr>
              <a:t>Plusieurs</a:t>
            </a:r>
            <a:r>
              <a:rPr sz="2400" spc="-185" dirty="0">
                <a:solidFill>
                  <a:srgbClr val="404040"/>
                </a:solidFill>
                <a:latin typeface="Calibri"/>
                <a:cs typeface="Calibri"/>
              </a:rPr>
              <a:t> </a:t>
            </a:r>
            <a:r>
              <a:rPr sz="2400" i="1" spc="-25" dirty="0">
                <a:solidFill>
                  <a:srgbClr val="404040"/>
                </a:solidFill>
                <a:latin typeface="Calibri"/>
                <a:cs typeface="Calibri"/>
              </a:rPr>
              <a:t>Use</a:t>
            </a:r>
            <a:r>
              <a:rPr sz="2400" i="1" spc="10" dirty="0">
                <a:solidFill>
                  <a:srgbClr val="404040"/>
                </a:solidFill>
                <a:latin typeface="Calibri"/>
                <a:cs typeface="Calibri"/>
              </a:rPr>
              <a:t> </a:t>
            </a:r>
            <a:r>
              <a:rPr sz="2400" i="1" spc="-10" dirty="0">
                <a:solidFill>
                  <a:srgbClr val="404040"/>
                </a:solidFill>
                <a:latin typeface="Calibri"/>
                <a:cs typeface="Calibri"/>
              </a:rPr>
              <a:t>Case</a:t>
            </a:r>
            <a:r>
              <a:rPr sz="2400" i="1" spc="15" dirty="0">
                <a:solidFill>
                  <a:srgbClr val="404040"/>
                </a:solidFill>
                <a:latin typeface="Calibri"/>
                <a:cs typeface="Calibri"/>
              </a:rPr>
              <a:t> </a:t>
            </a:r>
            <a:r>
              <a:rPr sz="2400" spc="15" dirty="0">
                <a:solidFill>
                  <a:srgbClr val="404040"/>
                </a:solidFill>
                <a:latin typeface="Calibri"/>
                <a:cs typeface="Calibri"/>
              </a:rPr>
              <a:t>peuvent</a:t>
            </a:r>
            <a:r>
              <a:rPr sz="2400" spc="-245" dirty="0">
                <a:solidFill>
                  <a:srgbClr val="404040"/>
                </a:solidFill>
                <a:latin typeface="Calibri"/>
                <a:cs typeface="Calibri"/>
              </a:rPr>
              <a:t> </a:t>
            </a:r>
            <a:r>
              <a:rPr sz="2400" spc="5" dirty="0">
                <a:solidFill>
                  <a:srgbClr val="404040"/>
                </a:solidFill>
                <a:latin typeface="Calibri"/>
                <a:cs typeface="Calibri"/>
              </a:rPr>
              <a:t>étendre</a:t>
            </a:r>
            <a:r>
              <a:rPr sz="2400" spc="-240" dirty="0">
                <a:solidFill>
                  <a:srgbClr val="404040"/>
                </a:solidFill>
                <a:latin typeface="Calibri"/>
                <a:cs typeface="Calibri"/>
              </a:rPr>
              <a:t> </a:t>
            </a:r>
            <a:r>
              <a:rPr sz="2400" spc="15" dirty="0">
                <a:solidFill>
                  <a:srgbClr val="404040"/>
                </a:solidFill>
                <a:latin typeface="Calibri"/>
                <a:cs typeface="Calibri"/>
              </a:rPr>
              <a:t>un</a:t>
            </a:r>
            <a:r>
              <a:rPr sz="2400" dirty="0">
                <a:solidFill>
                  <a:srgbClr val="404040"/>
                </a:solidFill>
                <a:latin typeface="Calibri"/>
                <a:cs typeface="Calibri"/>
              </a:rPr>
              <a:t> </a:t>
            </a:r>
            <a:r>
              <a:rPr sz="2400" spc="25" dirty="0">
                <a:solidFill>
                  <a:srgbClr val="404040"/>
                </a:solidFill>
                <a:latin typeface="Calibri"/>
                <a:cs typeface="Calibri"/>
              </a:rPr>
              <a:t>point</a:t>
            </a:r>
            <a:r>
              <a:rPr sz="2400" spc="-250" dirty="0">
                <a:solidFill>
                  <a:srgbClr val="404040"/>
                </a:solidFill>
                <a:latin typeface="Calibri"/>
                <a:cs typeface="Calibri"/>
              </a:rPr>
              <a:t> </a:t>
            </a:r>
            <a:r>
              <a:rPr sz="2400" spc="-25" dirty="0">
                <a:solidFill>
                  <a:srgbClr val="404040"/>
                </a:solidFill>
                <a:latin typeface="Calibri"/>
                <a:cs typeface="Calibri"/>
              </a:rPr>
              <a:t>d’extension</a:t>
            </a:r>
            <a:r>
              <a:rPr sz="2400" spc="300" dirty="0">
                <a:solidFill>
                  <a:srgbClr val="404040"/>
                </a:solidFill>
                <a:latin typeface="Calibri"/>
                <a:cs typeface="Calibri"/>
              </a:rPr>
              <a:t> </a:t>
            </a:r>
            <a:r>
              <a:rPr sz="2400" spc="20" dirty="0">
                <a:solidFill>
                  <a:srgbClr val="404040"/>
                </a:solidFill>
                <a:latin typeface="Calibri"/>
                <a:cs typeface="Calibri"/>
              </a:rPr>
              <a:t>donné.</a:t>
            </a:r>
            <a:endParaRPr sz="2400" dirty="0">
              <a:latin typeface="Calibri"/>
              <a:cs typeface="Calibri"/>
            </a:endParaRPr>
          </a:p>
          <a:p>
            <a:pPr marL="393700" marR="5080" indent="-177800">
              <a:lnSpc>
                <a:spcPts val="2000"/>
              </a:lnSpc>
              <a:spcBef>
                <a:spcPts val="420"/>
              </a:spcBef>
              <a:buClr>
                <a:srgbClr val="E48312"/>
              </a:buClr>
              <a:buSzPct val="94444"/>
              <a:buFont typeface="Wingdings"/>
              <a:buChar char=""/>
              <a:tabLst>
                <a:tab pos="420370" algn="l"/>
              </a:tabLst>
            </a:pPr>
            <a:r>
              <a:rPr sz="1800" spc="10" dirty="0">
                <a:solidFill>
                  <a:srgbClr val="404040"/>
                </a:solidFill>
                <a:latin typeface="Calibri"/>
                <a:cs typeface="Calibri"/>
              </a:rPr>
              <a:t>Les </a:t>
            </a:r>
            <a:r>
              <a:rPr sz="1800" spc="-15" dirty="0">
                <a:solidFill>
                  <a:srgbClr val="404040"/>
                </a:solidFill>
                <a:latin typeface="Calibri"/>
                <a:cs typeface="Calibri"/>
              </a:rPr>
              <a:t>extensions </a:t>
            </a:r>
            <a:r>
              <a:rPr sz="1800" spc="-25" dirty="0">
                <a:solidFill>
                  <a:srgbClr val="404040"/>
                </a:solidFill>
                <a:latin typeface="Calibri"/>
                <a:cs typeface="Calibri"/>
              </a:rPr>
              <a:t>sont </a:t>
            </a:r>
            <a:r>
              <a:rPr sz="1800" spc="-15" dirty="0">
                <a:solidFill>
                  <a:srgbClr val="404040"/>
                </a:solidFill>
                <a:latin typeface="Calibri"/>
                <a:cs typeface="Calibri"/>
              </a:rPr>
              <a:t>traduits </a:t>
            </a:r>
            <a:r>
              <a:rPr sz="1800" spc="-5" dirty="0">
                <a:solidFill>
                  <a:srgbClr val="404040"/>
                </a:solidFill>
                <a:latin typeface="Calibri"/>
                <a:cs typeface="Calibri"/>
              </a:rPr>
              <a:t>par </a:t>
            </a:r>
            <a:r>
              <a:rPr sz="1800" spc="-30" dirty="0">
                <a:solidFill>
                  <a:srgbClr val="404040"/>
                </a:solidFill>
                <a:latin typeface="Calibri"/>
                <a:cs typeface="Calibri"/>
              </a:rPr>
              <a:t>une </a:t>
            </a:r>
            <a:r>
              <a:rPr sz="1800" spc="-25" dirty="0">
                <a:solidFill>
                  <a:srgbClr val="404040"/>
                </a:solidFill>
                <a:latin typeface="Calibri"/>
                <a:cs typeface="Calibri"/>
              </a:rPr>
              <a:t>ligne</a:t>
            </a:r>
            <a:r>
              <a:rPr sz="1800" spc="-20" dirty="0">
                <a:solidFill>
                  <a:srgbClr val="404040"/>
                </a:solidFill>
                <a:latin typeface="Calibri"/>
                <a:cs typeface="Calibri"/>
              </a:rPr>
              <a:t> discontinu</a:t>
            </a:r>
            <a:r>
              <a:rPr sz="1800" spc="-15" dirty="0">
                <a:solidFill>
                  <a:srgbClr val="404040"/>
                </a:solidFill>
                <a:latin typeface="Calibri"/>
                <a:cs typeface="Calibri"/>
              </a:rPr>
              <a:t> </a:t>
            </a:r>
            <a:r>
              <a:rPr sz="1800" spc="-10" dirty="0">
                <a:solidFill>
                  <a:srgbClr val="404040"/>
                </a:solidFill>
                <a:latin typeface="Calibri"/>
                <a:cs typeface="Calibri"/>
              </a:rPr>
              <a:t>partant </a:t>
            </a:r>
            <a:r>
              <a:rPr sz="1800" spc="-25" dirty="0">
                <a:solidFill>
                  <a:srgbClr val="404040"/>
                </a:solidFill>
                <a:latin typeface="Calibri"/>
                <a:cs typeface="Calibri"/>
              </a:rPr>
              <a:t>du </a:t>
            </a:r>
            <a:r>
              <a:rPr sz="1800" spc="20" dirty="0">
                <a:solidFill>
                  <a:srgbClr val="404040"/>
                </a:solidFill>
                <a:latin typeface="Calibri"/>
                <a:cs typeface="Calibri"/>
              </a:rPr>
              <a:t>CU </a:t>
            </a:r>
            <a:r>
              <a:rPr sz="1800" dirty="0">
                <a:solidFill>
                  <a:srgbClr val="404040"/>
                </a:solidFill>
                <a:latin typeface="Calibri"/>
                <a:cs typeface="Calibri"/>
              </a:rPr>
              <a:t>à </a:t>
            </a:r>
            <a:r>
              <a:rPr sz="1800" spc="-20" dirty="0">
                <a:solidFill>
                  <a:srgbClr val="404040"/>
                </a:solidFill>
                <a:latin typeface="Calibri"/>
                <a:cs typeface="Calibri"/>
              </a:rPr>
              <a:t>étendre </a:t>
            </a:r>
            <a:r>
              <a:rPr sz="1800" spc="-10" dirty="0">
                <a:solidFill>
                  <a:srgbClr val="404040"/>
                </a:solidFill>
                <a:latin typeface="Calibri"/>
                <a:cs typeface="Calibri"/>
              </a:rPr>
              <a:t>vers le </a:t>
            </a:r>
            <a:r>
              <a:rPr sz="1800" spc="20" dirty="0">
                <a:solidFill>
                  <a:srgbClr val="404040"/>
                </a:solidFill>
                <a:latin typeface="Calibri"/>
                <a:cs typeface="Calibri"/>
              </a:rPr>
              <a:t>CU </a:t>
            </a:r>
            <a:r>
              <a:rPr sz="1800" spc="-20" dirty="0">
                <a:solidFill>
                  <a:srgbClr val="404040"/>
                </a:solidFill>
                <a:latin typeface="Calibri"/>
                <a:cs typeface="Calibri"/>
              </a:rPr>
              <a:t>sur lequel</a:t>
            </a:r>
            <a:r>
              <a:rPr sz="1800" spc="-15" dirty="0">
                <a:solidFill>
                  <a:srgbClr val="404040"/>
                </a:solidFill>
                <a:latin typeface="Calibri"/>
                <a:cs typeface="Calibri"/>
              </a:rPr>
              <a:t> </a:t>
            </a:r>
            <a:r>
              <a:rPr sz="1800" spc="-10" dirty="0">
                <a:solidFill>
                  <a:srgbClr val="404040"/>
                </a:solidFill>
                <a:latin typeface="Calibri"/>
                <a:cs typeface="Calibri"/>
              </a:rPr>
              <a:t>il </a:t>
            </a:r>
            <a:r>
              <a:rPr sz="1800" dirty="0">
                <a:solidFill>
                  <a:srgbClr val="404040"/>
                </a:solidFill>
                <a:latin typeface="Calibri"/>
                <a:cs typeface="Calibri"/>
              </a:rPr>
              <a:t>est </a:t>
            </a:r>
            <a:r>
              <a:rPr sz="1800" spc="-395" dirty="0">
                <a:solidFill>
                  <a:srgbClr val="404040"/>
                </a:solidFill>
                <a:latin typeface="Calibri"/>
                <a:cs typeface="Calibri"/>
              </a:rPr>
              <a:t> </a:t>
            </a:r>
            <a:r>
              <a:rPr sz="1800" spc="-25" dirty="0">
                <a:solidFill>
                  <a:srgbClr val="404040"/>
                </a:solidFill>
                <a:latin typeface="Calibri"/>
                <a:cs typeface="Calibri"/>
              </a:rPr>
              <a:t>étendu.</a:t>
            </a:r>
            <a:r>
              <a:rPr sz="1800" spc="160" dirty="0">
                <a:solidFill>
                  <a:srgbClr val="404040"/>
                </a:solidFill>
                <a:latin typeface="Calibri"/>
                <a:cs typeface="Calibri"/>
              </a:rPr>
              <a:t> </a:t>
            </a:r>
            <a:r>
              <a:rPr sz="1800" spc="20" dirty="0">
                <a:solidFill>
                  <a:srgbClr val="404040"/>
                </a:solidFill>
                <a:latin typeface="Calibri"/>
                <a:cs typeface="Calibri"/>
              </a:rPr>
              <a:t>La</a:t>
            </a:r>
            <a:r>
              <a:rPr sz="1800" spc="-75" dirty="0">
                <a:solidFill>
                  <a:srgbClr val="404040"/>
                </a:solidFill>
                <a:latin typeface="Calibri"/>
                <a:cs typeface="Calibri"/>
              </a:rPr>
              <a:t> </a:t>
            </a:r>
            <a:r>
              <a:rPr sz="1800" spc="-25" dirty="0">
                <a:solidFill>
                  <a:srgbClr val="404040"/>
                </a:solidFill>
                <a:latin typeface="Calibri"/>
                <a:cs typeface="Calibri"/>
              </a:rPr>
              <a:t>ligne</a:t>
            </a:r>
            <a:r>
              <a:rPr sz="1800" spc="195" dirty="0">
                <a:solidFill>
                  <a:srgbClr val="404040"/>
                </a:solidFill>
                <a:latin typeface="Calibri"/>
                <a:cs typeface="Calibri"/>
              </a:rPr>
              <a:t> </a:t>
            </a:r>
            <a:r>
              <a:rPr sz="1800" spc="-20" dirty="0">
                <a:solidFill>
                  <a:srgbClr val="404040"/>
                </a:solidFill>
                <a:latin typeface="Calibri"/>
                <a:cs typeface="Calibri"/>
              </a:rPr>
              <a:t>discontinu</a:t>
            </a:r>
            <a:r>
              <a:rPr sz="1800" spc="145" dirty="0">
                <a:solidFill>
                  <a:srgbClr val="404040"/>
                </a:solidFill>
                <a:latin typeface="Calibri"/>
                <a:cs typeface="Calibri"/>
              </a:rPr>
              <a:t> </a:t>
            </a:r>
            <a:r>
              <a:rPr sz="1800" dirty="0">
                <a:solidFill>
                  <a:srgbClr val="404040"/>
                </a:solidFill>
                <a:latin typeface="Calibri"/>
                <a:cs typeface="Calibri"/>
              </a:rPr>
              <a:t>est</a:t>
            </a:r>
            <a:r>
              <a:rPr sz="1800" spc="-10" dirty="0">
                <a:solidFill>
                  <a:srgbClr val="404040"/>
                </a:solidFill>
                <a:latin typeface="Calibri"/>
                <a:cs typeface="Calibri"/>
              </a:rPr>
              <a:t> labélisée</a:t>
            </a:r>
            <a:r>
              <a:rPr sz="1800" spc="-5" dirty="0">
                <a:solidFill>
                  <a:srgbClr val="404040"/>
                </a:solidFill>
                <a:latin typeface="Calibri"/>
                <a:cs typeface="Calibri"/>
              </a:rPr>
              <a:t> par</a:t>
            </a:r>
            <a:r>
              <a:rPr sz="1800" spc="65" dirty="0">
                <a:solidFill>
                  <a:srgbClr val="404040"/>
                </a:solidFill>
                <a:latin typeface="Calibri"/>
                <a:cs typeface="Calibri"/>
              </a:rPr>
              <a:t> </a:t>
            </a:r>
            <a:r>
              <a:rPr sz="1800" spc="-10" dirty="0">
                <a:solidFill>
                  <a:srgbClr val="404040"/>
                </a:solidFill>
                <a:latin typeface="Calibri"/>
                <a:cs typeface="Calibri"/>
              </a:rPr>
              <a:t>le</a:t>
            </a:r>
            <a:r>
              <a:rPr sz="1800" spc="-5" dirty="0">
                <a:solidFill>
                  <a:srgbClr val="404040"/>
                </a:solidFill>
                <a:latin typeface="Calibri"/>
                <a:cs typeface="Calibri"/>
              </a:rPr>
              <a:t> </a:t>
            </a:r>
            <a:r>
              <a:rPr sz="1800" spc="-30" dirty="0">
                <a:solidFill>
                  <a:srgbClr val="404040"/>
                </a:solidFill>
                <a:latin typeface="Calibri"/>
                <a:cs typeface="Calibri"/>
              </a:rPr>
              <a:t>mot</a:t>
            </a:r>
            <a:r>
              <a:rPr sz="1800" spc="85" dirty="0">
                <a:solidFill>
                  <a:srgbClr val="404040"/>
                </a:solidFill>
                <a:latin typeface="Calibri"/>
                <a:cs typeface="Calibri"/>
              </a:rPr>
              <a:t> </a:t>
            </a:r>
            <a:r>
              <a:rPr sz="1800" spc="5" dirty="0">
                <a:solidFill>
                  <a:srgbClr val="404040"/>
                </a:solidFill>
                <a:latin typeface="Calibri"/>
                <a:cs typeface="Calibri"/>
              </a:rPr>
              <a:t>clef</a:t>
            </a:r>
            <a:r>
              <a:rPr sz="1800" spc="-60" dirty="0">
                <a:solidFill>
                  <a:srgbClr val="404040"/>
                </a:solidFill>
                <a:latin typeface="Calibri"/>
                <a:cs typeface="Calibri"/>
              </a:rPr>
              <a:t> </a:t>
            </a:r>
            <a:r>
              <a:rPr sz="1800" dirty="0">
                <a:solidFill>
                  <a:srgbClr val="404040"/>
                </a:solidFill>
                <a:latin typeface="Calibri"/>
                <a:cs typeface="Calibri"/>
              </a:rPr>
              <a:t>«</a:t>
            </a:r>
            <a:r>
              <a:rPr sz="1800" spc="55" dirty="0">
                <a:solidFill>
                  <a:srgbClr val="404040"/>
                </a:solidFill>
                <a:latin typeface="Calibri"/>
                <a:cs typeface="Calibri"/>
              </a:rPr>
              <a:t> </a:t>
            </a:r>
            <a:r>
              <a:rPr sz="1800" spc="-5" dirty="0">
                <a:solidFill>
                  <a:srgbClr val="404040"/>
                </a:solidFill>
                <a:latin typeface="Calibri"/>
                <a:cs typeface="Calibri"/>
              </a:rPr>
              <a:t>extend</a:t>
            </a:r>
            <a:r>
              <a:rPr sz="1800" spc="-55" dirty="0">
                <a:solidFill>
                  <a:srgbClr val="404040"/>
                </a:solidFill>
                <a:latin typeface="Calibri"/>
                <a:cs typeface="Calibri"/>
              </a:rPr>
              <a:t> </a:t>
            </a:r>
            <a:r>
              <a:rPr sz="1800" spc="-25" dirty="0">
                <a:solidFill>
                  <a:srgbClr val="404040"/>
                </a:solidFill>
                <a:latin typeface="Calibri"/>
                <a:cs typeface="Calibri"/>
              </a:rPr>
              <a:t>».</a:t>
            </a:r>
            <a:endParaRPr sz="1800" dirty="0">
              <a:latin typeface="Calibri"/>
              <a:cs typeface="Calibri"/>
            </a:endParaRPr>
          </a:p>
        </p:txBody>
      </p:sp>
      <p:grpSp>
        <p:nvGrpSpPr>
          <p:cNvPr id="4" name="object 4"/>
          <p:cNvGrpSpPr/>
          <p:nvPr/>
        </p:nvGrpSpPr>
        <p:grpSpPr>
          <a:xfrm>
            <a:off x="2203450" y="4439286"/>
            <a:ext cx="7712075" cy="1885314"/>
            <a:chOff x="2203450" y="4289520"/>
            <a:chExt cx="7712075" cy="1885314"/>
          </a:xfrm>
        </p:grpSpPr>
        <p:pic>
          <p:nvPicPr>
            <p:cNvPr id="5" name="object 5"/>
            <p:cNvPicPr/>
            <p:nvPr/>
          </p:nvPicPr>
          <p:blipFill>
            <a:blip r:embed="rId2" cstate="print"/>
            <a:stretch>
              <a:fillRect/>
            </a:stretch>
          </p:blipFill>
          <p:spPr>
            <a:xfrm>
              <a:off x="3896511" y="4289520"/>
              <a:ext cx="4476465" cy="1885275"/>
            </a:xfrm>
            <a:prstGeom prst="rect">
              <a:avLst/>
            </a:prstGeom>
          </p:spPr>
        </p:pic>
        <p:sp>
          <p:nvSpPr>
            <p:cNvPr id="6" name="object 6"/>
            <p:cNvSpPr/>
            <p:nvPr/>
          </p:nvSpPr>
          <p:spPr>
            <a:xfrm>
              <a:off x="2203450" y="4630178"/>
              <a:ext cx="7712075" cy="215265"/>
            </a:xfrm>
            <a:custGeom>
              <a:avLst/>
              <a:gdLst/>
              <a:ahLst/>
              <a:cxnLst/>
              <a:rect l="l" t="t" r="r" b="b"/>
              <a:pathLst>
                <a:path w="7712075" h="215264">
                  <a:moveTo>
                    <a:pt x="3108985" y="176771"/>
                  </a:moveTo>
                  <a:lnTo>
                    <a:pt x="3032785" y="138671"/>
                  </a:lnTo>
                  <a:lnTo>
                    <a:pt x="3032785" y="170421"/>
                  </a:lnTo>
                  <a:lnTo>
                    <a:pt x="0" y="170434"/>
                  </a:lnTo>
                  <a:lnTo>
                    <a:pt x="0" y="183134"/>
                  </a:lnTo>
                  <a:lnTo>
                    <a:pt x="3032785" y="183121"/>
                  </a:lnTo>
                  <a:lnTo>
                    <a:pt x="3032785" y="214871"/>
                  </a:lnTo>
                  <a:lnTo>
                    <a:pt x="3108985" y="176771"/>
                  </a:lnTo>
                  <a:close/>
                </a:path>
                <a:path w="7712075" h="215264">
                  <a:moveTo>
                    <a:pt x="7711821" y="76898"/>
                  </a:moveTo>
                  <a:lnTo>
                    <a:pt x="4343476" y="31750"/>
                  </a:lnTo>
                  <a:lnTo>
                    <a:pt x="4343895" y="0"/>
                  </a:lnTo>
                  <a:lnTo>
                    <a:pt x="4267200" y="37071"/>
                  </a:lnTo>
                  <a:lnTo>
                    <a:pt x="4342879" y="76200"/>
                  </a:lnTo>
                  <a:lnTo>
                    <a:pt x="4343298" y="44450"/>
                  </a:lnTo>
                  <a:lnTo>
                    <a:pt x="7711656" y="89598"/>
                  </a:lnTo>
                  <a:lnTo>
                    <a:pt x="7711821" y="76898"/>
                  </a:lnTo>
                  <a:close/>
                </a:path>
              </a:pathLst>
            </a:custGeom>
            <a:solidFill>
              <a:srgbClr val="E48312"/>
            </a:solidFill>
          </p:spPr>
          <p:txBody>
            <a:bodyPr wrap="square" lIns="0" tIns="0" rIns="0" bIns="0" rtlCol="0"/>
            <a:lstStyle/>
            <a:p>
              <a:endParaRPr/>
            </a:p>
          </p:txBody>
        </p:sp>
      </p:grpSp>
      <p:sp>
        <p:nvSpPr>
          <p:cNvPr id="7" name="object 7"/>
          <p:cNvSpPr txBox="1"/>
          <p:nvPr/>
        </p:nvSpPr>
        <p:spPr>
          <a:xfrm>
            <a:off x="1481066" y="4833525"/>
            <a:ext cx="614045" cy="208279"/>
          </a:xfrm>
          <a:prstGeom prst="rect">
            <a:avLst/>
          </a:prstGeom>
        </p:spPr>
        <p:txBody>
          <a:bodyPr vert="horz" wrap="square" lIns="0" tIns="12700" rIns="0" bIns="0" rtlCol="0">
            <a:spAutoFit/>
          </a:bodyPr>
          <a:lstStyle/>
          <a:p>
            <a:pPr marL="12700">
              <a:lnSpc>
                <a:spcPct val="100000"/>
              </a:lnSpc>
              <a:spcBef>
                <a:spcPts val="100"/>
              </a:spcBef>
            </a:pPr>
            <a:r>
              <a:rPr sz="1200" spc="-20" dirty="0">
                <a:latin typeface="Calibri"/>
                <a:cs typeface="Calibri"/>
              </a:rPr>
              <a:t>Condition</a:t>
            </a:r>
            <a:endParaRPr sz="1200">
              <a:latin typeface="Calibri"/>
              <a:cs typeface="Calibri"/>
            </a:endParaRPr>
          </a:p>
        </p:txBody>
      </p:sp>
      <p:sp>
        <p:nvSpPr>
          <p:cNvPr id="8" name="object 8"/>
          <p:cNvSpPr txBox="1"/>
          <p:nvPr/>
        </p:nvSpPr>
        <p:spPr>
          <a:xfrm>
            <a:off x="9989395" y="4741193"/>
            <a:ext cx="1147445" cy="208279"/>
          </a:xfrm>
          <a:prstGeom prst="rect">
            <a:avLst/>
          </a:prstGeom>
        </p:spPr>
        <p:txBody>
          <a:bodyPr vert="horz" wrap="square" lIns="0" tIns="12700" rIns="0" bIns="0" rtlCol="0">
            <a:spAutoFit/>
          </a:bodyPr>
          <a:lstStyle/>
          <a:p>
            <a:pPr marL="12700">
              <a:lnSpc>
                <a:spcPct val="100000"/>
              </a:lnSpc>
              <a:spcBef>
                <a:spcPts val="100"/>
              </a:spcBef>
            </a:pPr>
            <a:r>
              <a:rPr sz="1200" spc="-15" dirty="0">
                <a:latin typeface="Calibri"/>
                <a:cs typeface="Calibri"/>
              </a:rPr>
              <a:t>Points</a:t>
            </a:r>
            <a:r>
              <a:rPr sz="1200" spc="20" dirty="0">
                <a:latin typeface="Calibri"/>
                <a:cs typeface="Calibri"/>
              </a:rPr>
              <a:t> </a:t>
            </a:r>
            <a:r>
              <a:rPr sz="1200" spc="-20" dirty="0">
                <a:latin typeface="Calibri"/>
                <a:cs typeface="Calibri"/>
              </a:rPr>
              <a:t>d’extension</a:t>
            </a:r>
            <a:endParaRPr sz="1200">
              <a:latin typeface="Calibri"/>
              <a:cs typeface="Calibri"/>
            </a:endParaRPr>
          </a:p>
        </p:txBody>
      </p:sp>
      <p:sp>
        <p:nvSpPr>
          <p:cNvPr id="10" name="object 2"/>
          <p:cNvSpPr txBox="1">
            <a:spLocks noGrp="1"/>
          </p:cNvSpPr>
          <p:nvPr>
            <p:ph type="title"/>
          </p:nvPr>
        </p:nvSpPr>
        <p:spPr>
          <a:xfrm>
            <a:off x="1143000" y="720266"/>
            <a:ext cx="8458200" cy="751488"/>
          </a:xfrm>
          <a:prstGeom prst="rect">
            <a:avLst/>
          </a:prstGeom>
        </p:spPr>
        <p:txBody>
          <a:bodyPr vert="horz" wrap="square" lIns="0" tIns="12700" rIns="0" bIns="0" rtlCol="0">
            <a:spAutoFit/>
          </a:bodyPr>
          <a:lstStyle/>
          <a:p>
            <a:pPr marL="12700">
              <a:lnSpc>
                <a:spcPct val="100000"/>
              </a:lnSpc>
              <a:spcBef>
                <a:spcPts val="100"/>
              </a:spcBef>
            </a:pPr>
            <a:r>
              <a:rPr spc="-110" dirty="0"/>
              <a:t>L’</a:t>
            </a:r>
            <a:r>
              <a:rPr lang="fr-FR" spc="-110" dirty="0" err="1"/>
              <a:t>exc</a:t>
            </a:r>
            <a:r>
              <a:rPr spc="-110" dirty="0" err="1"/>
              <a:t>lusion</a:t>
            </a:r>
            <a:r>
              <a:rPr spc="195" dirty="0"/>
              <a:t> </a:t>
            </a:r>
            <a:r>
              <a:rPr spc="-60" dirty="0"/>
              <a:t>des</a:t>
            </a:r>
            <a:r>
              <a:rPr spc="40" dirty="0"/>
              <a:t> </a:t>
            </a:r>
            <a:r>
              <a:rPr lang="fr-FR" spc="40" dirty="0"/>
              <a:t>diagramme </a:t>
            </a:r>
            <a:r>
              <a:rPr spc="-45" dirty="0">
                <a:solidFill>
                  <a:schemeClr val="accent1"/>
                </a:solidFill>
              </a:rPr>
              <a:t>CUs</a:t>
            </a:r>
          </a:p>
        </p:txBody>
      </p:sp>
    </p:spTree>
    <p:extLst>
      <p:ext uri="{BB962C8B-B14F-4D97-AF65-F5344CB8AC3E}">
        <p14:creationId xmlns:p14="http://schemas.microsoft.com/office/powerpoint/2010/main" val="9865868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019" y="309020"/>
            <a:ext cx="6270625" cy="756920"/>
          </a:xfrm>
          <a:prstGeom prst="rect">
            <a:avLst/>
          </a:prstGeom>
        </p:spPr>
        <p:txBody>
          <a:bodyPr vert="horz" wrap="square" lIns="0" tIns="12700" rIns="0" bIns="0" rtlCol="0">
            <a:spAutoFit/>
          </a:bodyPr>
          <a:lstStyle/>
          <a:p>
            <a:pPr marL="12700">
              <a:lnSpc>
                <a:spcPct val="100000"/>
              </a:lnSpc>
              <a:spcBef>
                <a:spcPts val="100"/>
              </a:spcBef>
            </a:pPr>
            <a:r>
              <a:rPr spc="-100" dirty="0"/>
              <a:t>Points</a:t>
            </a:r>
            <a:r>
              <a:rPr spc="55" dirty="0"/>
              <a:t> </a:t>
            </a:r>
            <a:r>
              <a:rPr spc="-125" dirty="0"/>
              <a:t>d’extension</a:t>
            </a:r>
            <a:r>
              <a:rPr spc="310" dirty="0"/>
              <a:t> </a:t>
            </a:r>
            <a:r>
              <a:rPr spc="-40" dirty="0"/>
              <a:t>et</a:t>
            </a:r>
            <a:r>
              <a:rPr spc="-65" dirty="0"/>
              <a:t> </a:t>
            </a:r>
            <a:r>
              <a:rPr spc="-80" dirty="0"/>
              <a:t>états</a:t>
            </a:r>
          </a:p>
        </p:txBody>
      </p:sp>
      <p:sp>
        <p:nvSpPr>
          <p:cNvPr id="3" name="object 3"/>
          <p:cNvSpPr txBox="1"/>
          <p:nvPr/>
        </p:nvSpPr>
        <p:spPr>
          <a:xfrm>
            <a:off x="1084580" y="1379945"/>
            <a:ext cx="5866765" cy="330200"/>
          </a:xfrm>
          <a:prstGeom prst="rect">
            <a:avLst/>
          </a:prstGeom>
        </p:spPr>
        <p:txBody>
          <a:bodyPr vert="horz" wrap="square" lIns="0" tIns="12700" rIns="0" bIns="0" rtlCol="0">
            <a:spAutoFit/>
          </a:bodyPr>
          <a:lstStyle/>
          <a:p>
            <a:pPr marL="241300" indent="-228600">
              <a:lnSpc>
                <a:spcPct val="100000"/>
              </a:lnSpc>
              <a:spcBef>
                <a:spcPts val="100"/>
              </a:spcBef>
              <a:buClr>
                <a:srgbClr val="E48312"/>
              </a:buClr>
              <a:buSzPct val="95000"/>
              <a:buFont typeface="Wingdings"/>
              <a:buChar char=""/>
              <a:tabLst>
                <a:tab pos="241300" algn="l"/>
              </a:tabLst>
            </a:pPr>
            <a:r>
              <a:rPr sz="2000" spc="-45" dirty="0">
                <a:solidFill>
                  <a:srgbClr val="404040"/>
                </a:solidFill>
                <a:latin typeface="Calibri"/>
                <a:cs typeface="Calibri"/>
              </a:rPr>
              <a:t>L</a:t>
            </a:r>
            <a:r>
              <a:rPr sz="2000" dirty="0">
                <a:solidFill>
                  <a:srgbClr val="404040"/>
                </a:solidFill>
                <a:latin typeface="Calibri"/>
                <a:cs typeface="Calibri"/>
              </a:rPr>
              <a:t>es</a:t>
            </a:r>
            <a:r>
              <a:rPr sz="2000" spc="65" dirty="0">
                <a:solidFill>
                  <a:srgbClr val="404040"/>
                </a:solidFill>
                <a:latin typeface="Calibri"/>
                <a:cs typeface="Calibri"/>
              </a:rPr>
              <a:t> </a:t>
            </a:r>
            <a:r>
              <a:rPr sz="2000" spc="45" dirty="0">
                <a:solidFill>
                  <a:srgbClr val="404040"/>
                </a:solidFill>
                <a:latin typeface="Calibri"/>
                <a:cs typeface="Calibri"/>
              </a:rPr>
              <a:t>po</a:t>
            </a:r>
            <a:r>
              <a:rPr sz="2000" spc="40" dirty="0">
                <a:solidFill>
                  <a:srgbClr val="404040"/>
                </a:solidFill>
                <a:latin typeface="Calibri"/>
                <a:cs typeface="Calibri"/>
              </a:rPr>
              <a:t>i</a:t>
            </a:r>
            <a:r>
              <a:rPr sz="2000" spc="45" dirty="0">
                <a:solidFill>
                  <a:srgbClr val="404040"/>
                </a:solidFill>
                <a:latin typeface="Calibri"/>
                <a:cs typeface="Calibri"/>
              </a:rPr>
              <a:t>n</a:t>
            </a:r>
            <a:r>
              <a:rPr sz="2000" spc="30" dirty="0">
                <a:solidFill>
                  <a:srgbClr val="404040"/>
                </a:solidFill>
                <a:latin typeface="Calibri"/>
                <a:cs typeface="Calibri"/>
              </a:rPr>
              <a:t>t</a:t>
            </a:r>
            <a:r>
              <a:rPr sz="2000" dirty="0">
                <a:solidFill>
                  <a:srgbClr val="404040"/>
                </a:solidFill>
                <a:latin typeface="Calibri"/>
                <a:cs typeface="Calibri"/>
              </a:rPr>
              <a:t>s</a:t>
            </a:r>
            <a:r>
              <a:rPr sz="2000" spc="-135" dirty="0">
                <a:solidFill>
                  <a:srgbClr val="404040"/>
                </a:solidFill>
                <a:latin typeface="Calibri"/>
                <a:cs typeface="Calibri"/>
              </a:rPr>
              <a:t> </a:t>
            </a:r>
            <a:r>
              <a:rPr sz="2000" spc="45" dirty="0">
                <a:solidFill>
                  <a:srgbClr val="404040"/>
                </a:solidFill>
                <a:latin typeface="Calibri"/>
                <a:cs typeface="Calibri"/>
              </a:rPr>
              <a:t>d</a:t>
            </a:r>
            <a:r>
              <a:rPr sz="2000" spc="-100" dirty="0">
                <a:solidFill>
                  <a:srgbClr val="404040"/>
                </a:solidFill>
                <a:latin typeface="Calibri"/>
                <a:cs typeface="Calibri"/>
              </a:rPr>
              <a:t>’</a:t>
            </a:r>
            <a:r>
              <a:rPr sz="2000" dirty="0">
                <a:solidFill>
                  <a:srgbClr val="404040"/>
                </a:solidFill>
                <a:latin typeface="Calibri"/>
                <a:cs typeface="Calibri"/>
              </a:rPr>
              <a:t>e</a:t>
            </a:r>
            <a:r>
              <a:rPr sz="2000" spc="30" dirty="0">
                <a:solidFill>
                  <a:srgbClr val="404040"/>
                </a:solidFill>
                <a:latin typeface="Calibri"/>
                <a:cs typeface="Calibri"/>
              </a:rPr>
              <a:t>xt</a:t>
            </a:r>
            <a:r>
              <a:rPr sz="2000" dirty="0">
                <a:solidFill>
                  <a:srgbClr val="404040"/>
                </a:solidFill>
                <a:latin typeface="Calibri"/>
                <a:cs typeface="Calibri"/>
              </a:rPr>
              <a:t>e</a:t>
            </a:r>
            <a:r>
              <a:rPr sz="2000" spc="-55" dirty="0">
                <a:solidFill>
                  <a:srgbClr val="404040"/>
                </a:solidFill>
                <a:latin typeface="Calibri"/>
                <a:cs typeface="Calibri"/>
              </a:rPr>
              <a:t>n</a:t>
            </a:r>
            <a:r>
              <a:rPr sz="2000" spc="15" dirty="0">
                <a:solidFill>
                  <a:srgbClr val="404040"/>
                </a:solidFill>
                <a:latin typeface="Calibri"/>
                <a:cs typeface="Calibri"/>
              </a:rPr>
              <a:t>s</a:t>
            </a:r>
            <a:r>
              <a:rPr sz="2000" spc="40" dirty="0">
                <a:solidFill>
                  <a:srgbClr val="404040"/>
                </a:solidFill>
                <a:latin typeface="Calibri"/>
                <a:cs typeface="Calibri"/>
              </a:rPr>
              <a:t>i</a:t>
            </a:r>
            <a:r>
              <a:rPr sz="2000" spc="-55" dirty="0">
                <a:solidFill>
                  <a:srgbClr val="404040"/>
                </a:solidFill>
                <a:latin typeface="Calibri"/>
                <a:cs typeface="Calibri"/>
              </a:rPr>
              <a:t>o</a:t>
            </a:r>
            <a:r>
              <a:rPr sz="2000" dirty="0">
                <a:solidFill>
                  <a:srgbClr val="404040"/>
                </a:solidFill>
                <a:latin typeface="Calibri"/>
                <a:cs typeface="Calibri"/>
              </a:rPr>
              <a:t>n</a:t>
            </a:r>
            <a:r>
              <a:rPr sz="2000" spc="-105" dirty="0">
                <a:solidFill>
                  <a:srgbClr val="404040"/>
                </a:solidFill>
                <a:latin typeface="Calibri"/>
                <a:cs typeface="Calibri"/>
              </a:rPr>
              <a:t> </a:t>
            </a:r>
            <a:r>
              <a:rPr sz="2000" spc="15" dirty="0">
                <a:solidFill>
                  <a:srgbClr val="404040"/>
                </a:solidFill>
                <a:latin typeface="Calibri"/>
                <a:cs typeface="Calibri"/>
              </a:rPr>
              <a:t>s</a:t>
            </a:r>
            <a:r>
              <a:rPr sz="2000" spc="45" dirty="0">
                <a:solidFill>
                  <a:srgbClr val="404040"/>
                </a:solidFill>
                <a:latin typeface="Calibri"/>
                <a:cs typeface="Calibri"/>
              </a:rPr>
              <a:t>on</a:t>
            </a:r>
            <a:r>
              <a:rPr sz="2000" dirty="0">
                <a:solidFill>
                  <a:srgbClr val="404040"/>
                </a:solidFill>
                <a:latin typeface="Calibri"/>
                <a:cs typeface="Calibri"/>
              </a:rPr>
              <a:t>t</a:t>
            </a:r>
            <a:r>
              <a:rPr sz="2000" spc="-125" dirty="0">
                <a:solidFill>
                  <a:srgbClr val="404040"/>
                </a:solidFill>
                <a:latin typeface="Calibri"/>
                <a:cs typeface="Calibri"/>
              </a:rPr>
              <a:t> </a:t>
            </a:r>
            <a:r>
              <a:rPr sz="2000" spc="45" dirty="0">
                <a:solidFill>
                  <a:srgbClr val="404040"/>
                </a:solidFill>
                <a:latin typeface="Calibri"/>
                <a:cs typeface="Calibri"/>
              </a:rPr>
              <a:t>d</a:t>
            </a:r>
            <a:r>
              <a:rPr sz="2000" dirty="0">
                <a:solidFill>
                  <a:srgbClr val="404040"/>
                </a:solidFill>
                <a:latin typeface="Calibri"/>
                <a:cs typeface="Calibri"/>
              </a:rPr>
              <a:t>é</a:t>
            </a:r>
            <a:r>
              <a:rPr sz="2000" spc="-15" dirty="0">
                <a:solidFill>
                  <a:srgbClr val="404040"/>
                </a:solidFill>
                <a:latin typeface="Calibri"/>
                <a:cs typeface="Calibri"/>
              </a:rPr>
              <a:t>f</a:t>
            </a:r>
            <a:r>
              <a:rPr sz="2000" spc="40" dirty="0">
                <a:solidFill>
                  <a:srgbClr val="404040"/>
                </a:solidFill>
                <a:latin typeface="Calibri"/>
                <a:cs typeface="Calibri"/>
              </a:rPr>
              <a:t>i</a:t>
            </a:r>
            <a:r>
              <a:rPr sz="2000" spc="45" dirty="0">
                <a:solidFill>
                  <a:srgbClr val="404040"/>
                </a:solidFill>
                <a:latin typeface="Calibri"/>
                <a:cs typeface="Calibri"/>
              </a:rPr>
              <a:t>n</a:t>
            </a:r>
            <a:r>
              <a:rPr sz="2000" spc="40" dirty="0">
                <a:solidFill>
                  <a:srgbClr val="404040"/>
                </a:solidFill>
                <a:latin typeface="Calibri"/>
                <a:cs typeface="Calibri"/>
              </a:rPr>
              <a:t>i</a:t>
            </a:r>
            <a:r>
              <a:rPr sz="2000" dirty="0">
                <a:solidFill>
                  <a:srgbClr val="404040"/>
                </a:solidFill>
                <a:latin typeface="Calibri"/>
                <a:cs typeface="Calibri"/>
              </a:rPr>
              <a:t>s</a:t>
            </a:r>
            <a:r>
              <a:rPr sz="2000" spc="-235" dirty="0">
                <a:solidFill>
                  <a:srgbClr val="404040"/>
                </a:solidFill>
                <a:latin typeface="Calibri"/>
                <a:cs typeface="Calibri"/>
              </a:rPr>
              <a:t> </a:t>
            </a:r>
            <a:r>
              <a:rPr sz="2000" spc="45" dirty="0">
                <a:solidFill>
                  <a:srgbClr val="404040"/>
                </a:solidFill>
                <a:latin typeface="Calibri"/>
                <a:cs typeface="Calibri"/>
              </a:rPr>
              <a:t>pou</a:t>
            </a:r>
            <a:r>
              <a:rPr sz="2000" dirty="0">
                <a:solidFill>
                  <a:srgbClr val="404040"/>
                </a:solidFill>
                <a:latin typeface="Calibri"/>
                <a:cs typeface="Calibri"/>
              </a:rPr>
              <a:t>r</a:t>
            </a:r>
            <a:r>
              <a:rPr sz="2000" spc="-150" dirty="0">
                <a:solidFill>
                  <a:srgbClr val="404040"/>
                </a:solidFill>
                <a:latin typeface="Calibri"/>
                <a:cs typeface="Calibri"/>
              </a:rPr>
              <a:t> </a:t>
            </a:r>
            <a:r>
              <a:rPr sz="2000" spc="45" dirty="0">
                <a:solidFill>
                  <a:srgbClr val="404040"/>
                </a:solidFill>
                <a:latin typeface="Calibri"/>
                <a:cs typeface="Calibri"/>
              </a:rPr>
              <a:t>u</a:t>
            </a:r>
            <a:r>
              <a:rPr sz="2000" dirty="0">
                <a:solidFill>
                  <a:srgbClr val="404040"/>
                </a:solidFill>
                <a:latin typeface="Calibri"/>
                <a:cs typeface="Calibri"/>
              </a:rPr>
              <a:t>n</a:t>
            </a:r>
            <a:r>
              <a:rPr sz="2000" spc="-105" dirty="0">
                <a:solidFill>
                  <a:srgbClr val="404040"/>
                </a:solidFill>
                <a:latin typeface="Calibri"/>
                <a:cs typeface="Calibri"/>
              </a:rPr>
              <a:t> </a:t>
            </a:r>
            <a:r>
              <a:rPr sz="2000" dirty="0">
                <a:solidFill>
                  <a:srgbClr val="404040"/>
                </a:solidFill>
                <a:latin typeface="Calibri"/>
                <a:cs typeface="Calibri"/>
              </a:rPr>
              <a:t>é</a:t>
            </a:r>
            <a:r>
              <a:rPr sz="2000" spc="30" dirty="0">
                <a:solidFill>
                  <a:srgbClr val="404040"/>
                </a:solidFill>
                <a:latin typeface="Calibri"/>
                <a:cs typeface="Calibri"/>
              </a:rPr>
              <a:t>t</a:t>
            </a:r>
            <a:r>
              <a:rPr sz="2000" spc="40" dirty="0">
                <a:solidFill>
                  <a:srgbClr val="404040"/>
                </a:solidFill>
                <a:latin typeface="Calibri"/>
                <a:cs typeface="Calibri"/>
              </a:rPr>
              <a:t>a</a:t>
            </a:r>
            <a:r>
              <a:rPr sz="2000" dirty="0">
                <a:solidFill>
                  <a:srgbClr val="404040"/>
                </a:solidFill>
                <a:latin typeface="Calibri"/>
                <a:cs typeface="Calibri"/>
              </a:rPr>
              <a:t>t</a:t>
            </a:r>
            <a:r>
              <a:rPr sz="2000" spc="-125" dirty="0">
                <a:solidFill>
                  <a:srgbClr val="404040"/>
                </a:solidFill>
                <a:latin typeface="Calibri"/>
                <a:cs typeface="Calibri"/>
              </a:rPr>
              <a:t> </a:t>
            </a:r>
            <a:r>
              <a:rPr sz="2000" spc="45" dirty="0">
                <a:solidFill>
                  <a:srgbClr val="404040"/>
                </a:solidFill>
                <a:latin typeface="Calibri"/>
                <a:cs typeface="Calibri"/>
              </a:rPr>
              <a:t>donn</a:t>
            </a:r>
            <a:r>
              <a:rPr sz="2000" dirty="0">
                <a:solidFill>
                  <a:srgbClr val="404040"/>
                </a:solidFill>
                <a:latin typeface="Calibri"/>
                <a:cs typeface="Calibri"/>
              </a:rPr>
              <a:t>é</a:t>
            </a:r>
            <a:endParaRPr sz="2000">
              <a:latin typeface="Calibri"/>
              <a:cs typeface="Calibri"/>
            </a:endParaRPr>
          </a:p>
        </p:txBody>
      </p:sp>
      <p:pic>
        <p:nvPicPr>
          <p:cNvPr id="4" name="object 4"/>
          <p:cNvPicPr/>
          <p:nvPr/>
        </p:nvPicPr>
        <p:blipFill>
          <a:blip r:embed="rId2" cstate="print"/>
          <a:stretch>
            <a:fillRect/>
          </a:stretch>
        </p:blipFill>
        <p:spPr>
          <a:xfrm>
            <a:off x="4114800" y="1968500"/>
            <a:ext cx="4630716" cy="4267199"/>
          </a:xfrm>
          <a:prstGeom prst="rect">
            <a:avLst/>
          </a:prstGeom>
        </p:spPr>
      </p:pic>
    </p:spTree>
    <p:extLst>
      <p:ext uri="{BB962C8B-B14F-4D97-AF65-F5344CB8AC3E}">
        <p14:creationId xmlns:p14="http://schemas.microsoft.com/office/powerpoint/2010/main" val="7029759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43000" y="718820"/>
            <a:ext cx="6448425" cy="756920"/>
          </a:xfrm>
          <a:prstGeom prst="rect">
            <a:avLst/>
          </a:prstGeom>
        </p:spPr>
        <p:txBody>
          <a:bodyPr vert="horz" wrap="square" lIns="0" tIns="12700" rIns="0" bIns="0" rtlCol="0">
            <a:spAutoFit/>
          </a:bodyPr>
          <a:lstStyle/>
          <a:p>
            <a:pPr marL="12700">
              <a:lnSpc>
                <a:spcPct val="100000"/>
              </a:lnSpc>
              <a:spcBef>
                <a:spcPts val="100"/>
              </a:spcBef>
            </a:pPr>
            <a:r>
              <a:rPr spc="-110" dirty="0"/>
              <a:t>Systèmes</a:t>
            </a:r>
            <a:r>
              <a:rPr spc="220" dirty="0"/>
              <a:t> </a:t>
            </a:r>
            <a:r>
              <a:rPr spc="-35" dirty="0"/>
              <a:t>et</a:t>
            </a:r>
            <a:r>
              <a:rPr spc="-180" dirty="0"/>
              <a:t> </a:t>
            </a:r>
            <a:r>
              <a:rPr spc="-70" dirty="0"/>
              <a:t>Sous</a:t>
            </a:r>
            <a:r>
              <a:rPr spc="30" dirty="0"/>
              <a:t> </a:t>
            </a:r>
            <a:r>
              <a:rPr spc="-110" dirty="0"/>
              <a:t>Systèmes</a:t>
            </a:r>
          </a:p>
        </p:txBody>
      </p:sp>
      <p:sp>
        <p:nvSpPr>
          <p:cNvPr id="3" name="object 3"/>
          <p:cNvSpPr txBox="1"/>
          <p:nvPr/>
        </p:nvSpPr>
        <p:spPr>
          <a:xfrm>
            <a:off x="381000" y="2286000"/>
            <a:ext cx="6324600" cy="1603003"/>
          </a:xfrm>
          <a:prstGeom prst="rect">
            <a:avLst/>
          </a:prstGeom>
        </p:spPr>
        <p:txBody>
          <a:bodyPr vert="horz" wrap="square" lIns="0" tIns="40640" rIns="0" bIns="0" rtlCol="0">
            <a:spAutoFit/>
          </a:bodyPr>
          <a:lstStyle/>
          <a:p>
            <a:pPr marL="241300" indent="-228600">
              <a:lnSpc>
                <a:spcPct val="100000"/>
              </a:lnSpc>
              <a:spcBef>
                <a:spcPts val="320"/>
              </a:spcBef>
              <a:buClr>
                <a:srgbClr val="E48312"/>
              </a:buClr>
              <a:buSzPct val="95000"/>
              <a:buFont typeface="Wingdings"/>
              <a:buChar char=""/>
              <a:tabLst>
                <a:tab pos="241300" algn="l"/>
              </a:tabLst>
            </a:pPr>
            <a:r>
              <a:rPr sz="2000" spc="5" dirty="0">
                <a:solidFill>
                  <a:srgbClr val="404040"/>
                </a:solidFill>
                <a:latin typeface="Calibri"/>
                <a:cs typeface="Calibri"/>
              </a:rPr>
              <a:t>Un</a:t>
            </a:r>
            <a:r>
              <a:rPr sz="2000" spc="-5" dirty="0">
                <a:solidFill>
                  <a:srgbClr val="404040"/>
                </a:solidFill>
                <a:latin typeface="Calibri"/>
                <a:cs typeface="Calibri"/>
              </a:rPr>
              <a:t> </a:t>
            </a:r>
            <a:r>
              <a:rPr sz="2000" spc="10" dirty="0">
                <a:solidFill>
                  <a:srgbClr val="404040"/>
                </a:solidFill>
                <a:latin typeface="Calibri"/>
                <a:cs typeface="Calibri"/>
              </a:rPr>
              <a:t>diagramme</a:t>
            </a:r>
            <a:r>
              <a:rPr sz="2000" spc="-150" dirty="0">
                <a:solidFill>
                  <a:srgbClr val="404040"/>
                </a:solidFill>
                <a:latin typeface="Calibri"/>
                <a:cs typeface="Calibri"/>
              </a:rPr>
              <a:t> </a:t>
            </a:r>
            <a:r>
              <a:rPr sz="2000" spc="20" dirty="0">
                <a:solidFill>
                  <a:srgbClr val="404040"/>
                </a:solidFill>
                <a:latin typeface="Calibri"/>
                <a:cs typeface="Calibri"/>
              </a:rPr>
              <a:t>de</a:t>
            </a:r>
            <a:r>
              <a:rPr sz="2000" spc="-50" dirty="0">
                <a:solidFill>
                  <a:srgbClr val="404040"/>
                </a:solidFill>
                <a:latin typeface="Calibri"/>
                <a:cs typeface="Calibri"/>
              </a:rPr>
              <a:t> </a:t>
            </a:r>
            <a:r>
              <a:rPr sz="2000" spc="15" dirty="0">
                <a:solidFill>
                  <a:srgbClr val="404040"/>
                </a:solidFill>
                <a:latin typeface="Calibri"/>
                <a:cs typeface="Calibri"/>
              </a:rPr>
              <a:t>CU</a:t>
            </a:r>
            <a:r>
              <a:rPr sz="2000" spc="-35" dirty="0">
                <a:solidFill>
                  <a:srgbClr val="404040"/>
                </a:solidFill>
                <a:latin typeface="Calibri"/>
                <a:cs typeface="Calibri"/>
              </a:rPr>
              <a:t> </a:t>
            </a:r>
            <a:r>
              <a:rPr sz="2000" spc="5" dirty="0">
                <a:solidFill>
                  <a:srgbClr val="404040"/>
                </a:solidFill>
                <a:latin typeface="Calibri"/>
                <a:cs typeface="Calibri"/>
              </a:rPr>
              <a:t>permet</a:t>
            </a:r>
            <a:r>
              <a:rPr sz="2000" spc="-120" dirty="0">
                <a:solidFill>
                  <a:srgbClr val="404040"/>
                </a:solidFill>
                <a:latin typeface="Calibri"/>
                <a:cs typeface="Calibri"/>
              </a:rPr>
              <a:t> </a:t>
            </a:r>
            <a:r>
              <a:rPr sz="2000" spc="20" dirty="0">
                <a:solidFill>
                  <a:srgbClr val="404040"/>
                </a:solidFill>
                <a:latin typeface="Calibri"/>
                <a:cs typeface="Calibri"/>
              </a:rPr>
              <a:t>aussi</a:t>
            </a:r>
            <a:r>
              <a:rPr sz="2000" spc="-114" dirty="0">
                <a:solidFill>
                  <a:srgbClr val="404040"/>
                </a:solidFill>
                <a:latin typeface="Calibri"/>
                <a:cs typeface="Calibri"/>
              </a:rPr>
              <a:t> </a:t>
            </a:r>
            <a:r>
              <a:rPr sz="2000" spc="20" dirty="0">
                <a:solidFill>
                  <a:srgbClr val="404040"/>
                </a:solidFill>
                <a:latin typeface="Calibri"/>
                <a:cs typeface="Calibri"/>
              </a:rPr>
              <a:t>de</a:t>
            </a:r>
            <a:r>
              <a:rPr sz="2000" spc="-50" dirty="0">
                <a:solidFill>
                  <a:srgbClr val="404040"/>
                </a:solidFill>
                <a:latin typeface="Calibri"/>
                <a:cs typeface="Calibri"/>
              </a:rPr>
              <a:t> </a:t>
            </a:r>
            <a:r>
              <a:rPr sz="2000" spc="15" dirty="0" err="1">
                <a:solidFill>
                  <a:srgbClr val="404040"/>
                </a:solidFill>
                <a:latin typeface="Calibri"/>
                <a:cs typeface="Calibri"/>
              </a:rPr>
              <a:t>définir</a:t>
            </a:r>
            <a:r>
              <a:rPr sz="2000" spc="15" dirty="0">
                <a:solidFill>
                  <a:srgbClr val="404040"/>
                </a:solidFill>
                <a:latin typeface="Calibri"/>
                <a:cs typeface="Calibri"/>
              </a:rPr>
              <a:t>:</a:t>
            </a:r>
            <a:endParaRPr lang="fr-FR" sz="2000" spc="15" dirty="0">
              <a:solidFill>
                <a:srgbClr val="404040"/>
              </a:solidFill>
              <a:latin typeface="Calibri"/>
              <a:cs typeface="Calibri"/>
            </a:endParaRPr>
          </a:p>
          <a:p>
            <a:pPr marL="241300" indent="-228600">
              <a:lnSpc>
                <a:spcPct val="100000"/>
              </a:lnSpc>
              <a:spcBef>
                <a:spcPts val="320"/>
              </a:spcBef>
              <a:buClr>
                <a:srgbClr val="E48312"/>
              </a:buClr>
              <a:buSzPct val="95000"/>
              <a:buFont typeface="Wingdings"/>
              <a:buChar char=""/>
              <a:tabLst>
                <a:tab pos="241300" algn="l"/>
              </a:tabLst>
            </a:pPr>
            <a:endParaRPr sz="2000" dirty="0">
              <a:latin typeface="Calibri"/>
              <a:cs typeface="Calibri"/>
            </a:endParaRPr>
          </a:p>
          <a:p>
            <a:pPr marL="419734" lvl="1" indent="-204470">
              <a:lnSpc>
                <a:spcPct val="100000"/>
              </a:lnSpc>
              <a:spcBef>
                <a:spcPts val="200"/>
              </a:spcBef>
              <a:buClr>
                <a:srgbClr val="E48312"/>
              </a:buClr>
              <a:buSzPct val="94444"/>
              <a:buFont typeface="Wingdings"/>
              <a:buChar char=""/>
              <a:tabLst>
                <a:tab pos="420370" algn="l"/>
              </a:tabLst>
            </a:pPr>
            <a:r>
              <a:rPr sz="1800" spc="10" dirty="0">
                <a:solidFill>
                  <a:srgbClr val="404040"/>
                </a:solidFill>
                <a:latin typeface="Calibri"/>
                <a:cs typeface="Calibri"/>
              </a:rPr>
              <a:t>Les</a:t>
            </a:r>
            <a:r>
              <a:rPr sz="1800" spc="-15" dirty="0">
                <a:solidFill>
                  <a:srgbClr val="404040"/>
                </a:solidFill>
                <a:latin typeface="Calibri"/>
                <a:cs typeface="Calibri"/>
              </a:rPr>
              <a:t> </a:t>
            </a:r>
            <a:r>
              <a:rPr sz="1800" spc="-25" dirty="0">
                <a:solidFill>
                  <a:srgbClr val="404040"/>
                </a:solidFill>
                <a:latin typeface="Calibri"/>
                <a:cs typeface="Calibri"/>
              </a:rPr>
              <a:t>frontières</a:t>
            </a:r>
            <a:r>
              <a:rPr sz="1800" spc="85" dirty="0">
                <a:solidFill>
                  <a:srgbClr val="404040"/>
                </a:solidFill>
                <a:latin typeface="Calibri"/>
                <a:cs typeface="Calibri"/>
              </a:rPr>
              <a:t> </a:t>
            </a:r>
            <a:r>
              <a:rPr sz="1800" spc="-25" dirty="0">
                <a:solidFill>
                  <a:srgbClr val="404040"/>
                </a:solidFill>
                <a:latin typeface="Calibri"/>
                <a:cs typeface="Calibri"/>
              </a:rPr>
              <a:t>du</a:t>
            </a:r>
            <a:r>
              <a:rPr sz="1800" spc="50" dirty="0">
                <a:solidFill>
                  <a:srgbClr val="404040"/>
                </a:solidFill>
                <a:latin typeface="Calibri"/>
                <a:cs typeface="Calibri"/>
              </a:rPr>
              <a:t> </a:t>
            </a:r>
            <a:r>
              <a:rPr sz="1800" spc="-10" dirty="0">
                <a:solidFill>
                  <a:srgbClr val="404040"/>
                </a:solidFill>
                <a:latin typeface="Calibri"/>
                <a:cs typeface="Calibri"/>
              </a:rPr>
              <a:t>système:</a:t>
            </a:r>
            <a:r>
              <a:rPr sz="1800" spc="10" dirty="0">
                <a:solidFill>
                  <a:srgbClr val="404040"/>
                </a:solidFill>
                <a:latin typeface="Calibri"/>
                <a:cs typeface="Calibri"/>
              </a:rPr>
              <a:t> </a:t>
            </a:r>
            <a:r>
              <a:rPr sz="1800" spc="20" dirty="0">
                <a:solidFill>
                  <a:srgbClr val="404040"/>
                </a:solidFill>
                <a:latin typeface="Calibri"/>
                <a:cs typeface="Calibri"/>
              </a:rPr>
              <a:t>Ce</a:t>
            </a:r>
            <a:r>
              <a:rPr sz="1800" dirty="0">
                <a:solidFill>
                  <a:srgbClr val="404040"/>
                </a:solidFill>
                <a:latin typeface="Calibri"/>
                <a:cs typeface="Calibri"/>
              </a:rPr>
              <a:t> </a:t>
            </a:r>
            <a:r>
              <a:rPr sz="1800" spc="-35" dirty="0">
                <a:solidFill>
                  <a:srgbClr val="404040"/>
                </a:solidFill>
                <a:latin typeface="Calibri"/>
                <a:cs typeface="Calibri"/>
              </a:rPr>
              <a:t>qu’il</a:t>
            </a:r>
            <a:r>
              <a:rPr sz="1800" spc="180" dirty="0">
                <a:solidFill>
                  <a:srgbClr val="404040"/>
                </a:solidFill>
                <a:latin typeface="Calibri"/>
                <a:cs typeface="Calibri"/>
              </a:rPr>
              <a:t> </a:t>
            </a:r>
            <a:r>
              <a:rPr sz="1800" spc="-15" dirty="0">
                <a:solidFill>
                  <a:srgbClr val="404040"/>
                </a:solidFill>
                <a:latin typeface="Calibri"/>
                <a:cs typeface="Calibri"/>
              </a:rPr>
              <a:t>contient</a:t>
            </a:r>
            <a:r>
              <a:rPr sz="1800" spc="90" dirty="0">
                <a:solidFill>
                  <a:srgbClr val="404040"/>
                </a:solidFill>
                <a:latin typeface="Calibri"/>
                <a:cs typeface="Calibri"/>
              </a:rPr>
              <a:t> </a:t>
            </a:r>
            <a:r>
              <a:rPr sz="1800" dirty="0">
                <a:solidFill>
                  <a:srgbClr val="404040"/>
                </a:solidFill>
                <a:latin typeface="Calibri"/>
                <a:cs typeface="Calibri"/>
              </a:rPr>
              <a:t>et</a:t>
            </a:r>
            <a:r>
              <a:rPr sz="1800" spc="-10" dirty="0">
                <a:solidFill>
                  <a:srgbClr val="404040"/>
                </a:solidFill>
                <a:latin typeface="Calibri"/>
                <a:cs typeface="Calibri"/>
              </a:rPr>
              <a:t> </a:t>
            </a:r>
            <a:r>
              <a:rPr sz="1800" spc="15" dirty="0">
                <a:solidFill>
                  <a:srgbClr val="404040"/>
                </a:solidFill>
                <a:latin typeface="Calibri"/>
                <a:cs typeface="Calibri"/>
              </a:rPr>
              <a:t>ce</a:t>
            </a:r>
            <a:r>
              <a:rPr sz="1800" spc="-100" dirty="0">
                <a:solidFill>
                  <a:srgbClr val="404040"/>
                </a:solidFill>
                <a:latin typeface="Calibri"/>
                <a:cs typeface="Calibri"/>
              </a:rPr>
              <a:t> </a:t>
            </a:r>
            <a:r>
              <a:rPr sz="1800" spc="-35" dirty="0">
                <a:solidFill>
                  <a:srgbClr val="404040"/>
                </a:solidFill>
                <a:latin typeface="Calibri"/>
                <a:cs typeface="Calibri"/>
              </a:rPr>
              <a:t>qu’il</a:t>
            </a:r>
            <a:r>
              <a:rPr sz="1800" spc="180" dirty="0">
                <a:solidFill>
                  <a:srgbClr val="404040"/>
                </a:solidFill>
                <a:latin typeface="Calibri"/>
                <a:cs typeface="Calibri"/>
              </a:rPr>
              <a:t> </a:t>
            </a:r>
            <a:r>
              <a:rPr sz="1800" spc="-25" dirty="0">
                <a:solidFill>
                  <a:srgbClr val="404040"/>
                </a:solidFill>
                <a:latin typeface="Calibri"/>
                <a:cs typeface="Calibri"/>
              </a:rPr>
              <a:t>ne</a:t>
            </a:r>
            <a:r>
              <a:rPr sz="1800" spc="100" dirty="0">
                <a:solidFill>
                  <a:srgbClr val="404040"/>
                </a:solidFill>
                <a:latin typeface="Calibri"/>
                <a:cs typeface="Calibri"/>
              </a:rPr>
              <a:t> </a:t>
            </a:r>
            <a:r>
              <a:rPr sz="1800" spc="-15" dirty="0">
                <a:solidFill>
                  <a:srgbClr val="404040"/>
                </a:solidFill>
                <a:latin typeface="Calibri"/>
                <a:cs typeface="Calibri"/>
              </a:rPr>
              <a:t>contient</a:t>
            </a:r>
            <a:r>
              <a:rPr sz="1800" spc="85" dirty="0">
                <a:solidFill>
                  <a:srgbClr val="404040"/>
                </a:solidFill>
                <a:latin typeface="Calibri"/>
                <a:cs typeface="Calibri"/>
              </a:rPr>
              <a:t> </a:t>
            </a:r>
            <a:r>
              <a:rPr sz="1800" spc="-5" dirty="0">
                <a:solidFill>
                  <a:srgbClr val="404040"/>
                </a:solidFill>
                <a:latin typeface="Calibri"/>
                <a:cs typeface="Calibri"/>
              </a:rPr>
              <a:t>pas</a:t>
            </a:r>
            <a:endParaRPr sz="1800" dirty="0">
              <a:latin typeface="Calibri"/>
              <a:cs typeface="Calibri"/>
            </a:endParaRPr>
          </a:p>
          <a:p>
            <a:pPr marL="419734" lvl="1" indent="-204470">
              <a:lnSpc>
                <a:spcPct val="100000"/>
              </a:lnSpc>
              <a:spcBef>
                <a:spcPts val="440"/>
              </a:spcBef>
              <a:buClr>
                <a:srgbClr val="E48312"/>
              </a:buClr>
              <a:buSzPct val="94444"/>
              <a:buFont typeface="Wingdings"/>
              <a:buChar char=""/>
              <a:tabLst>
                <a:tab pos="420370" algn="l"/>
              </a:tabLst>
            </a:pPr>
            <a:r>
              <a:rPr sz="1800" spc="20" dirty="0">
                <a:solidFill>
                  <a:srgbClr val="404040"/>
                </a:solidFill>
                <a:latin typeface="Calibri"/>
                <a:cs typeface="Calibri"/>
              </a:rPr>
              <a:t>Le</a:t>
            </a:r>
            <a:r>
              <a:rPr sz="1800" spc="-25" dirty="0">
                <a:solidFill>
                  <a:srgbClr val="404040"/>
                </a:solidFill>
                <a:latin typeface="Calibri"/>
                <a:cs typeface="Calibri"/>
              </a:rPr>
              <a:t> </a:t>
            </a:r>
            <a:r>
              <a:rPr sz="1800" spc="-30" dirty="0">
                <a:solidFill>
                  <a:srgbClr val="404040"/>
                </a:solidFill>
                <a:latin typeface="Calibri"/>
                <a:cs typeface="Calibri"/>
              </a:rPr>
              <a:t>qui</a:t>
            </a:r>
            <a:r>
              <a:rPr sz="1800" spc="50" dirty="0">
                <a:solidFill>
                  <a:srgbClr val="404040"/>
                </a:solidFill>
                <a:latin typeface="Calibri"/>
                <a:cs typeface="Calibri"/>
              </a:rPr>
              <a:t> </a:t>
            </a:r>
            <a:r>
              <a:rPr sz="1800" spc="-10" dirty="0">
                <a:solidFill>
                  <a:srgbClr val="404040"/>
                </a:solidFill>
                <a:latin typeface="Calibri"/>
                <a:cs typeface="Calibri"/>
              </a:rPr>
              <a:t>fait</a:t>
            </a:r>
            <a:r>
              <a:rPr sz="1800" spc="-30" dirty="0">
                <a:solidFill>
                  <a:srgbClr val="404040"/>
                </a:solidFill>
                <a:latin typeface="Calibri"/>
                <a:cs typeface="Calibri"/>
              </a:rPr>
              <a:t> </a:t>
            </a:r>
            <a:r>
              <a:rPr sz="1800" spc="-35" dirty="0">
                <a:solidFill>
                  <a:srgbClr val="404040"/>
                </a:solidFill>
                <a:latin typeface="Calibri"/>
                <a:cs typeface="Calibri"/>
              </a:rPr>
              <a:t>quoi</a:t>
            </a:r>
            <a:endParaRPr sz="1800" dirty="0">
              <a:latin typeface="Calibri"/>
              <a:cs typeface="Calibri"/>
            </a:endParaRPr>
          </a:p>
        </p:txBody>
      </p:sp>
      <p:pic>
        <p:nvPicPr>
          <p:cNvPr id="4" name="object 4"/>
          <p:cNvPicPr/>
          <p:nvPr/>
        </p:nvPicPr>
        <p:blipFill>
          <a:blip r:embed="rId2" cstate="print"/>
          <a:stretch>
            <a:fillRect/>
          </a:stretch>
        </p:blipFill>
        <p:spPr>
          <a:xfrm>
            <a:off x="6477000" y="1981200"/>
            <a:ext cx="5486400" cy="4127499"/>
          </a:xfrm>
          <a:prstGeom prst="rect">
            <a:avLst/>
          </a:prstGeom>
        </p:spPr>
      </p:pic>
    </p:spTree>
    <p:extLst>
      <p:ext uri="{BB962C8B-B14F-4D97-AF65-F5344CB8AC3E}">
        <p14:creationId xmlns:p14="http://schemas.microsoft.com/office/powerpoint/2010/main" val="26167311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019" y="716280"/>
            <a:ext cx="2524125" cy="756920"/>
          </a:xfrm>
          <a:prstGeom prst="rect">
            <a:avLst/>
          </a:prstGeom>
        </p:spPr>
        <p:txBody>
          <a:bodyPr vert="horz" wrap="square" lIns="0" tIns="12700" rIns="0" bIns="0" rtlCol="0">
            <a:spAutoFit/>
          </a:bodyPr>
          <a:lstStyle/>
          <a:p>
            <a:pPr marL="12700">
              <a:lnSpc>
                <a:spcPct val="100000"/>
              </a:lnSpc>
              <a:spcBef>
                <a:spcPts val="100"/>
              </a:spcBef>
            </a:pPr>
            <a:r>
              <a:rPr spc="-100" dirty="0"/>
              <a:t>Paquetage</a:t>
            </a:r>
          </a:p>
        </p:txBody>
      </p:sp>
      <p:sp>
        <p:nvSpPr>
          <p:cNvPr id="3" name="object 3"/>
          <p:cNvSpPr txBox="1"/>
          <p:nvPr/>
        </p:nvSpPr>
        <p:spPr>
          <a:xfrm>
            <a:off x="1176019" y="2057400"/>
            <a:ext cx="3223895" cy="330200"/>
          </a:xfrm>
          <a:prstGeom prst="rect">
            <a:avLst/>
          </a:prstGeom>
        </p:spPr>
        <p:txBody>
          <a:bodyPr vert="horz" wrap="square" lIns="0" tIns="12700" rIns="0" bIns="0" rtlCol="0">
            <a:spAutoFit/>
          </a:bodyPr>
          <a:lstStyle/>
          <a:p>
            <a:pPr marL="241300" indent="-228600">
              <a:lnSpc>
                <a:spcPct val="100000"/>
              </a:lnSpc>
              <a:spcBef>
                <a:spcPts val="100"/>
              </a:spcBef>
              <a:buClr>
                <a:srgbClr val="E48312"/>
              </a:buClr>
              <a:buSzPct val="95000"/>
              <a:buFont typeface="Wingdings"/>
              <a:buChar char=""/>
              <a:tabLst>
                <a:tab pos="241300" algn="l"/>
              </a:tabLst>
            </a:pPr>
            <a:r>
              <a:rPr sz="2000" spc="-35" dirty="0">
                <a:solidFill>
                  <a:srgbClr val="404040"/>
                </a:solidFill>
                <a:latin typeface="Calibri"/>
                <a:cs typeface="Calibri"/>
              </a:rPr>
              <a:t>P</a:t>
            </a:r>
            <a:r>
              <a:rPr sz="2000" dirty="0">
                <a:solidFill>
                  <a:srgbClr val="404040"/>
                </a:solidFill>
                <a:latin typeface="Calibri"/>
                <a:cs typeface="Calibri"/>
              </a:rPr>
              <a:t>ermet</a:t>
            </a:r>
            <a:r>
              <a:rPr sz="2000" spc="-25" dirty="0">
                <a:solidFill>
                  <a:srgbClr val="404040"/>
                </a:solidFill>
                <a:latin typeface="Calibri"/>
                <a:cs typeface="Calibri"/>
              </a:rPr>
              <a:t> </a:t>
            </a:r>
            <a:r>
              <a:rPr sz="2000" spc="45" dirty="0">
                <a:solidFill>
                  <a:srgbClr val="404040"/>
                </a:solidFill>
                <a:latin typeface="Calibri"/>
                <a:cs typeface="Calibri"/>
              </a:rPr>
              <a:t>d</a:t>
            </a:r>
            <a:r>
              <a:rPr sz="2000" dirty="0">
                <a:solidFill>
                  <a:srgbClr val="404040"/>
                </a:solidFill>
                <a:latin typeface="Calibri"/>
                <a:cs typeface="Calibri"/>
              </a:rPr>
              <a:t>e</a:t>
            </a:r>
            <a:r>
              <a:rPr sz="2000" spc="-50" dirty="0">
                <a:solidFill>
                  <a:srgbClr val="404040"/>
                </a:solidFill>
                <a:latin typeface="Calibri"/>
                <a:cs typeface="Calibri"/>
              </a:rPr>
              <a:t> </a:t>
            </a:r>
            <a:r>
              <a:rPr sz="2000" dirty="0">
                <a:solidFill>
                  <a:srgbClr val="404040"/>
                </a:solidFill>
                <a:latin typeface="Calibri"/>
                <a:cs typeface="Calibri"/>
              </a:rPr>
              <a:t>re</a:t>
            </a:r>
            <a:r>
              <a:rPr sz="2000" spc="-45" dirty="0">
                <a:solidFill>
                  <a:srgbClr val="404040"/>
                </a:solidFill>
                <a:latin typeface="Calibri"/>
                <a:cs typeface="Calibri"/>
              </a:rPr>
              <a:t>g</a:t>
            </a:r>
            <a:r>
              <a:rPr sz="2000" dirty="0">
                <a:solidFill>
                  <a:srgbClr val="404040"/>
                </a:solidFill>
                <a:latin typeface="Calibri"/>
                <a:cs typeface="Calibri"/>
              </a:rPr>
              <a:t>r</a:t>
            </a:r>
            <a:r>
              <a:rPr sz="2000" spc="45" dirty="0">
                <a:solidFill>
                  <a:srgbClr val="404040"/>
                </a:solidFill>
                <a:latin typeface="Calibri"/>
                <a:cs typeface="Calibri"/>
              </a:rPr>
              <a:t>oup</a:t>
            </a:r>
            <a:r>
              <a:rPr sz="2000" dirty="0">
                <a:solidFill>
                  <a:srgbClr val="404040"/>
                </a:solidFill>
                <a:latin typeface="Calibri"/>
                <a:cs typeface="Calibri"/>
              </a:rPr>
              <a:t>er</a:t>
            </a:r>
            <a:r>
              <a:rPr sz="2000" spc="-150" dirty="0">
                <a:solidFill>
                  <a:srgbClr val="404040"/>
                </a:solidFill>
                <a:latin typeface="Calibri"/>
                <a:cs typeface="Calibri"/>
              </a:rPr>
              <a:t> </a:t>
            </a:r>
            <a:r>
              <a:rPr sz="2000" spc="40" dirty="0">
                <a:solidFill>
                  <a:srgbClr val="404040"/>
                </a:solidFill>
                <a:latin typeface="Calibri"/>
                <a:cs typeface="Calibri"/>
              </a:rPr>
              <a:t>l</a:t>
            </a:r>
            <a:r>
              <a:rPr sz="2000" dirty="0">
                <a:solidFill>
                  <a:srgbClr val="404040"/>
                </a:solidFill>
                <a:latin typeface="Calibri"/>
                <a:cs typeface="Calibri"/>
              </a:rPr>
              <a:t>es</a:t>
            </a:r>
            <a:r>
              <a:rPr sz="2000" spc="-35" dirty="0">
                <a:solidFill>
                  <a:srgbClr val="404040"/>
                </a:solidFill>
                <a:latin typeface="Calibri"/>
                <a:cs typeface="Calibri"/>
              </a:rPr>
              <a:t> </a:t>
            </a:r>
            <a:r>
              <a:rPr sz="2000" spc="30" dirty="0">
                <a:solidFill>
                  <a:srgbClr val="404040"/>
                </a:solidFill>
                <a:latin typeface="Calibri"/>
                <a:cs typeface="Calibri"/>
              </a:rPr>
              <a:t>C</a:t>
            </a:r>
            <a:r>
              <a:rPr sz="2000" spc="15" dirty="0">
                <a:solidFill>
                  <a:srgbClr val="404040"/>
                </a:solidFill>
                <a:latin typeface="Calibri"/>
                <a:cs typeface="Calibri"/>
              </a:rPr>
              <a:t>U</a:t>
            </a:r>
            <a:r>
              <a:rPr sz="2000" dirty="0">
                <a:solidFill>
                  <a:srgbClr val="404040"/>
                </a:solidFill>
                <a:latin typeface="Calibri"/>
                <a:cs typeface="Calibri"/>
              </a:rPr>
              <a:t>s</a:t>
            </a:r>
            <a:endParaRPr sz="2000">
              <a:latin typeface="Calibri"/>
              <a:cs typeface="Calibri"/>
            </a:endParaRPr>
          </a:p>
        </p:txBody>
      </p:sp>
      <p:pic>
        <p:nvPicPr>
          <p:cNvPr id="4" name="object 4"/>
          <p:cNvPicPr/>
          <p:nvPr/>
        </p:nvPicPr>
        <p:blipFill>
          <a:blip r:embed="rId2" cstate="print"/>
          <a:stretch>
            <a:fillRect/>
          </a:stretch>
        </p:blipFill>
        <p:spPr>
          <a:xfrm>
            <a:off x="6477000" y="1600200"/>
            <a:ext cx="4878665" cy="4776795"/>
          </a:xfrm>
          <a:prstGeom prst="rect">
            <a:avLst/>
          </a:prstGeom>
        </p:spPr>
      </p:pic>
      <p:pic>
        <p:nvPicPr>
          <p:cNvPr id="5" name="object 5"/>
          <p:cNvPicPr/>
          <p:nvPr/>
        </p:nvPicPr>
        <p:blipFill>
          <a:blip r:embed="rId3" cstate="print"/>
          <a:stretch>
            <a:fillRect/>
          </a:stretch>
        </p:blipFill>
        <p:spPr>
          <a:xfrm>
            <a:off x="2210282" y="3136738"/>
            <a:ext cx="2979723" cy="2667326"/>
          </a:xfrm>
          <a:prstGeom prst="rect">
            <a:avLst/>
          </a:prstGeom>
        </p:spPr>
      </p:pic>
    </p:spTree>
    <p:extLst>
      <p:ext uri="{BB962C8B-B14F-4D97-AF65-F5344CB8AC3E}">
        <p14:creationId xmlns:p14="http://schemas.microsoft.com/office/powerpoint/2010/main" val="35925027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0" y="457200"/>
            <a:ext cx="1928813" cy="755650"/>
          </a:xfrm>
          <a:prstGeom prst="rect">
            <a:avLst/>
          </a:prstGeom>
        </p:spPr>
        <p:txBody>
          <a:bodyPr vert="horz" wrap="square" lIns="0" tIns="12700" rIns="0" bIns="0" rtlCol="0">
            <a:spAutoFit/>
          </a:bodyPr>
          <a:lstStyle/>
          <a:p>
            <a:pPr marL="12700">
              <a:lnSpc>
                <a:spcPct val="100000"/>
              </a:lnSpc>
              <a:spcBef>
                <a:spcPts val="100"/>
              </a:spcBef>
            </a:pPr>
            <a:r>
              <a:rPr spc="-120" dirty="0">
                <a:solidFill>
                  <a:schemeClr val="accent1"/>
                </a:solidFill>
              </a:rPr>
              <a:t>Exercice</a:t>
            </a:r>
          </a:p>
        </p:txBody>
      </p:sp>
      <p:sp>
        <p:nvSpPr>
          <p:cNvPr id="4" name="object 4"/>
          <p:cNvSpPr txBox="1">
            <a:spLocks noGrp="1"/>
          </p:cNvSpPr>
          <p:nvPr>
            <p:ph type="body" idx="4294967295"/>
          </p:nvPr>
        </p:nvSpPr>
        <p:spPr>
          <a:xfrm>
            <a:off x="304800" y="1560031"/>
            <a:ext cx="11353800" cy="4047262"/>
          </a:xfrm>
          <a:prstGeom prst="rect">
            <a:avLst/>
          </a:prstGeom>
        </p:spPr>
        <p:txBody>
          <a:bodyPr vert="horz" wrap="square" lIns="0" tIns="76200" rIns="0" bIns="0" rtlCol="0">
            <a:spAutoFit/>
          </a:bodyPr>
          <a:lstStyle/>
          <a:p>
            <a:pPr marL="0" indent="0">
              <a:lnSpc>
                <a:spcPct val="100000"/>
              </a:lnSpc>
              <a:spcBef>
                <a:spcPts val="600"/>
              </a:spcBef>
              <a:buNone/>
            </a:pPr>
            <a:r>
              <a:rPr lang="fr-FR" dirty="0">
                <a:solidFill>
                  <a:srgbClr val="C00000"/>
                </a:solidFill>
              </a:rPr>
              <a:t>Gestion des salles de cours et matériel pédagogique</a:t>
            </a:r>
          </a:p>
          <a:p>
            <a:pPr marL="0" indent="0">
              <a:lnSpc>
                <a:spcPct val="100000"/>
              </a:lnSpc>
              <a:spcBef>
                <a:spcPts val="600"/>
              </a:spcBef>
              <a:buNone/>
            </a:pPr>
            <a:endParaRPr lang="fr-FR" dirty="0">
              <a:solidFill>
                <a:srgbClr val="C00000"/>
              </a:solidFill>
            </a:endParaRPr>
          </a:p>
          <a:p>
            <a:pPr marL="0" indent="0" algn="just">
              <a:lnSpc>
                <a:spcPct val="100000"/>
              </a:lnSpc>
              <a:spcBef>
                <a:spcPts val="600"/>
              </a:spcBef>
              <a:buNone/>
            </a:pPr>
            <a:r>
              <a:rPr lang="fr-FR" sz="2400" dirty="0">
                <a:solidFill>
                  <a:schemeClr val="tx2"/>
                </a:solidFill>
              </a:rPr>
              <a:t>Dans un établissement scolaire, on désire gérer la réservation des salles de cours ainsi que du matériel pédagogique (ordinateur portable ou/et Vidéo projecteur). Seuls les enseignants sont habilités à effectuer des réservations (sous réserve de disponibilité de la salle ou du matériel).Le planning des salles peut quant à lui être consulté par tout le monde (enseignants et étudiants).Par contre, le récapitulatif horaire par enseignant (calculé à partir du planning des salles) ne peut être consulté que par les enseignants. Enfin, il existe pour chaque formation un enseignant responsable qui seul peut éditer le récapitulatif horaire pour l'ensemble de la formation. </a:t>
            </a:r>
            <a:endParaRPr sz="1600" dirty="0">
              <a:solidFill>
                <a:schemeClr val="tx2"/>
              </a:solidFill>
            </a:endParaRPr>
          </a:p>
        </p:txBody>
      </p:sp>
      <p:sp>
        <p:nvSpPr>
          <p:cNvPr id="3" name="object 3"/>
          <p:cNvSpPr txBox="1"/>
          <p:nvPr/>
        </p:nvSpPr>
        <p:spPr>
          <a:xfrm>
            <a:off x="381000" y="6076054"/>
            <a:ext cx="9878060" cy="443711"/>
          </a:xfrm>
          <a:prstGeom prst="rect">
            <a:avLst/>
          </a:prstGeom>
        </p:spPr>
        <p:txBody>
          <a:bodyPr vert="horz" wrap="square" lIns="0" tIns="12700" rIns="0" bIns="0" rtlCol="0">
            <a:spAutoFit/>
          </a:bodyPr>
          <a:lstStyle/>
          <a:p>
            <a:pPr marL="12700">
              <a:lnSpc>
                <a:spcPct val="100000"/>
              </a:lnSpc>
              <a:spcBef>
                <a:spcPts val="100"/>
              </a:spcBef>
            </a:pPr>
            <a:r>
              <a:rPr lang="fr-FR" sz="2800" dirty="0"/>
              <a:t>Modéliser cette situation par un diagramme de cas d'utilisation</a:t>
            </a:r>
            <a:endParaRPr sz="2500" dirty="0">
              <a:latin typeface="Calibri"/>
              <a:cs typeface="Calibri"/>
            </a:endParaRPr>
          </a:p>
        </p:txBody>
      </p:sp>
    </p:spTree>
    <p:extLst>
      <p:ext uri="{BB962C8B-B14F-4D97-AF65-F5344CB8AC3E}">
        <p14:creationId xmlns:p14="http://schemas.microsoft.com/office/powerpoint/2010/main" val="37963947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0" y="490059"/>
            <a:ext cx="1928813" cy="689932"/>
          </a:xfrm>
          <a:prstGeom prst="rect">
            <a:avLst/>
          </a:prstGeom>
        </p:spPr>
        <p:txBody>
          <a:bodyPr vert="horz" wrap="square" lIns="0" tIns="12700" rIns="0" bIns="0" rtlCol="0">
            <a:spAutoFit/>
          </a:bodyPr>
          <a:lstStyle/>
          <a:p>
            <a:pPr marL="12700">
              <a:lnSpc>
                <a:spcPct val="100000"/>
              </a:lnSpc>
              <a:spcBef>
                <a:spcPts val="100"/>
              </a:spcBef>
            </a:pPr>
            <a:r>
              <a:rPr lang="fr-FR" b="1" spc="-120" dirty="0">
                <a:solidFill>
                  <a:srgbClr val="C00000"/>
                </a:solidFill>
              </a:rPr>
              <a:t>Solution</a:t>
            </a:r>
            <a:endParaRPr b="1" spc="-120" dirty="0">
              <a:solidFill>
                <a:srgbClr val="C00000"/>
              </a:solidFill>
            </a:endParaRPr>
          </a:p>
        </p:txBody>
      </p:sp>
      <p:pic>
        <p:nvPicPr>
          <p:cNvPr id="5" name="Image 4"/>
          <p:cNvPicPr>
            <a:picLocks noChangeAspect="1"/>
          </p:cNvPicPr>
          <p:nvPr/>
        </p:nvPicPr>
        <p:blipFill>
          <a:blip r:embed="rId2"/>
          <a:stretch>
            <a:fillRect/>
          </a:stretch>
        </p:blipFill>
        <p:spPr>
          <a:xfrm>
            <a:off x="3276600" y="135920"/>
            <a:ext cx="7772400" cy="6112480"/>
          </a:xfrm>
          <a:prstGeom prst="rect">
            <a:avLst/>
          </a:prstGeom>
        </p:spPr>
      </p:pic>
    </p:spTree>
    <p:extLst>
      <p:ext uri="{BB962C8B-B14F-4D97-AF65-F5344CB8AC3E}">
        <p14:creationId xmlns:p14="http://schemas.microsoft.com/office/powerpoint/2010/main" val="22181918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4267200" y="2514600"/>
            <a:ext cx="4419600" cy="1631216"/>
          </a:xfrm>
          <a:prstGeom prst="rect">
            <a:avLst/>
          </a:prstGeom>
          <a:noFill/>
        </p:spPr>
        <p:txBody>
          <a:bodyPr wrap="square" rtlCol="0">
            <a:spAutoFit/>
          </a:bodyPr>
          <a:lstStyle/>
          <a:p>
            <a:r>
              <a:rPr lang="fr-FR" sz="10000" dirty="0">
                <a:solidFill>
                  <a:schemeClr val="accent1"/>
                </a:solidFill>
              </a:rPr>
              <a:t>MERCI</a:t>
            </a:r>
          </a:p>
        </p:txBody>
      </p:sp>
    </p:spTree>
    <p:extLst>
      <p:ext uri="{BB962C8B-B14F-4D97-AF65-F5344CB8AC3E}">
        <p14:creationId xmlns:p14="http://schemas.microsoft.com/office/powerpoint/2010/main" val="1656420545"/>
      </p:ext>
    </p:extLst>
  </p:cSld>
  <p:clrMapOvr>
    <a:masterClrMapping/>
  </p:clrMapOvr>
</p:sld>
</file>

<file path=ppt/theme/theme1.xml><?xml version="1.0" encoding="utf-8"?>
<a:theme xmlns:a="http://schemas.openxmlformats.org/drawingml/2006/main" name="Thème Office">
  <a:themeElements>
    <a:clrScheme name="Personnalisé 15">
      <a:dk1>
        <a:srgbClr val="C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3238</TotalTime>
  <Words>1537</Words>
  <Application>Microsoft Office PowerPoint</Application>
  <PresentationFormat>Grand écran</PresentationFormat>
  <Paragraphs>199</Paragraphs>
  <Slides>28</Slides>
  <Notes>1</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28</vt:i4>
      </vt:variant>
    </vt:vector>
  </HeadingPairs>
  <TitlesOfParts>
    <vt:vector size="38" baseType="lpstr">
      <vt:lpstr>Arial</vt:lpstr>
      <vt:lpstr>Arial MT</vt:lpstr>
      <vt:lpstr>Calibri</vt:lpstr>
      <vt:lpstr>Calibri Light</vt:lpstr>
      <vt:lpstr>Monotype Corsiva</vt:lpstr>
      <vt:lpstr>Roboto</vt:lpstr>
      <vt:lpstr>Times New Roman</vt:lpstr>
      <vt:lpstr>Trebuchet MS</vt:lpstr>
      <vt:lpstr>Wingdings</vt:lpstr>
      <vt:lpstr>Thème Office</vt:lpstr>
      <vt:lpstr>Méthodes de conception orientée objet </vt:lpstr>
      <vt:lpstr>Exigences Fonctionnelles et Non-Fonctionnelles</vt:lpstr>
      <vt:lpstr>Diagrammes </vt:lpstr>
      <vt:lpstr>Les besoins des utilisateurs </vt:lpstr>
      <vt:lpstr>Diagramme de cas d’utilisation</vt:lpstr>
      <vt:lpstr>Diagramme de cas d’utilisation</vt:lpstr>
      <vt:lpstr>Composantes d’un diagramme de CU</vt:lpstr>
      <vt:lpstr>Diagramme de CU – Exemple 1</vt:lpstr>
      <vt:lpstr>Description textuelle</vt:lpstr>
      <vt:lpstr>Description textuelle</vt:lpstr>
      <vt:lpstr>Comment identifier les diagramme CUs?</vt:lpstr>
      <vt:lpstr>Qu’est ce qu’un Acteur?</vt:lpstr>
      <vt:lpstr>Qu’Est-ce qu’un Acteur?</vt:lpstr>
      <vt:lpstr>Comment identifier les acteurs</vt:lpstr>
      <vt:lpstr>Présentation PowerPoint</vt:lpstr>
      <vt:lpstr>Diagramme de cas d’utilisation et acteurs </vt:lpstr>
      <vt:lpstr>Exercice – Lire un diagramme</vt:lpstr>
      <vt:lpstr>Exercice</vt:lpstr>
      <vt:lpstr>Généralisation des diagramme CUs</vt:lpstr>
      <vt:lpstr>L’inclusion des diagramme CUs</vt:lpstr>
      <vt:lpstr>L’inclusion des diagramme CUs</vt:lpstr>
      <vt:lpstr>L’exclusion des diagramme CUs</vt:lpstr>
      <vt:lpstr>Points d’extension et états</vt:lpstr>
      <vt:lpstr>Systèmes et Sous Systèmes</vt:lpstr>
      <vt:lpstr>Paquetage</vt:lpstr>
      <vt:lpstr>Exercice</vt:lpstr>
      <vt:lpstr>Solution</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Méthodes de conception orienté objet</dc:title>
  <dc:creator>Lenovo Yoga</dc:creator>
  <cp:lastModifiedBy>mohamed elyaakoubi</cp:lastModifiedBy>
  <cp:revision>39</cp:revision>
  <dcterms:created xsi:type="dcterms:W3CDTF">2023-10-03T18:57:18Z</dcterms:created>
  <dcterms:modified xsi:type="dcterms:W3CDTF">2025-10-05T17:08:11Z</dcterms:modified>
</cp:coreProperties>
</file>