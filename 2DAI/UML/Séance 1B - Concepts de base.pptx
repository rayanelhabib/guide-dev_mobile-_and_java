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7.jpg" ContentType="image/jpg"/>
  <Override PartName="/ppt/media/image8.jpg" ContentType="image/jpg"/>
  <Override PartName="/ppt/media/image9.jpg" ContentType="image/jpg"/>
  <Override PartName="/ppt/media/image10.jpg" ContentType="image/jpg"/>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28"/>
  </p:notesMasterIdLst>
  <p:sldIdLst>
    <p:sldId id="491" r:id="rId2"/>
    <p:sldId id="503" r:id="rId3"/>
    <p:sldId id="492" r:id="rId4"/>
    <p:sldId id="493" r:id="rId5"/>
    <p:sldId id="495" r:id="rId6"/>
    <p:sldId id="496" r:id="rId7"/>
    <p:sldId id="498" r:id="rId8"/>
    <p:sldId id="499" r:id="rId9"/>
    <p:sldId id="476" r:id="rId10"/>
    <p:sldId id="477" r:id="rId11"/>
    <p:sldId id="478" r:id="rId12"/>
    <p:sldId id="479" r:id="rId13"/>
    <p:sldId id="480" r:id="rId14"/>
    <p:sldId id="482" r:id="rId15"/>
    <p:sldId id="483" r:id="rId16"/>
    <p:sldId id="434" r:id="rId17"/>
    <p:sldId id="435" r:id="rId18"/>
    <p:sldId id="442" r:id="rId19"/>
    <p:sldId id="443" r:id="rId20"/>
    <p:sldId id="444" r:id="rId21"/>
    <p:sldId id="445" r:id="rId22"/>
    <p:sldId id="446" r:id="rId23"/>
    <p:sldId id="447" r:id="rId24"/>
    <p:sldId id="448" r:id="rId25"/>
    <p:sldId id="449" r:id="rId26"/>
    <p:sldId id="415" r:id="rId27"/>
  </p:sldIdLst>
  <p:sldSz cx="9144000" cy="5143500" type="screen16x9"/>
  <p:notesSz cx="6858000" cy="9144000"/>
  <p:embeddedFontLst>
    <p:embeddedFont>
      <p:font typeface="Roboto" panose="02000000000000000000" pitchFamily="2" charset="0"/>
      <p:regular r:id="rId29"/>
      <p:bold r:id="rId30"/>
      <p:italic r:id="rId31"/>
      <p:boldItalic r:id="rId32"/>
    </p:embeddedFont>
    <p:embeddedFont>
      <p:font typeface="Trebuchet MS" panose="020B0603020202020204" pitchFamily="34" charset="0"/>
      <p:regular r:id="rId33"/>
      <p:bold r:id="rId34"/>
      <p:italic r:id="rId35"/>
      <p:boldItalic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07F"/>
    <a:srgbClr val="E483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B7B797-7AA2-4269-AF87-06DF5E5AC211}">
  <a:tblStyle styleId="{64B7B797-7AA2-4269-AF87-06DF5E5AC2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44" autoAdjust="0"/>
    <p:restoredTop sz="77301" autoAdjust="0"/>
  </p:normalViewPr>
  <p:slideViewPr>
    <p:cSldViewPr snapToGrid="0">
      <p:cViewPr varScale="1">
        <p:scale>
          <a:sx n="76" d="100"/>
          <a:sy n="76" d="100"/>
        </p:scale>
        <p:origin x="9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933712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702667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082505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379081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524334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604723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2404845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dirty="0"/>
          </a:p>
        </p:txBody>
      </p:sp>
    </p:spTree>
    <p:extLst>
      <p:ext uri="{BB962C8B-B14F-4D97-AF65-F5344CB8AC3E}">
        <p14:creationId xmlns:p14="http://schemas.microsoft.com/office/powerpoint/2010/main" val="1975496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Rot="1" noChangeAspect="1" noChangeArrowheads="1" noTextEdit="1"/>
          </p:cNvSpPr>
          <p:nvPr>
            <p:ph type="sldImg"/>
          </p:nvPr>
        </p:nvSpPr>
        <p:spPr>
          <a:xfrm>
            <a:off x="381000" y="685800"/>
            <a:ext cx="6096000" cy="3429000"/>
          </a:xfrm>
          <a:ln/>
        </p:spPr>
      </p:sp>
      <p:sp>
        <p:nvSpPr>
          <p:cNvPr id="94210"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835941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noRot="1" noChangeAspect="1" noChangeArrowheads="1" noTextEdit="1"/>
          </p:cNvSpPr>
          <p:nvPr>
            <p:ph type="sldImg"/>
          </p:nvPr>
        </p:nvSpPr>
        <p:spPr>
          <a:xfrm>
            <a:off x="381000" y="685800"/>
            <a:ext cx="6096000" cy="3429000"/>
          </a:xfrm>
          <a:ln/>
        </p:spPr>
      </p:sp>
      <p:sp>
        <p:nvSpPr>
          <p:cNvPr id="9625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458498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Rot="1" noChangeAspect="1" noChangeArrowheads="1" noTextEdit="1"/>
          </p:cNvSpPr>
          <p:nvPr>
            <p:ph type="sldImg"/>
          </p:nvPr>
        </p:nvSpPr>
        <p:spPr>
          <a:xfrm>
            <a:off x="381000" y="685800"/>
            <a:ext cx="6096000" cy="3429000"/>
          </a:xfrm>
          <a:ln/>
        </p:spPr>
      </p:sp>
      <p:sp>
        <p:nvSpPr>
          <p:cNvPr id="9830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622457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381000" y="685800"/>
            <a:ext cx="6096000" cy="3429000"/>
          </a:xfrm>
          <a:ln/>
        </p:spPr>
      </p:sp>
      <p:sp>
        <p:nvSpPr>
          <p:cNvPr id="10035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25353824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Rot="1" noChangeAspect="1" noChangeArrowheads="1" noTextEdit="1"/>
          </p:cNvSpPr>
          <p:nvPr>
            <p:ph type="sldImg"/>
          </p:nvPr>
        </p:nvSpPr>
        <p:spPr>
          <a:xfrm>
            <a:off x="381000" y="685800"/>
            <a:ext cx="6096000" cy="3429000"/>
          </a:xfrm>
          <a:ln/>
        </p:spPr>
      </p:sp>
      <p:sp>
        <p:nvSpPr>
          <p:cNvPr id="10240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2741776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noRot="1" noChangeAspect="1" noChangeArrowheads="1" noTextEdit="1"/>
          </p:cNvSpPr>
          <p:nvPr>
            <p:ph type="sldImg"/>
          </p:nvPr>
        </p:nvSpPr>
        <p:spPr>
          <a:xfrm>
            <a:off x="381000" y="685800"/>
            <a:ext cx="6096000" cy="3429000"/>
          </a:xfrm>
          <a:ln/>
        </p:spPr>
      </p:sp>
      <p:sp>
        <p:nvSpPr>
          <p:cNvPr id="1064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072240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Rot="1" noChangeAspect="1" noChangeArrowheads="1" noTextEdit="1"/>
          </p:cNvSpPr>
          <p:nvPr>
            <p:ph type="sldImg"/>
          </p:nvPr>
        </p:nvSpPr>
        <p:spPr>
          <a:xfrm>
            <a:off x="381000" y="685800"/>
            <a:ext cx="6096000" cy="3429000"/>
          </a:xfrm>
          <a:ln/>
        </p:spPr>
      </p:sp>
      <p:sp>
        <p:nvSpPr>
          <p:cNvPr id="10854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062326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endParaRPr lang="fr-FR" dirty="0"/>
          </a:p>
        </p:txBody>
      </p:sp>
    </p:spTree>
    <p:extLst>
      <p:ext uri="{BB962C8B-B14F-4D97-AF65-F5344CB8AC3E}">
        <p14:creationId xmlns:p14="http://schemas.microsoft.com/office/powerpoint/2010/main" val="668420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id="{E3A9EB50-5BF3-AA81-813E-257349C76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Times New Roman" panose="02020603050405020304" pitchFamily="18" charset="0"/>
              </a:defRPr>
            </a:lvl1pPr>
            <a:lvl2pPr marL="742950" indent="-285750" defTabSz="949325" eaLnBrk="0" hangingPunct="0">
              <a:defRPr>
                <a:solidFill>
                  <a:schemeClr val="tx1"/>
                </a:solidFill>
                <a:latin typeface="Times New Roman" panose="02020603050405020304" pitchFamily="18" charset="0"/>
              </a:defRPr>
            </a:lvl2pPr>
            <a:lvl3pPr marL="1143000" indent="-228600" defTabSz="949325" eaLnBrk="0" hangingPunct="0">
              <a:defRPr>
                <a:solidFill>
                  <a:schemeClr val="tx1"/>
                </a:solidFill>
                <a:latin typeface="Times New Roman" panose="02020603050405020304" pitchFamily="18" charset="0"/>
              </a:defRPr>
            </a:lvl3pPr>
            <a:lvl4pPr marL="1600200" indent="-228600" defTabSz="949325" eaLnBrk="0" hangingPunct="0">
              <a:defRPr>
                <a:solidFill>
                  <a:schemeClr val="tx1"/>
                </a:solidFill>
                <a:latin typeface="Times New Roman" panose="02020603050405020304" pitchFamily="18" charset="0"/>
              </a:defRPr>
            </a:lvl4pPr>
            <a:lvl5pPr marL="2057400" indent="-228600" defTabSz="949325" eaLnBrk="0" hangingPunct="0">
              <a:defRPr>
                <a:solidFill>
                  <a:schemeClr val="tx1"/>
                </a:solidFill>
                <a:latin typeface="Times New Roman" panose="02020603050405020304" pitchFamily="18" charset="0"/>
              </a:defRPr>
            </a:lvl5pPr>
            <a:lvl6pPr marL="2514600" indent="-228600" defTabSz="949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949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949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949325"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fld id="{9D957CA5-481A-4F16-B899-E479C849F1DB}" type="slidenum">
              <a:rPr lang="fr-CA" altLang="fr-FR"/>
              <a:pPr eaLnBrk="1" hangingPunct="1"/>
              <a:t>26</a:t>
            </a:fld>
            <a:endParaRPr lang="fr-CA" altLang="fr-FR"/>
          </a:p>
        </p:txBody>
      </p:sp>
      <p:sp>
        <p:nvSpPr>
          <p:cNvPr id="37891" name="Rectangle 2">
            <a:extLst>
              <a:ext uri="{FF2B5EF4-FFF2-40B4-BE49-F238E27FC236}">
                <a16:creationId xmlns:a16="http://schemas.microsoft.com/office/drawing/2014/main" id="{668F7452-5E91-7E1F-ACD8-9DD05D7F2CAA}"/>
              </a:ext>
            </a:extLst>
          </p:cNvPr>
          <p:cNvSpPr>
            <a:spLocks noGrp="1" noRot="1" noChangeAspect="1" noChangeArrowheads="1" noTextEdit="1"/>
          </p:cNvSpPr>
          <p:nvPr>
            <p:ph type="sldImg"/>
          </p:nvPr>
        </p:nvSpPr>
        <p:spPr>
          <a:xfrm>
            <a:off x="381000" y="685800"/>
            <a:ext cx="6096000" cy="3429000"/>
          </a:xfrm>
          <a:ln/>
        </p:spPr>
      </p:sp>
      <p:sp>
        <p:nvSpPr>
          <p:cNvPr id="37892" name="Rectangle 3">
            <a:extLst>
              <a:ext uri="{FF2B5EF4-FFF2-40B4-BE49-F238E27FC236}">
                <a16:creationId xmlns:a16="http://schemas.microsoft.com/office/drawing/2014/main" id="{43969DC5-FF53-53F8-1FF3-00EC9A46DA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896146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825038" y="3341715"/>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968921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‹N°›</a:t>
            </a:fld>
            <a:endParaRPr lang="en-US" dirty="0"/>
          </a:p>
        </p:txBody>
      </p:sp>
    </p:spTree>
    <p:extLst>
      <p:ext uri="{BB962C8B-B14F-4D97-AF65-F5344CB8AC3E}">
        <p14:creationId xmlns:p14="http://schemas.microsoft.com/office/powerpoint/2010/main" val="3166726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20EBB0C4-6273-4C6E-B9BD-2EDC30F1CD52}" type="datetimeFigureOut">
              <a:rPr lang="en-US" dirty="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72964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fr-FR"/>
              <a:t>Modifiez le style du titre</a:t>
            </a:r>
            <a:endParaRPr lang="en-US" dirty="0"/>
          </a:p>
        </p:txBody>
      </p:sp>
      <p:sp>
        <p:nvSpPr>
          <p:cNvPr id="3" name="Content Placeholder 2"/>
          <p:cNvSpPr>
            <a:spLocks noGrp="1"/>
          </p:cNvSpPr>
          <p:nvPr>
            <p:ph sz="half" idx="1"/>
          </p:nvPr>
        </p:nvSpPr>
        <p:spPr>
          <a:xfrm>
            <a:off x="822959" y="1384301"/>
            <a:ext cx="3703320" cy="301752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63440" y="1384301"/>
            <a:ext cx="3703320" cy="301752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154727392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fr-FR"/>
              <a:t>Modifiez le style du titre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822960" y="1936751"/>
            <a:ext cx="3703320" cy="25336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4663440" y="1936751"/>
            <a:ext cx="3703320" cy="25336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9/27/2025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31280970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9/27/2025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385894589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9/27/2025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extLst>
      <p:ext uri="{BB962C8B-B14F-4D97-AF65-F5344CB8AC3E}">
        <p14:creationId xmlns:p14="http://schemas.microsoft.com/office/powerpoint/2010/main" val="80440440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3"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3600450" y="548640"/>
            <a:ext cx="4869180" cy="3943350"/>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Modifier les styles du texte du masque</a:t>
            </a:r>
          </a:p>
        </p:txBody>
      </p:sp>
      <p:sp>
        <p:nvSpPr>
          <p:cNvPr id="5" name="Date Placeholder 4"/>
          <p:cNvSpPr>
            <a:spLocks noGrp="1"/>
          </p:cNvSpPr>
          <p:nvPr>
            <p:ph type="dt" sz="half" idx="10"/>
          </p:nvPr>
        </p:nvSpPr>
        <p:spPr>
          <a:xfrm>
            <a:off x="349134" y="4844839"/>
            <a:ext cx="1963883" cy="273844"/>
          </a:xfrm>
        </p:spPr>
        <p:txBody>
          <a:bodyPr/>
          <a:lstStyle>
            <a:lvl1pPr algn="l">
              <a:defRPr/>
            </a:lvl1pPr>
          </a:lstStyle>
          <a:p>
            <a:fld id="{32ABBEA6-7C60-4B02-AE87-00D78D8422AF}" type="datetimeFigureOut">
              <a:rPr lang="en-US" dirty="0"/>
              <a:t>9/27/2025</a:t>
            </a:fld>
            <a:endParaRPr lang="en-US" dirty="0"/>
          </a:p>
        </p:txBody>
      </p:sp>
      <p:sp>
        <p:nvSpPr>
          <p:cNvPr id="6" name="Footer Placeholder 5"/>
          <p:cNvSpPr>
            <a:spLocks noGrp="1"/>
          </p:cNvSpPr>
          <p:nvPr>
            <p:ph type="ftr" sz="quarter" idx="11"/>
          </p:nvPr>
        </p:nvSpPr>
        <p:spPr>
          <a:xfrm>
            <a:off x="3600450" y="4844839"/>
            <a:ext cx="3486150" cy="273844"/>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a:t>
            </a:fld>
            <a:endParaRPr lang="en-US" dirty="0"/>
          </a:p>
        </p:txBody>
      </p:sp>
    </p:spTree>
    <p:extLst>
      <p:ext uri="{BB962C8B-B14F-4D97-AF65-F5344CB8AC3E}">
        <p14:creationId xmlns:p14="http://schemas.microsoft.com/office/powerpoint/2010/main" val="36776327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3806190"/>
            <a:ext cx="7584948" cy="617220"/>
          </a:xfrm>
        </p:spPr>
        <p:txBody>
          <a:bodyPr lIns="91440" tIns="0" rIns="91440" bIns="0" anchor="b">
            <a:noAutofit/>
          </a:bodyPr>
          <a:lstStyle>
            <a:lvl1pPr>
              <a:defRPr sz="27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2" y="0"/>
            <a:ext cx="9143989" cy="3686307"/>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822960" y="4430267"/>
            <a:ext cx="7584948"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Modifier les styles du texte du masque</a:t>
            </a:r>
          </a:p>
        </p:txBody>
      </p:sp>
      <p:sp>
        <p:nvSpPr>
          <p:cNvPr id="5" name="Date Placeholder 4"/>
          <p:cNvSpPr>
            <a:spLocks noGrp="1"/>
          </p:cNvSpPr>
          <p:nvPr>
            <p:ph type="dt" sz="half" idx="10"/>
          </p:nvPr>
        </p:nvSpPr>
        <p:spPr/>
        <p:txBody>
          <a:bodyPr/>
          <a:lstStyle/>
          <a:p>
            <a:fld id="{C9CAD897-D46E-4AD2-BD9B-49DD3E640873}" type="datetimeFigureOut">
              <a:rPr lang="en-US" dirty="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77185281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1165978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2382"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311084"/>
            <a:ext cx="1971675" cy="4318066"/>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11083"/>
            <a:ext cx="5800725" cy="4318067"/>
          </a:xfrm>
        </p:spPr>
        <p:txBody>
          <a:bodyPr vert="eaVert" lIns="45720" tIns="0" rIns="45720" bIns="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9/27/2025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extLst>
      <p:ext uri="{BB962C8B-B14F-4D97-AF65-F5344CB8AC3E}">
        <p14:creationId xmlns:p14="http://schemas.microsoft.com/office/powerpoint/2010/main" val="247638210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4800600"/>
            <a:ext cx="9144000"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4750737"/>
            <a:ext cx="9144001" cy="49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822960" y="1384301"/>
            <a:ext cx="7543800" cy="3017520"/>
          </a:xfrm>
          <a:prstGeom prst="rect">
            <a:avLst/>
          </a:prstGeom>
        </p:spPr>
        <p:txBody>
          <a:bodyPr vert="horz" lIns="0" tIns="45720" rIns="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22961" y="4844839"/>
            <a:ext cx="1854203" cy="273844"/>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9/27/2025</a:t>
            </a:fld>
            <a:endParaRPr lang="en-US" dirty="0"/>
          </a:p>
        </p:txBody>
      </p:sp>
      <p:sp>
        <p:nvSpPr>
          <p:cNvPr id="5" name="Footer Placeholder 4"/>
          <p:cNvSpPr>
            <a:spLocks noGrp="1"/>
          </p:cNvSpPr>
          <p:nvPr>
            <p:ph type="ftr" sz="quarter" idx="3"/>
          </p:nvPr>
        </p:nvSpPr>
        <p:spPr>
          <a:xfrm>
            <a:off x="2764639" y="4844839"/>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4844839"/>
            <a:ext cx="984019" cy="273844"/>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‹N°›</a:t>
            </a:fld>
            <a:endParaRPr lang="en-US" dirty="0"/>
          </a:p>
        </p:txBody>
      </p:sp>
      <p:cxnSp>
        <p:nvCxnSpPr>
          <p:cNvPr id="10" name="Straight Connector 9"/>
          <p:cNvCxnSpPr/>
          <p:nvPr/>
        </p:nvCxn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88986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7" name="Rectangle 3"/>
          <p:cNvSpPr>
            <a:spLocks noGrp="1" noChangeArrowheads="1"/>
          </p:cNvSpPr>
          <p:nvPr>
            <p:ph type="body" idx="1"/>
          </p:nvPr>
        </p:nvSpPr>
        <p:spPr>
          <a:xfrm>
            <a:off x="343180" y="1370671"/>
            <a:ext cx="7623362" cy="1440330"/>
          </a:xfrm>
        </p:spPr>
        <p:txBody>
          <a:bodyPr>
            <a:normAutofit/>
          </a:bodyPr>
          <a:lstStyle/>
          <a:p>
            <a:pPr lvl="1"/>
            <a:r>
              <a:rPr lang="fr-FR" altLang="fr-FR" sz="1500" dirty="0">
                <a:effectLst>
                  <a:outerShdw blurRad="38100" dist="38100" dir="2700000" algn="tl">
                    <a:srgbClr val="C0C0C0"/>
                  </a:outerShdw>
                </a:effectLst>
                <a:cs typeface="Arial" panose="020B0604020202020204" pitchFamily="34" charset="0"/>
              </a:rPr>
              <a:t>Consiste à masquer les détails d'implémentation d'un objet, en définissant une interface.</a:t>
            </a:r>
            <a:r>
              <a:rPr lang="fr-FR" altLang="fr-FR" dirty="0">
                <a:effectLst>
                  <a:outerShdw blurRad="38100" dist="38100" dir="2700000" algn="tl">
                    <a:srgbClr val="C0C0C0"/>
                  </a:outerShdw>
                </a:effectLst>
              </a:rPr>
              <a:t> </a:t>
            </a:r>
          </a:p>
          <a:p>
            <a:pPr lvl="2"/>
            <a:r>
              <a:rPr lang="fr-FR" altLang="fr-FR" sz="1500" dirty="0">
                <a:effectLst>
                  <a:outerShdw blurRad="38100" dist="38100" dir="2700000" algn="tl">
                    <a:srgbClr val="C0C0C0"/>
                  </a:outerShdw>
                </a:effectLst>
              </a:rPr>
              <a:t>Est la séparation entre les propriétés externes, visibles des autres objets, et les aspects internes, propres aux choix d'implantation d'un objet.</a:t>
            </a:r>
            <a:endParaRPr lang="fr-FR" altLang="fr-FR"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cs typeface="Arial" panose="020B0604020202020204" pitchFamily="34" charset="0"/>
              </a:rPr>
              <a:t>L'interface est la vue externe d'un objet, elle définit les services accessibles (offerts) aux utilisateurs de l'objet.</a:t>
            </a:r>
            <a:r>
              <a:rPr lang="fr-FR" altLang="fr-FR" dirty="0">
                <a:effectLst>
                  <a:outerShdw blurRad="38100" dist="38100" dir="2700000" algn="tl">
                    <a:srgbClr val="C0C0C0"/>
                  </a:outerShdw>
                </a:effectLst>
              </a:rPr>
              <a:t> </a:t>
            </a:r>
          </a:p>
        </p:txBody>
      </p:sp>
      <p:sp>
        <p:nvSpPr>
          <p:cNvPr id="5" name="Rectangle 3"/>
          <p:cNvSpPr>
            <a:spLocks noGrp="1" noChangeArrowheads="1"/>
          </p:cNvSpPr>
          <p:nvPr>
            <p:ph type="title"/>
          </p:nvPr>
        </p:nvSpPr>
        <p:spPr>
          <a:xfrm>
            <a:off x="352611" y="352612"/>
            <a:ext cx="7840831" cy="579868"/>
          </a:xfrm>
        </p:spPr>
        <p:txBody>
          <a:bodyPr>
            <a:normAutofit fontScale="90000"/>
          </a:bodyPr>
          <a:lstStyle/>
          <a:p>
            <a:r>
              <a:rPr lang="fr-FR" altLang="fr-FR" sz="3200" dirty="0"/>
              <a:t>Les concepts objet à travers UML - </a:t>
            </a:r>
            <a:r>
              <a:rPr lang="fr-FR" altLang="fr-FR" sz="3200" dirty="0">
                <a:solidFill>
                  <a:schemeClr val="accent1"/>
                </a:solidFill>
              </a:rPr>
              <a:t>Encapsulation</a:t>
            </a:r>
          </a:p>
        </p:txBody>
      </p:sp>
      <p:grpSp>
        <p:nvGrpSpPr>
          <p:cNvPr id="24" name="Groupe 23"/>
          <p:cNvGrpSpPr/>
          <p:nvPr/>
        </p:nvGrpSpPr>
        <p:grpSpPr>
          <a:xfrm>
            <a:off x="2533276" y="2994585"/>
            <a:ext cx="6386513" cy="1657350"/>
            <a:chOff x="1714500" y="3257550"/>
            <a:chExt cx="6386513" cy="1657350"/>
          </a:xfrm>
        </p:grpSpPr>
        <p:sp>
          <p:nvSpPr>
            <p:cNvPr id="25" name="Rectangle 1026"/>
            <p:cNvSpPr>
              <a:spLocks noChangeArrowheads="1"/>
            </p:cNvSpPr>
            <p:nvPr/>
          </p:nvSpPr>
          <p:spPr bwMode="auto">
            <a:xfrm>
              <a:off x="1714500" y="3257550"/>
              <a:ext cx="6386513" cy="1657350"/>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26" name="Rectangle 1029"/>
            <p:cNvSpPr>
              <a:spLocks noChangeArrowheads="1"/>
            </p:cNvSpPr>
            <p:nvPr/>
          </p:nvSpPr>
          <p:spPr bwMode="auto">
            <a:xfrm>
              <a:off x="3849291" y="3600450"/>
              <a:ext cx="1428750" cy="1085850"/>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27" name="Rectangle 1030"/>
            <p:cNvSpPr>
              <a:spLocks noChangeArrowheads="1"/>
            </p:cNvSpPr>
            <p:nvPr/>
          </p:nvSpPr>
          <p:spPr bwMode="auto">
            <a:xfrm>
              <a:off x="3049191" y="3829050"/>
              <a:ext cx="1085850" cy="723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28" name="Rectangle 1031"/>
            <p:cNvSpPr>
              <a:spLocks noChangeArrowheads="1"/>
            </p:cNvSpPr>
            <p:nvPr/>
          </p:nvSpPr>
          <p:spPr bwMode="auto">
            <a:xfrm>
              <a:off x="4135041" y="3486150"/>
              <a:ext cx="800100" cy="228600"/>
            </a:xfrm>
            <a:prstGeom prst="rect">
              <a:avLst/>
            </a:prstGeom>
            <a:solidFill>
              <a:srgbClr val="FF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L</a:t>
              </a:r>
              <a:r>
                <a:rPr lang="ja-JP" altLang="fr-FR" sz="1050"/>
                <a:t>’</a:t>
              </a:r>
              <a:r>
                <a:rPr lang="fr-FR" altLang="ja-JP" sz="1050"/>
                <a:t>objet</a:t>
              </a:r>
              <a:endParaRPr lang="fr-FR" altLang="fr-FR" sz="1050"/>
            </a:p>
          </p:txBody>
        </p:sp>
        <p:sp>
          <p:nvSpPr>
            <p:cNvPr id="29" name="Text Box 1032"/>
            <p:cNvSpPr txBox="1">
              <a:spLocks noChangeArrowheads="1"/>
            </p:cNvSpPr>
            <p:nvPr/>
          </p:nvSpPr>
          <p:spPr bwMode="auto">
            <a:xfrm>
              <a:off x="1771650" y="4076700"/>
              <a:ext cx="888385" cy="253916"/>
            </a:xfrm>
            <a:prstGeom prst="rect">
              <a:avLst/>
            </a:prstGeom>
            <a:solidFill>
              <a:srgbClr val="FFCC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Partie visible</a:t>
              </a:r>
            </a:p>
          </p:txBody>
        </p:sp>
        <p:sp>
          <p:nvSpPr>
            <p:cNvPr id="30" name="Text Box 1033"/>
            <p:cNvSpPr txBox="1">
              <a:spLocks noChangeArrowheads="1"/>
            </p:cNvSpPr>
            <p:nvPr/>
          </p:nvSpPr>
          <p:spPr bwMode="auto">
            <a:xfrm>
              <a:off x="6135291" y="4029075"/>
              <a:ext cx="1712328" cy="253916"/>
            </a:xfrm>
            <a:prstGeom prst="rect">
              <a:avLst/>
            </a:prstGeom>
            <a:solidFill>
              <a:srgbClr val="FFCC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Partie masquée (encapsulée)</a:t>
              </a:r>
            </a:p>
          </p:txBody>
        </p:sp>
        <p:sp>
          <p:nvSpPr>
            <p:cNvPr id="31" name="Text Box 1034"/>
            <p:cNvSpPr txBox="1">
              <a:spLocks noChangeArrowheads="1"/>
            </p:cNvSpPr>
            <p:nvPr/>
          </p:nvSpPr>
          <p:spPr bwMode="auto">
            <a:xfrm>
              <a:off x="3049192" y="3845719"/>
              <a:ext cx="1021556" cy="738664"/>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Attribut_i</a:t>
              </a:r>
            </a:p>
            <a:p>
              <a:r>
                <a:rPr lang="fr-FR" altLang="fr-FR" sz="1050"/>
                <a:t>Attribut_j</a:t>
              </a:r>
            </a:p>
            <a:p>
              <a:r>
                <a:rPr lang="fr-FR" altLang="fr-FR" sz="1050"/>
                <a:t>Opération_k</a:t>
              </a:r>
            </a:p>
            <a:p>
              <a:r>
                <a:rPr lang="fr-FR" altLang="fr-FR" sz="1050"/>
                <a:t>Opération_l</a:t>
              </a:r>
            </a:p>
          </p:txBody>
        </p:sp>
        <p:sp>
          <p:nvSpPr>
            <p:cNvPr id="32" name="Text Box 1035"/>
            <p:cNvSpPr txBox="1">
              <a:spLocks noChangeArrowheads="1"/>
            </p:cNvSpPr>
            <p:nvPr/>
          </p:nvSpPr>
          <p:spPr bwMode="auto">
            <a:xfrm>
              <a:off x="4135041" y="3819525"/>
              <a:ext cx="886781" cy="90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Attribut_R</a:t>
              </a:r>
            </a:p>
            <a:p>
              <a:r>
                <a:rPr lang="fr-FR" altLang="fr-FR" sz="1050"/>
                <a:t>Attribut_S</a:t>
              </a:r>
            </a:p>
            <a:p>
              <a:r>
                <a:rPr lang="fr-FR" altLang="fr-FR" sz="1050"/>
                <a:t>Opération_T</a:t>
              </a:r>
            </a:p>
            <a:p>
              <a:r>
                <a:rPr lang="fr-FR" altLang="fr-FR" sz="1050"/>
                <a:t>Opération_V</a:t>
              </a:r>
            </a:p>
            <a:p>
              <a:endParaRPr lang="fr-FR" altLang="fr-FR" sz="1050"/>
            </a:p>
          </p:txBody>
        </p:sp>
        <p:cxnSp>
          <p:nvCxnSpPr>
            <p:cNvPr id="33" name="AutoShape 1036"/>
            <p:cNvCxnSpPr>
              <a:cxnSpLocks noChangeShapeType="1"/>
              <a:stCxn id="29" idx="3"/>
              <a:endCxn id="27" idx="1"/>
            </p:cNvCxnSpPr>
            <p:nvPr/>
          </p:nvCxnSpPr>
          <p:spPr bwMode="auto">
            <a:xfrm>
              <a:off x="2609850" y="4191000"/>
              <a:ext cx="439341"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037"/>
            <p:cNvCxnSpPr>
              <a:cxnSpLocks noChangeShapeType="1"/>
              <a:stCxn id="30" idx="1"/>
              <a:endCxn id="26" idx="3"/>
            </p:cNvCxnSpPr>
            <p:nvPr/>
          </p:nvCxnSpPr>
          <p:spPr bwMode="auto">
            <a:xfrm flipH="1">
              <a:off x="5278041" y="4143375"/>
              <a:ext cx="857250" cy="0"/>
            </a:xfrm>
            <a:prstGeom prst="straightConnector1">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113805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a:xfrm>
            <a:off x="352611" y="352612"/>
            <a:ext cx="7840831" cy="579868"/>
          </a:xfrm>
        </p:spPr>
        <p:txBody>
          <a:bodyPr>
            <a:normAutofit fontScale="90000"/>
          </a:bodyPr>
          <a:lstStyle/>
          <a:p>
            <a:r>
              <a:rPr lang="fr-FR" altLang="fr-FR" sz="3200" dirty="0"/>
              <a:t>Les concepts objet à travers UML - </a:t>
            </a:r>
            <a:r>
              <a:rPr lang="fr-FR" altLang="fr-FR" sz="3200" dirty="0">
                <a:solidFill>
                  <a:schemeClr val="accent1"/>
                </a:solidFill>
              </a:rPr>
              <a:t>Encapsulation</a:t>
            </a:r>
          </a:p>
        </p:txBody>
      </p:sp>
      <p:pic>
        <p:nvPicPr>
          <p:cNvPr id="66562" name="Picture 2" descr="Why Encapsulation? | Java tutorial, Reading data, New studen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604" y="1657623"/>
            <a:ext cx="5669968" cy="2841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841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7" name="Rectangle 3"/>
          <p:cNvSpPr>
            <a:spLocks noGrp="1" noChangeArrowheads="1"/>
          </p:cNvSpPr>
          <p:nvPr>
            <p:ph type="body" idx="1"/>
          </p:nvPr>
        </p:nvSpPr>
        <p:spPr>
          <a:xfrm>
            <a:off x="352611" y="1484222"/>
            <a:ext cx="7623362" cy="2591729"/>
          </a:xfrm>
        </p:spPr>
        <p:txBody>
          <a:bodyPr>
            <a:normAutofit/>
          </a:bodyPr>
          <a:lstStyle/>
          <a:p>
            <a:pPr lvl="1"/>
            <a:r>
              <a:rPr lang="fr-FR" altLang="fr-FR" sz="1500" dirty="0">
                <a:effectLst>
                  <a:outerShdw blurRad="38100" dist="38100" dir="2700000" algn="tl">
                    <a:srgbClr val="C0C0C0"/>
                  </a:outerShdw>
                </a:effectLst>
              </a:rPr>
              <a:t>Présente un double avantage</a:t>
            </a:r>
          </a:p>
          <a:p>
            <a:pPr lvl="2"/>
            <a:r>
              <a:rPr lang="fr-FR" altLang="fr-FR" sz="1500" dirty="0">
                <a:effectLst>
                  <a:outerShdw blurRad="38100" dist="38100" dir="2700000" algn="tl">
                    <a:srgbClr val="C0C0C0"/>
                  </a:outerShdw>
                </a:effectLst>
                <a:cs typeface="Arial" panose="020B0604020202020204" pitchFamily="34" charset="0"/>
              </a:rPr>
              <a:t>facilite l'évolution d'une application car elle stabilise l'utilisation des objets : on peut modifier l'implémentation des attributs d'un objet sans modifier son interface</a:t>
            </a:r>
          </a:p>
          <a:p>
            <a:pPr lvl="2">
              <a:buFont typeface="Wingdings" panose="05000000000000000000" pitchFamily="2" charset="2"/>
              <a:buNone/>
            </a:pPr>
            <a:endParaRPr lang="fr-FR" altLang="fr-FR" sz="675" dirty="0">
              <a:effectLst>
                <a:outerShdw blurRad="38100" dist="38100" dir="2700000" algn="tl">
                  <a:srgbClr val="C0C0C0"/>
                </a:outerShdw>
              </a:effectLst>
            </a:endParaRPr>
          </a:p>
          <a:p>
            <a:pPr lvl="3">
              <a:buFontTx/>
              <a:buNone/>
            </a:pPr>
            <a:endParaRPr lang="fr-FR" altLang="fr-FR" sz="675" dirty="0"/>
          </a:p>
          <a:p>
            <a:pPr lvl="2"/>
            <a:r>
              <a:rPr lang="fr-FR" altLang="fr-FR" sz="1500" dirty="0">
                <a:effectLst>
                  <a:outerShdw blurRad="38100" dist="38100" dir="2700000" algn="tl">
                    <a:srgbClr val="C0C0C0"/>
                  </a:outerShdw>
                </a:effectLst>
                <a:cs typeface="Arial" panose="020B0604020202020204" pitchFamily="34" charset="0"/>
              </a:rPr>
              <a:t>garantit l'intégrité des données, car elle permet d'interdire l'accès direct aux attributs des objets </a:t>
            </a:r>
          </a:p>
          <a:p>
            <a:pPr marL="425196" lvl="3" indent="0">
              <a:buNone/>
            </a:pPr>
            <a:endParaRPr lang="fr-FR" altLang="fr-FR" dirty="0"/>
          </a:p>
          <a:p>
            <a:pPr>
              <a:buFont typeface="Wingdings" panose="05000000000000000000" pitchFamily="2" charset="2"/>
              <a:buNone/>
            </a:pPr>
            <a:endParaRPr lang="fr-FR" altLang="fr-FR" dirty="0">
              <a:effectLst>
                <a:outerShdw blurRad="38100" dist="38100" dir="2700000" algn="tl">
                  <a:srgbClr val="C0C0C0"/>
                </a:outerShdw>
              </a:effectLst>
            </a:endParaRPr>
          </a:p>
        </p:txBody>
      </p:sp>
      <p:sp>
        <p:nvSpPr>
          <p:cNvPr id="5" name="Rectangle 3"/>
          <p:cNvSpPr>
            <a:spLocks noGrp="1" noChangeArrowheads="1"/>
          </p:cNvSpPr>
          <p:nvPr>
            <p:ph type="title"/>
          </p:nvPr>
        </p:nvSpPr>
        <p:spPr>
          <a:xfrm>
            <a:off x="352611" y="352612"/>
            <a:ext cx="7840831" cy="579868"/>
          </a:xfrm>
        </p:spPr>
        <p:txBody>
          <a:bodyPr>
            <a:normAutofit fontScale="90000"/>
          </a:bodyPr>
          <a:lstStyle/>
          <a:p>
            <a:r>
              <a:rPr lang="fr-FR" altLang="fr-FR" sz="3200" dirty="0"/>
              <a:t>Les concepts objet à travers UML - </a:t>
            </a:r>
            <a:r>
              <a:rPr lang="fr-FR" altLang="fr-FR" sz="3200" dirty="0">
                <a:solidFill>
                  <a:schemeClr val="accent1"/>
                </a:solidFill>
              </a:rPr>
              <a:t>Encapsulation</a:t>
            </a:r>
          </a:p>
        </p:txBody>
      </p:sp>
    </p:spTree>
    <p:extLst>
      <p:ext uri="{BB962C8B-B14F-4D97-AF65-F5344CB8AC3E}">
        <p14:creationId xmlns:p14="http://schemas.microsoft.com/office/powerpoint/2010/main" val="478023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0867" name="Rectangle 3"/>
          <p:cNvSpPr>
            <a:spLocks noGrp="1" noChangeArrowheads="1"/>
          </p:cNvSpPr>
          <p:nvPr>
            <p:ph type="body" idx="1"/>
          </p:nvPr>
        </p:nvSpPr>
        <p:spPr>
          <a:xfrm>
            <a:off x="352611" y="1484222"/>
            <a:ext cx="5426636" cy="3249143"/>
          </a:xfrm>
        </p:spPr>
        <p:txBody>
          <a:bodyPr>
            <a:normAutofit fontScale="92500" lnSpcReduction="10000"/>
          </a:bodyPr>
          <a:lstStyle/>
          <a:p>
            <a:pPr lvl="1"/>
            <a:r>
              <a:rPr lang="fr-FR" altLang="fr-FR" sz="1500" dirty="0">
                <a:effectLst>
                  <a:outerShdw blurRad="38100" dist="38100" dir="2700000" algn="tl">
                    <a:srgbClr val="C0C0C0"/>
                  </a:outerShdw>
                </a:effectLst>
              </a:rPr>
              <a:t>Il est possible d’</a:t>
            </a:r>
            <a:r>
              <a:rPr lang="fr-FR" altLang="ja-JP" sz="1500" dirty="0">
                <a:effectLst>
                  <a:outerShdw blurRad="38100" dist="38100" dir="2700000" algn="tl">
                    <a:srgbClr val="C0C0C0"/>
                  </a:outerShdw>
                </a:effectLst>
              </a:rPr>
              <a:t>assouplir le degré d’encapsulation au profit de certaines classes utilisatrices bien particulières</a:t>
            </a:r>
          </a:p>
          <a:p>
            <a:pPr lvl="3"/>
            <a:r>
              <a:rPr lang="fr-FR" altLang="fr-FR" sz="1350" dirty="0"/>
              <a:t>En définissant des niveaux de visibilité</a:t>
            </a:r>
          </a:p>
          <a:p>
            <a:pPr lvl="3">
              <a:buNone/>
            </a:pPr>
            <a:endParaRPr lang="fr-FR" altLang="fr-FR" sz="600" dirty="0"/>
          </a:p>
          <a:p>
            <a:pPr lvl="1"/>
            <a:r>
              <a:rPr lang="fr-FR" altLang="fr-FR" sz="1500" dirty="0">
                <a:effectLst>
                  <a:outerShdw blurRad="38100" dist="38100" dir="2700000" algn="tl">
                    <a:srgbClr val="C0C0C0"/>
                  </a:outerShdw>
                </a:effectLst>
              </a:rPr>
              <a:t>Les trois niveaux distincts d’</a:t>
            </a:r>
            <a:r>
              <a:rPr lang="fr-FR" altLang="ja-JP" sz="1500" dirty="0">
                <a:effectLst>
                  <a:outerShdw blurRad="38100" dist="38100" dir="2700000" algn="tl">
                    <a:srgbClr val="C0C0C0"/>
                  </a:outerShdw>
                </a:effectLst>
              </a:rPr>
              <a:t>encapsulation couramment retenus sont:</a:t>
            </a:r>
          </a:p>
          <a:p>
            <a:pPr lvl="1">
              <a:buNone/>
            </a:pPr>
            <a:endParaRPr lang="fr-FR" altLang="fr-FR" sz="6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Niveau privé : c’</a:t>
            </a:r>
            <a:r>
              <a:rPr lang="fr-FR" altLang="ja-JP" sz="1500" dirty="0">
                <a:effectLst>
                  <a:outerShdw blurRad="38100" dist="38100" dir="2700000" algn="tl">
                    <a:srgbClr val="C0C0C0"/>
                  </a:outerShdw>
                </a:effectLst>
              </a:rPr>
              <a:t>est le niveau le plus fort; la partie privée de la classe est totalement opaque </a:t>
            </a:r>
          </a:p>
          <a:p>
            <a:pPr lvl="2">
              <a:buNone/>
            </a:pPr>
            <a:endParaRPr lang="fr-FR" altLang="fr-FR" sz="6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Niveau protégé : c’</a:t>
            </a:r>
            <a:r>
              <a:rPr lang="fr-FR" altLang="ja-JP" sz="1500" dirty="0">
                <a:effectLst>
                  <a:outerShdw blurRad="38100" dist="38100" dir="2700000" algn="tl">
                    <a:srgbClr val="C0C0C0"/>
                  </a:outerShdw>
                </a:effectLst>
              </a:rPr>
              <a:t>est le niveau intermédiaire ; les attributs placés dans la partie protégée sont visibles par les classes dérivées de la classe fournisseur. Pour toutes les autres classes, les attributs restent invisibles</a:t>
            </a:r>
          </a:p>
          <a:p>
            <a:pPr lvl="2">
              <a:buNone/>
            </a:pPr>
            <a:endParaRPr lang="fr-FR" altLang="fr-FR" sz="6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Niveau publique : ceci revient à se passer de la notion d’</a:t>
            </a:r>
            <a:r>
              <a:rPr lang="fr-FR" altLang="ja-JP" sz="1500" dirty="0">
                <a:effectLst>
                  <a:outerShdw blurRad="38100" dist="38100" dir="2700000" algn="tl">
                    <a:srgbClr val="C0C0C0"/>
                  </a:outerShdw>
                </a:effectLst>
              </a:rPr>
              <a:t>encapsulation et de rendre visibles les attributs pour toutes les classes</a:t>
            </a:r>
            <a:endParaRPr lang="fr-FR" altLang="fr-FR" sz="1500" dirty="0">
              <a:effectLst>
                <a:outerShdw blurRad="38100" dist="38100" dir="2700000" algn="tl">
                  <a:srgbClr val="C0C0C0"/>
                </a:outerShdw>
              </a:effectLst>
            </a:endParaRPr>
          </a:p>
        </p:txBody>
      </p:sp>
      <p:sp>
        <p:nvSpPr>
          <p:cNvPr id="5" name="Rectangle 3"/>
          <p:cNvSpPr>
            <a:spLocks noGrp="1" noChangeArrowheads="1"/>
          </p:cNvSpPr>
          <p:nvPr>
            <p:ph type="title"/>
          </p:nvPr>
        </p:nvSpPr>
        <p:spPr>
          <a:xfrm>
            <a:off x="352611" y="352612"/>
            <a:ext cx="7840831" cy="579868"/>
          </a:xfrm>
        </p:spPr>
        <p:txBody>
          <a:bodyPr>
            <a:normAutofit fontScale="90000"/>
          </a:bodyPr>
          <a:lstStyle/>
          <a:p>
            <a:r>
              <a:rPr lang="fr-FR" altLang="fr-FR" sz="3200" dirty="0"/>
              <a:t>Les concepts objet à travers UML - </a:t>
            </a:r>
            <a:r>
              <a:rPr lang="fr-FR" altLang="fr-FR" sz="3200" dirty="0">
                <a:solidFill>
                  <a:schemeClr val="accent1"/>
                </a:solidFill>
              </a:rPr>
              <a:t>Encapsulation</a:t>
            </a:r>
          </a:p>
        </p:txBody>
      </p:sp>
      <p:grpSp>
        <p:nvGrpSpPr>
          <p:cNvPr id="4" name="Group 4"/>
          <p:cNvGrpSpPr>
            <a:grpSpLocks/>
          </p:cNvGrpSpPr>
          <p:nvPr/>
        </p:nvGrpSpPr>
        <p:grpSpPr bwMode="auto">
          <a:xfrm>
            <a:off x="6522244" y="1208485"/>
            <a:ext cx="1690688" cy="3429000"/>
            <a:chOff x="528" y="1296"/>
            <a:chExt cx="1420" cy="2880"/>
          </a:xfrm>
        </p:grpSpPr>
        <p:sp>
          <p:nvSpPr>
            <p:cNvPr id="6" name="Rectangle 5"/>
            <p:cNvSpPr>
              <a:spLocks noChangeArrowheads="1"/>
            </p:cNvSpPr>
            <p:nvPr/>
          </p:nvSpPr>
          <p:spPr bwMode="auto">
            <a:xfrm>
              <a:off x="528" y="1296"/>
              <a:ext cx="1296" cy="12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7" name="Text Box 6"/>
            <p:cNvSpPr txBox="1">
              <a:spLocks noChangeArrowheads="1"/>
            </p:cNvSpPr>
            <p:nvPr/>
          </p:nvSpPr>
          <p:spPr bwMode="auto">
            <a:xfrm>
              <a:off x="652" y="1296"/>
              <a:ext cx="97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Règle de visibilité</a:t>
              </a:r>
            </a:p>
          </p:txBody>
        </p:sp>
        <p:sp>
          <p:nvSpPr>
            <p:cNvPr id="8" name="Line 7"/>
            <p:cNvSpPr>
              <a:spLocks noChangeShapeType="1"/>
            </p:cNvSpPr>
            <p:nvPr/>
          </p:nvSpPr>
          <p:spPr bwMode="auto">
            <a:xfrm>
              <a:off x="528" y="1488"/>
              <a:ext cx="12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9" name="Text Box 8"/>
            <p:cNvSpPr txBox="1">
              <a:spLocks noChangeArrowheads="1"/>
            </p:cNvSpPr>
            <p:nvPr/>
          </p:nvSpPr>
          <p:spPr bwMode="auto">
            <a:xfrm>
              <a:off x="528" y="1495"/>
              <a:ext cx="963"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 Attribut public</a:t>
              </a:r>
            </a:p>
            <a:p>
              <a:r>
                <a:rPr lang="fr-FR" altLang="fr-FR" sz="1050"/>
                <a:t># Attribut protégé</a:t>
              </a:r>
            </a:p>
            <a:p>
              <a:r>
                <a:rPr lang="fr-FR" altLang="fr-FR" sz="1050"/>
                <a:t>- Attribut privé</a:t>
              </a:r>
            </a:p>
          </p:txBody>
        </p:sp>
        <p:sp>
          <p:nvSpPr>
            <p:cNvPr id="10" name="Line 9"/>
            <p:cNvSpPr>
              <a:spLocks noChangeShapeType="1"/>
            </p:cNvSpPr>
            <p:nvPr/>
          </p:nvSpPr>
          <p:spPr bwMode="auto">
            <a:xfrm>
              <a:off x="528" y="1955"/>
              <a:ext cx="12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1" name="Text Box 10"/>
            <p:cNvSpPr txBox="1">
              <a:spLocks noChangeArrowheads="1"/>
            </p:cNvSpPr>
            <p:nvPr/>
          </p:nvSpPr>
          <p:spPr bwMode="auto">
            <a:xfrm>
              <a:off x="528" y="1975"/>
              <a:ext cx="1196"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 Opération publique()</a:t>
              </a:r>
            </a:p>
            <a:p>
              <a:r>
                <a:rPr lang="fr-FR" altLang="fr-FR" sz="1050"/>
                <a:t># Opération protégée()</a:t>
              </a:r>
            </a:p>
            <a:p>
              <a:r>
                <a:rPr lang="fr-FR" altLang="fr-FR" sz="1050"/>
                <a:t>- Opértion privée()</a:t>
              </a:r>
            </a:p>
          </p:txBody>
        </p:sp>
        <p:sp>
          <p:nvSpPr>
            <p:cNvPr id="12" name="Rectangle 11"/>
            <p:cNvSpPr>
              <a:spLocks noChangeArrowheads="1"/>
            </p:cNvSpPr>
            <p:nvPr/>
          </p:nvSpPr>
          <p:spPr bwMode="auto">
            <a:xfrm>
              <a:off x="652" y="2976"/>
              <a:ext cx="1296" cy="12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3" name="Text Box 12"/>
            <p:cNvSpPr txBox="1">
              <a:spLocks noChangeArrowheads="1"/>
            </p:cNvSpPr>
            <p:nvPr/>
          </p:nvSpPr>
          <p:spPr bwMode="auto">
            <a:xfrm>
              <a:off x="1039" y="2976"/>
              <a:ext cx="4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Salarié</a:t>
              </a:r>
            </a:p>
          </p:txBody>
        </p:sp>
        <p:sp>
          <p:nvSpPr>
            <p:cNvPr id="14" name="Line 13"/>
            <p:cNvSpPr>
              <a:spLocks noChangeShapeType="1"/>
            </p:cNvSpPr>
            <p:nvPr/>
          </p:nvSpPr>
          <p:spPr bwMode="auto">
            <a:xfrm>
              <a:off x="652" y="3168"/>
              <a:ext cx="12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5" name="Text Box 14"/>
            <p:cNvSpPr txBox="1">
              <a:spLocks noChangeArrowheads="1"/>
            </p:cNvSpPr>
            <p:nvPr/>
          </p:nvSpPr>
          <p:spPr bwMode="auto">
            <a:xfrm>
              <a:off x="652" y="3175"/>
              <a:ext cx="515"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 nom</a:t>
              </a:r>
            </a:p>
            <a:p>
              <a:r>
                <a:rPr lang="fr-FR" altLang="fr-FR" sz="1050"/>
                <a:t># age</a:t>
              </a:r>
            </a:p>
            <a:p>
              <a:r>
                <a:rPr lang="fr-FR" altLang="fr-FR" sz="1050"/>
                <a:t>- salaire</a:t>
              </a:r>
            </a:p>
          </p:txBody>
        </p:sp>
        <p:sp>
          <p:nvSpPr>
            <p:cNvPr id="16" name="Line 15"/>
            <p:cNvSpPr>
              <a:spLocks noChangeShapeType="1"/>
            </p:cNvSpPr>
            <p:nvPr/>
          </p:nvSpPr>
          <p:spPr bwMode="auto">
            <a:xfrm>
              <a:off x="652" y="3635"/>
              <a:ext cx="129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7" name="Text Box 16"/>
            <p:cNvSpPr txBox="1">
              <a:spLocks noChangeArrowheads="1"/>
            </p:cNvSpPr>
            <p:nvPr/>
          </p:nvSpPr>
          <p:spPr bwMode="auto">
            <a:xfrm>
              <a:off x="652" y="3655"/>
              <a:ext cx="984" cy="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 donnerSalaire()</a:t>
              </a:r>
            </a:p>
            <a:p>
              <a:r>
                <a:rPr lang="fr-FR" altLang="fr-FR" sz="1050"/>
                <a:t># changerSalaire()</a:t>
              </a:r>
            </a:p>
            <a:p>
              <a:r>
                <a:rPr lang="fr-FR" altLang="fr-FR" sz="1050"/>
                <a:t>- calculerPrime()</a:t>
              </a:r>
            </a:p>
          </p:txBody>
        </p:sp>
      </p:grpSp>
    </p:spTree>
    <p:extLst>
      <p:ext uri="{BB962C8B-B14F-4D97-AF65-F5344CB8AC3E}">
        <p14:creationId xmlns:p14="http://schemas.microsoft.com/office/powerpoint/2010/main" val="2783793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relations entre les classes</a:t>
            </a:r>
          </a:p>
        </p:txBody>
      </p:sp>
      <p:sp>
        <p:nvSpPr>
          <p:cNvPr id="1053700" name="Rectangle 4"/>
          <p:cNvSpPr>
            <a:spLocks noGrp="1" noChangeArrowheads="1"/>
          </p:cNvSpPr>
          <p:nvPr>
            <p:ph type="body" idx="1"/>
          </p:nvPr>
        </p:nvSpPr>
        <p:spPr>
          <a:xfrm>
            <a:off x="215167" y="1380114"/>
            <a:ext cx="5504315" cy="3245957"/>
          </a:xfrm>
        </p:spPr>
        <p:txBody>
          <a:bodyPr>
            <a:normAutofit lnSpcReduction="10000"/>
          </a:bodyPr>
          <a:lstStyle/>
          <a:p>
            <a:pPr marL="288036" lvl="2" indent="0">
              <a:buNone/>
            </a:pPr>
            <a:r>
              <a:rPr lang="fr-FR" altLang="fr-FR" sz="2400" b="1" dirty="0">
                <a:solidFill>
                  <a:schemeClr val="accent1"/>
                </a:solidFill>
                <a:effectLst>
                  <a:outerShdw blurRad="38100" dist="38100" dir="2700000" algn="tl">
                    <a:srgbClr val="C0C0C0"/>
                  </a:outerShdw>
                </a:effectLst>
              </a:rPr>
              <a:t>Associations</a:t>
            </a:r>
          </a:p>
          <a:p>
            <a:pPr lvl="1">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Représentent les relations structurelles qui existent entre objets de différentes classes.</a:t>
            </a:r>
            <a:r>
              <a:rPr lang="fr-FR" altLang="fr-FR" sz="1500" dirty="0">
                <a:effectLst>
                  <a:outerShdw blurRad="38100" dist="38100" dir="2700000" algn="tl">
                    <a:srgbClr val="C0C0C0"/>
                  </a:outerShdw>
                </a:effectLst>
              </a:rPr>
              <a:t> </a:t>
            </a:r>
            <a:endParaRPr lang="fr-FR" altLang="fr-FR" sz="600" dirty="0">
              <a:effectLst>
                <a:outerShdw blurRad="38100" dist="38100" dir="2700000" algn="tl">
                  <a:srgbClr val="C0C0C0"/>
                </a:outerShdw>
              </a:effectLst>
            </a:endParaRP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La plupart des associations sont binaires</a:t>
            </a:r>
          </a:p>
          <a:p>
            <a:pPr lvl="2">
              <a:buFont typeface="Wingdings" panose="05000000000000000000" pitchFamily="2" charset="2"/>
              <a:buNone/>
            </a:pPr>
            <a:r>
              <a:rPr lang="fr-FR" altLang="fr-FR" sz="675" dirty="0">
                <a:effectLst>
                  <a:outerShdw blurRad="38100" dist="38100" dir="2700000" algn="tl">
                    <a:srgbClr val="C0C0C0"/>
                  </a:outerShdw>
                </a:effectLst>
              </a:rPr>
              <a:t> </a:t>
            </a:r>
          </a:p>
          <a:p>
            <a:pPr lvl="2"/>
            <a:r>
              <a:rPr lang="fr-FR" altLang="fr-FR" sz="1350" dirty="0">
                <a:effectLst>
                  <a:outerShdw blurRad="38100" dist="38100" dir="2700000" algn="tl">
                    <a:srgbClr val="C0C0C0"/>
                  </a:outerShdw>
                </a:effectLst>
              </a:rPr>
              <a:t>Une association est caractérisée par:</a:t>
            </a:r>
            <a:r>
              <a:rPr lang="fr-FR" altLang="fr-FR" sz="1500" dirty="0">
                <a:effectLst>
                  <a:outerShdw blurRad="38100" dist="38100" dir="2700000" algn="tl">
                    <a:srgbClr val="C0C0C0"/>
                  </a:outerShdw>
                </a:effectLst>
              </a:rPr>
              <a:t> </a:t>
            </a: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3"/>
            <a:r>
              <a:rPr lang="fr-FR" altLang="fr-FR" sz="1350" dirty="0"/>
              <a:t>un nom, qui peut être omis notamment quand les rôles des classes sont spécifiés</a:t>
            </a:r>
          </a:p>
          <a:p>
            <a:pPr lvl="3">
              <a:buFontTx/>
              <a:buNone/>
            </a:pPr>
            <a:endParaRPr lang="fr-FR" altLang="fr-FR" sz="600" dirty="0"/>
          </a:p>
          <a:p>
            <a:pPr lvl="3"/>
            <a:r>
              <a:rPr lang="fr-FR" altLang="fr-FR" sz="1350" dirty="0"/>
              <a:t>un rôle pour chacune des classes qui participent à l'association. </a:t>
            </a:r>
          </a:p>
          <a:p>
            <a:pPr lvl="3"/>
            <a:endParaRPr lang="fr-FR" altLang="fr-FR" sz="600" dirty="0"/>
          </a:p>
          <a:p>
            <a:pPr lvl="3"/>
            <a:r>
              <a:rPr lang="fr-FR" altLang="fr-FR" sz="1350" dirty="0"/>
              <a:t>une multiplicité </a:t>
            </a:r>
          </a:p>
          <a:p>
            <a:pPr lvl="3"/>
            <a:endParaRPr lang="fr-FR" altLang="fr-FR" sz="1600" dirty="0"/>
          </a:p>
        </p:txBody>
      </p:sp>
      <p:grpSp>
        <p:nvGrpSpPr>
          <p:cNvPr id="4" name="Group 4"/>
          <p:cNvGrpSpPr>
            <a:grpSpLocks/>
          </p:cNvGrpSpPr>
          <p:nvPr/>
        </p:nvGrpSpPr>
        <p:grpSpPr bwMode="auto">
          <a:xfrm>
            <a:off x="5719482" y="1440396"/>
            <a:ext cx="3115866" cy="3125391"/>
            <a:chOff x="0" y="1392"/>
            <a:chExt cx="2592" cy="2784"/>
          </a:xfrm>
        </p:grpSpPr>
        <p:sp>
          <p:nvSpPr>
            <p:cNvPr id="5" name="Rectangle 5"/>
            <p:cNvSpPr>
              <a:spLocks noChangeArrowheads="1"/>
            </p:cNvSpPr>
            <p:nvPr/>
          </p:nvSpPr>
          <p:spPr bwMode="auto">
            <a:xfrm>
              <a:off x="0" y="1392"/>
              <a:ext cx="2592" cy="2784"/>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 name="Rectangle 6"/>
            <p:cNvSpPr>
              <a:spLocks noChangeArrowheads="1"/>
            </p:cNvSpPr>
            <p:nvPr/>
          </p:nvSpPr>
          <p:spPr bwMode="auto">
            <a:xfrm>
              <a:off x="288" y="1584"/>
              <a:ext cx="624" cy="247"/>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7" name="Text Box 7"/>
            <p:cNvSpPr txBox="1">
              <a:spLocks noChangeArrowheads="1"/>
            </p:cNvSpPr>
            <p:nvPr/>
          </p:nvSpPr>
          <p:spPr bwMode="auto">
            <a:xfrm>
              <a:off x="288" y="1584"/>
              <a:ext cx="61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Université</a:t>
              </a:r>
            </a:p>
          </p:txBody>
        </p:sp>
        <p:sp>
          <p:nvSpPr>
            <p:cNvPr id="8" name="Rectangle 8"/>
            <p:cNvSpPr>
              <a:spLocks noChangeArrowheads="1"/>
            </p:cNvSpPr>
            <p:nvPr/>
          </p:nvSpPr>
          <p:spPr bwMode="auto">
            <a:xfrm>
              <a:off x="1680" y="1543"/>
              <a:ext cx="532"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9" name="Text Box 9"/>
            <p:cNvSpPr txBox="1">
              <a:spLocks noChangeArrowheads="1"/>
            </p:cNvSpPr>
            <p:nvPr/>
          </p:nvSpPr>
          <p:spPr bwMode="auto">
            <a:xfrm>
              <a:off x="1717" y="1543"/>
              <a:ext cx="53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Étudiant</a:t>
              </a:r>
            </a:p>
          </p:txBody>
        </p:sp>
        <p:cxnSp>
          <p:nvCxnSpPr>
            <p:cNvPr id="10" name="AutoShape 10"/>
            <p:cNvCxnSpPr>
              <a:cxnSpLocks noChangeShapeType="1"/>
              <a:stCxn id="6" idx="3"/>
              <a:endCxn id="8" idx="1"/>
            </p:cNvCxnSpPr>
            <p:nvPr/>
          </p:nvCxnSpPr>
          <p:spPr bwMode="auto">
            <a:xfrm flipV="1">
              <a:off x="912" y="1687"/>
              <a:ext cx="768" cy="2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1" name="Text Box 11"/>
            <p:cNvSpPr txBox="1">
              <a:spLocks noChangeArrowheads="1"/>
            </p:cNvSpPr>
            <p:nvPr/>
          </p:nvSpPr>
          <p:spPr bwMode="auto">
            <a:xfrm>
              <a:off x="887" y="1392"/>
              <a:ext cx="86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Une association</a:t>
              </a:r>
            </a:p>
          </p:txBody>
        </p:sp>
        <p:sp>
          <p:nvSpPr>
            <p:cNvPr id="12" name="Rectangle 12"/>
            <p:cNvSpPr>
              <a:spLocks noChangeArrowheads="1"/>
            </p:cNvSpPr>
            <p:nvPr/>
          </p:nvSpPr>
          <p:spPr bwMode="auto">
            <a:xfrm>
              <a:off x="421" y="2681"/>
              <a:ext cx="624" cy="247"/>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3" name="Text Box 13"/>
            <p:cNvSpPr txBox="1">
              <a:spLocks noChangeArrowheads="1"/>
            </p:cNvSpPr>
            <p:nvPr/>
          </p:nvSpPr>
          <p:spPr bwMode="auto">
            <a:xfrm>
              <a:off x="421" y="2681"/>
              <a:ext cx="61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Université</a:t>
              </a:r>
            </a:p>
          </p:txBody>
        </p:sp>
        <p:sp>
          <p:nvSpPr>
            <p:cNvPr id="14" name="Rectangle 14"/>
            <p:cNvSpPr>
              <a:spLocks noChangeArrowheads="1"/>
            </p:cNvSpPr>
            <p:nvPr/>
          </p:nvSpPr>
          <p:spPr bwMode="auto">
            <a:xfrm>
              <a:off x="1813" y="2640"/>
              <a:ext cx="532"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5" name="Text Box 15"/>
            <p:cNvSpPr txBox="1">
              <a:spLocks noChangeArrowheads="1"/>
            </p:cNvSpPr>
            <p:nvPr/>
          </p:nvSpPr>
          <p:spPr bwMode="auto">
            <a:xfrm>
              <a:off x="1851" y="2640"/>
              <a:ext cx="56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Personne</a:t>
              </a:r>
            </a:p>
          </p:txBody>
        </p:sp>
        <p:cxnSp>
          <p:nvCxnSpPr>
            <p:cNvPr id="16" name="AutoShape 16"/>
            <p:cNvCxnSpPr>
              <a:cxnSpLocks noChangeShapeType="1"/>
              <a:stCxn id="12" idx="3"/>
              <a:endCxn id="14" idx="1"/>
            </p:cNvCxnSpPr>
            <p:nvPr/>
          </p:nvCxnSpPr>
          <p:spPr bwMode="auto">
            <a:xfrm flipV="1">
              <a:off x="1045" y="2784"/>
              <a:ext cx="768" cy="2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7" name="Text Box 17"/>
            <p:cNvSpPr txBox="1">
              <a:spLocks noChangeArrowheads="1"/>
            </p:cNvSpPr>
            <p:nvPr/>
          </p:nvSpPr>
          <p:spPr bwMode="auto">
            <a:xfrm>
              <a:off x="1565" y="2446"/>
              <a:ext cx="53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Étudiant</a:t>
              </a:r>
            </a:p>
          </p:txBody>
        </p:sp>
        <p:sp>
          <p:nvSpPr>
            <p:cNvPr id="18" name="Text Box 18"/>
            <p:cNvSpPr txBox="1">
              <a:spLocks noChangeArrowheads="1"/>
            </p:cNvSpPr>
            <p:nvPr/>
          </p:nvSpPr>
          <p:spPr bwMode="auto">
            <a:xfrm>
              <a:off x="769" y="2982"/>
              <a:ext cx="65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Employeur</a:t>
              </a:r>
            </a:p>
          </p:txBody>
        </p:sp>
        <p:sp>
          <p:nvSpPr>
            <p:cNvPr id="19" name="Text Box 19"/>
            <p:cNvSpPr txBox="1">
              <a:spLocks noChangeArrowheads="1"/>
            </p:cNvSpPr>
            <p:nvPr/>
          </p:nvSpPr>
          <p:spPr bwMode="auto">
            <a:xfrm>
              <a:off x="1565" y="2982"/>
              <a:ext cx="65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Enseignant</a:t>
              </a:r>
            </a:p>
          </p:txBody>
        </p:sp>
        <p:sp>
          <p:nvSpPr>
            <p:cNvPr id="20" name="Rectangle 20"/>
            <p:cNvSpPr>
              <a:spLocks noChangeArrowheads="1"/>
            </p:cNvSpPr>
            <p:nvPr/>
          </p:nvSpPr>
          <p:spPr bwMode="auto">
            <a:xfrm>
              <a:off x="389" y="3628"/>
              <a:ext cx="624" cy="247"/>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21" name="Text Box 21"/>
            <p:cNvSpPr txBox="1">
              <a:spLocks noChangeArrowheads="1"/>
            </p:cNvSpPr>
            <p:nvPr/>
          </p:nvSpPr>
          <p:spPr bwMode="auto">
            <a:xfrm>
              <a:off x="389" y="3628"/>
              <a:ext cx="619"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Université</a:t>
              </a:r>
            </a:p>
          </p:txBody>
        </p:sp>
        <p:sp>
          <p:nvSpPr>
            <p:cNvPr id="22" name="Rectangle 22"/>
            <p:cNvSpPr>
              <a:spLocks noChangeArrowheads="1"/>
            </p:cNvSpPr>
            <p:nvPr/>
          </p:nvSpPr>
          <p:spPr bwMode="auto">
            <a:xfrm>
              <a:off x="1781" y="3587"/>
              <a:ext cx="532"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23" name="Text Box 23"/>
            <p:cNvSpPr txBox="1">
              <a:spLocks noChangeArrowheads="1"/>
            </p:cNvSpPr>
            <p:nvPr/>
          </p:nvSpPr>
          <p:spPr bwMode="auto">
            <a:xfrm>
              <a:off x="1818" y="3587"/>
              <a:ext cx="56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Personne</a:t>
              </a:r>
            </a:p>
          </p:txBody>
        </p:sp>
        <p:cxnSp>
          <p:nvCxnSpPr>
            <p:cNvPr id="24" name="AutoShape 24"/>
            <p:cNvCxnSpPr>
              <a:cxnSpLocks noChangeShapeType="1"/>
              <a:stCxn id="20" idx="3"/>
              <a:endCxn id="22" idx="1"/>
            </p:cNvCxnSpPr>
            <p:nvPr/>
          </p:nvCxnSpPr>
          <p:spPr bwMode="auto">
            <a:xfrm flipV="1">
              <a:off x="1013" y="3731"/>
              <a:ext cx="768" cy="21"/>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5" name="Text Box 25"/>
            <p:cNvSpPr txBox="1">
              <a:spLocks noChangeArrowheads="1"/>
            </p:cNvSpPr>
            <p:nvPr/>
          </p:nvSpPr>
          <p:spPr bwMode="auto">
            <a:xfrm>
              <a:off x="1533" y="3395"/>
              <a:ext cx="531"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Étudiant</a:t>
              </a:r>
            </a:p>
          </p:txBody>
        </p:sp>
        <p:sp>
          <p:nvSpPr>
            <p:cNvPr id="26" name="Text Box 26"/>
            <p:cNvSpPr txBox="1">
              <a:spLocks noChangeArrowheads="1"/>
            </p:cNvSpPr>
            <p:nvPr/>
          </p:nvSpPr>
          <p:spPr bwMode="auto">
            <a:xfrm>
              <a:off x="737" y="3930"/>
              <a:ext cx="65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Employeur</a:t>
              </a:r>
            </a:p>
          </p:txBody>
        </p:sp>
        <p:sp>
          <p:nvSpPr>
            <p:cNvPr id="27" name="Text Box 27"/>
            <p:cNvSpPr txBox="1">
              <a:spLocks noChangeArrowheads="1"/>
            </p:cNvSpPr>
            <p:nvPr/>
          </p:nvSpPr>
          <p:spPr bwMode="auto">
            <a:xfrm>
              <a:off x="1533" y="3930"/>
              <a:ext cx="65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Enseignant</a:t>
              </a:r>
            </a:p>
          </p:txBody>
        </p:sp>
        <p:sp>
          <p:nvSpPr>
            <p:cNvPr id="28" name="Text Box 28"/>
            <p:cNvSpPr txBox="1">
              <a:spLocks noChangeArrowheads="1"/>
            </p:cNvSpPr>
            <p:nvPr/>
          </p:nvSpPr>
          <p:spPr bwMode="auto">
            <a:xfrm>
              <a:off x="1012" y="3437"/>
              <a:ext cx="21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29" name="Text Box 29"/>
            <p:cNvSpPr txBox="1">
              <a:spLocks noChangeArrowheads="1"/>
            </p:cNvSpPr>
            <p:nvPr/>
          </p:nvSpPr>
          <p:spPr bwMode="auto">
            <a:xfrm>
              <a:off x="987" y="3793"/>
              <a:ext cx="32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0..1</a:t>
              </a:r>
            </a:p>
          </p:txBody>
        </p:sp>
        <p:sp>
          <p:nvSpPr>
            <p:cNvPr id="30" name="Text Box 30"/>
            <p:cNvSpPr txBox="1">
              <a:spLocks noChangeArrowheads="1"/>
            </p:cNvSpPr>
            <p:nvPr/>
          </p:nvSpPr>
          <p:spPr bwMode="auto">
            <a:xfrm>
              <a:off x="1594" y="3779"/>
              <a:ext cx="21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
              </a:r>
            </a:p>
          </p:txBody>
        </p:sp>
        <p:sp>
          <p:nvSpPr>
            <p:cNvPr id="31" name="Text Box 31"/>
            <p:cNvSpPr txBox="1">
              <a:spLocks noChangeArrowheads="1"/>
            </p:cNvSpPr>
            <p:nvPr/>
          </p:nvSpPr>
          <p:spPr bwMode="auto">
            <a:xfrm>
              <a:off x="1623" y="3540"/>
              <a:ext cx="210"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
              </a:r>
            </a:p>
          </p:txBody>
        </p:sp>
      </p:grpSp>
    </p:spTree>
    <p:extLst>
      <p:ext uri="{BB962C8B-B14F-4D97-AF65-F5344CB8AC3E}">
        <p14:creationId xmlns:p14="http://schemas.microsoft.com/office/powerpoint/2010/main" val="1646566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relations entre les classes</a:t>
            </a:r>
          </a:p>
        </p:txBody>
      </p:sp>
      <p:sp>
        <p:nvSpPr>
          <p:cNvPr id="1053700" name="Rectangle 4"/>
          <p:cNvSpPr>
            <a:spLocks noGrp="1" noChangeArrowheads="1"/>
          </p:cNvSpPr>
          <p:nvPr>
            <p:ph type="body" idx="1"/>
          </p:nvPr>
        </p:nvSpPr>
        <p:spPr>
          <a:xfrm>
            <a:off x="215167" y="1380114"/>
            <a:ext cx="5504315"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Multiplicité</a:t>
            </a:r>
          </a:p>
          <a:p>
            <a:pPr lvl="1">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Chaque extrémité d'une association peut porter une indication de multiplicité (nombre d'occurrences) qui montre combien d'objets de la classe considérée peuvent être liés à un objet de l'autre classe. </a:t>
            </a:r>
          </a:p>
          <a:p>
            <a:pPr lvl="3"/>
            <a:endParaRPr lang="fr-FR" altLang="fr-FR" sz="1600" dirty="0"/>
          </a:p>
        </p:txBody>
      </p:sp>
      <p:graphicFrame>
        <p:nvGraphicFramePr>
          <p:cNvPr id="33" name="Group 4"/>
          <p:cNvGraphicFramePr>
            <a:graphicFrameLocks noGrp="1"/>
          </p:cNvGraphicFramePr>
          <p:nvPr>
            <p:extLst>
              <p:ext uri="{D42A27DB-BD31-4B8C-83A1-F6EECF244321}">
                <p14:modId xmlns:p14="http://schemas.microsoft.com/office/powerpoint/2010/main" val="1366970021"/>
              </p:ext>
            </p:extLst>
          </p:nvPr>
        </p:nvGraphicFramePr>
        <p:xfrm>
          <a:off x="5582491" y="2600910"/>
          <a:ext cx="2971800" cy="1930004"/>
        </p:xfrm>
        <a:graphic>
          <a:graphicData uri="http://schemas.openxmlformats.org/drawingml/2006/table">
            <a:tbl>
              <a:tblPr>
                <a:tableStyleId>{35758FB7-9AC5-4552-8A53-C91805E547FA}</a:tableStyleId>
              </a:tblPr>
              <a:tblGrid>
                <a:gridCol w="731044">
                  <a:extLst>
                    <a:ext uri="{9D8B030D-6E8A-4147-A177-3AD203B41FA5}">
                      <a16:colId xmlns:a16="http://schemas.microsoft.com/office/drawing/2014/main" val="20000"/>
                    </a:ext>
                  </a:extLst>
                </a:gridCol>
                <a:gridCol w="2240756">
                  <a:extLst>
                    <a:ext uri="{9D8B030D-6E8A-4147-A177-3AD203B41FA5}">
                      <a16:colId xmlns:a16="http://schemas.microsoft.com/office/drawing/2014/main" val="20001"/>
                    </a:ext>
                  </a:extLst>
                </a:gridCol>
              </a:tblGrid>
              <a:tr h="397669">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dirty="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0"/>
                  </a:ext>
                </a:extLst>
              </a:tr>
              <a:tr h="305991">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dirty="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1"/>
                  </a:ext>
                </a:extLst>
              </a:tr>
              <a:tr h="307181">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2"/>
                  </a:ext>
                </a:extLst>
              </a:tr>
              <a:tr h="305991">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dirty="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3"/>
                  </a:ext>
                </a:extLst>
              </a:tr>
              <a:tr h="307181">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4"/>
                  </a:ext>
                </a:extLst>
              </a:tr>
              <a:tr h="305991">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tc>
                  <a:txBody>
                    <a:bodyPr/>
                    <a:lstStyle/>
                    <a:p>
                      <a:pPr marL="0" marR="0" lvl="0" indent="0" algn="l" defTabSz="762000" rtl="0" eaLnBrk="0" fontAlgn="base" latinLnBrk="0" hangingPunct="0">
                        <a:lnSpc>
                          <a:spcPct val="100000"/>
                        </a:lnSpc>
                        <a:spcBef>
                          <a:spcPct val="20000"/>
                        </a:spcBef>
                        <a:spcAft>
                          <a:spcPct val="0"/>
                        </a:spcAft>
                        <a:buClr>
                          <a:schemeClr val="hlink"/>
                        </a:buClr>
                        <a:buSzPct val="75000"/>
                        <a:buFont typeface="Wingdings" pitchFamily="2" charset="2"/>
                        <a:buNone/>
                        <a:tabLst/>
                      </a:pPr>
                      <a:endParaRPr kumimoji="0" lang="fr-FR" sz="1500" b="1" i="0" u="none" strike="noStrike" cap="none" normalizeH="0" baseline="0" dirty="0">
                        <a:ln>
                          <a:noFill/>
                        </a:ln>
                        <a:solidFill>
                          <a:schemeClr val="tx1"/>
                        </a:solidFill>
                        <a:effectLst>
                          <a:outerShdw blurRad="38100" dist="38100" dir="2700000" algn="tl">
                            <a:srgbClr val="FFFFFF"/>
                          </a:outerShdw>
                        </a:effectLst>
                        <a:latin typeface="Arial" charset="0"/>
                      </a:endParaRPr>
                    </a:p>
                  </a:txBody>
                  <a:tcPr marL="68580" marR="68580" marT="34290" marB="34290" horzOverflow="overflow"/>
                </a:tc>
                <a:extLst>
                  <a:ext uri="{0D108BD9-81ED-4DB2-BD59-A6C34878D82A}">
                    <a16:rowId xmlns:a16="http://schemas.microsoft.com/office/drawing/2014/main" val="10005"/>
                  </a:ext>
                </a:extLst>
              </a:tr>
            </a:tbl>
          </a:graphicData>
        </a:graphic>
      </p:graphicFrame>
      <p:sp>
        <p:nvSpPr>
          <p:cNvPr id="34" name="Text Box 28"/>
          <p:cNvSpPr txBox="1">
            <a:spLocks noChangeArrowheads="1"/>
          </p:cNvSpPr>
          <p:nvPr/>
        </p:nvSpPr>
        <p:spPr bwMode="auto">
          <a:xfrm>
            <a:off x="5742034" y="2706875"/>
            <a:ext cx="470000" cy="18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1</a:t>
            </a:r>
          </a:p>
          <a:p>
            <a:endParaRPr lang="fr-FR" altLang="fr-FR" sz="1050" dirty="0"/>
          </a:p>
          <a:p>
            <a:r>
              <a:rPr lang="fr-FR" altLang="fr-FR" sz="1050" dirty="0"/>
              <a:t>0..1</a:t>
            </a:r>
          </a:p>
          <a:p>
            <a:endParaRPr lang="fr-FR" altLang="fr-FR" sz="1050" dirty="0"/>
          </a:p>
          <a:p>
            <a:r>
              <a:rPr lang="fr-FR" altLang="fr-FR" sz="1050" dirty="0"/>
              <a:t>M..N</a:t>
            </a:r>
          </a:p>
          <a:p>
            <a:endParaRPr lang="fr-FR" altLang="fr-FR" sz="1050" dirty="0"/>
          </a:p>
          <a:p>
            <a:r>
              <a:rPr lang="fr-FR" altLang="fr-FR" sz="1050" dirty="0"/>
              <a:t>*</a:t>
            </a:r>
          </a:p>
          <a:p>
            <a:endParaRPr lang="fr-FR" altLang="fr-FR" sz="1050" dirty="0"/>
          </a:p>
          <a:p>
            <a:r>
              <a:rPr lang="fr-FR" altLang="fr-FR" sz="1050" dirty="0"/>
              <a:t>0..*</a:t>
            </a:r>
          </a:p>
          <a:p>
            <a:endParaRPr lang="fr-FR" altLang="fr-FR" sz="1050" dirty="0"/>
          </a:p>
          <a:p>
            <a:r>
              <a:rPr lang="fr-FR" altLang="fr-FR" sz="1050" dirty="0"/>
              <a:t>1..*</a:t>
            </a:r>
          </a:p>
        </p:txBody>
      </p:sp>
      <p:sp>
        <p:nvSpPr>
          <p:cNvPr id="35" name="Text Box 29"/>
          <p:cNvSpPr txBox="1">
            <a:spLocks noChangeArrowheads="1"/>
          </p:cNvSpPr>
          <p:nvPr/>
        </p:nvSpPr>
        <p:spPr bwMode="auto">
          <a:xfrm>
            <a:off x="6635003" y="2706875"/>
            <a:ext cx="1659429" cy="18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Un et un seul</a:t>
            </a:r>
          </a:p>
          <a:p>
            <a:endParaRPr lang="fr-FR" altLang="fr-FR" sz="1050" dirty="0"/>
          </a:p>
          <a:p>
            <a:r>
              <a:rPr lang="fr-FR" altLang="fr-FR" sz="1050" dirty="0"/>
              <a:t>Zéro ou un</a:t>
            </a:r>
          </a:p>
          <a:p>
            <a:endParaRPr lang="fr-FR" altLang="fr-FR" sz="1050" dirty="0"/>
          </a:p>
          <a:p>
            <a:r>
              <a:rPr lang="fr-FR" altLang="fr-FR" sz="1050" dirty="0"/>
              <a:t>De M à N (entiers naturels)</a:t>
            </a:r>
          </a:p>
          <a:p>
            <a:endParaRPr lang="fr-FR" altLang="fr-FR" sz="1050" dirty="0"/>
          </a:p>
          <a:p>
            <a:r>
              <a:rPr lang="fr-FR" altLang="fr-FR" sz="1050" dirty="0"/>
              <a:t>De zéro à plusieurs</a:t>
            </a:r>
          </a:p>
          <a:p>
            <a:endParaRPr lang="fr-FR" altLang="fr-FR" sz="1050" dirty="0"/>
          </a:p>
          <a:p>
            <a:r>
              <a:rPr lang="fr-FR" altLang="fr-FR" sz="1050" dirty="0"/>
              <a:t>De zéro à plusieurs</a:t>
            </a:r>
          </a:p>
          <a:p>
            <a:endParaRPr lang="fr-FR" altLang="fr-FR" sz="1050" dirty="0"/>
          </a:p>
          <a:p>
            <a:r>
              <a:rPr lang="fr-FR" altLang="fr-FR" sz="1050" dirty="0"/>
              <a:t>D</a:t>
            </a:r>
            <a:r>
              <a:rPr lang="ja-JP" altLang="fr-FR" sz="1050" dirty="0"/>
              <a:t>’</a:t>
            </a:r>
            <a:r>
              <a:rPr lang="fr-FR" altLang="ja-JP" sz="1050" dirty="0"/>
              <a:t>un à plusieurs</a:t>
            </a:r>
            <a:endParaRPr lang="fr-FR" altLang="fr-FR" sz="1050" dirty="0"/>
          </a:p>
        </p:txBody>
      </p:sp>
    </p:spTree>
    <p:extLst>
      <p:ext uri="{BB962C8B-B14F-4D97-AF65-F5344CB8AC3E}">
        <p14:creationId xmlns:p14="http://schemas.microsoft.com/office/powerpoint/2010/main" val="224794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relations entre les classes</a:t>
            </a:r>
          </a:p>
        </p:txBody>
      </p:sp>
      <p:sp>
        <p:nvSpPr>
          <p:cNvPr id="1053700" name="Rectangle 4"/>
          <p:cNvSpPr>
            <a:spLocks noGrp="1" noChangeArrowheads="1"/>
          </p:cNvSpPr>
          <p:nvPr>
            <p:ph type="body" idx="1"/>
          </p:nvPr>
        </p:nvSpPr>
        <p:spPr>
          <a:xfrm>
            <a:off x="215167" y="1380115"/>
            <a:ext cx="8635986" cy="1877062"/>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L’agrégation</a:t>
            </a:r>
          </a:p>
          <a:p>
            <a:pPr lvl="1">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Est une forme particulière d’</a:t>
            </a:r>
            <a:r>
              <a:rPr lang="fr-FR" altLang="ja-JP" sz="1350" dirty="0">
                <a:effectLst>
                  <a:outerShdw blurRad="38100" dist="38100" dir="2700000" algn="tl">
                    <a:srgbClr val="C0C0C0"/>
                  </a:outerShdw>
                </a:effectLst>
              </a:rPr>
              <a:t>association</a:t>
            </a: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Permet de représenter des relations de type maître et esclaves, tout et parties ou composé et composants</a:t>
            </a: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Exprime un couplage plus fort entre classes que celui d’</a:t>
            </a:r>
            <a:r>
              <a:rPr lang="fr-FR" altLang="ja-JP" sz="1350" dirty="0">
                <a:effectLst>
                  <a:outerShdw blurRad="38100" dist="38100" dir="2700000" algn="tl">
                    <a:srgbClr val="C0C0C0"/>
                  </a:outerShdw>
                </a:effectLst>
              </a:rPr>
              <a:t>une association (où les classes associées restent relativement indépendantes l’une de l’autre)</a:t>
            </a:r>
            <a:endParaRPr lang="fr-FR" altLang="fr-FR" sz="1350" dirty="0">
              <a:effectLst>
                <a:outerShdw blurRad="38100" dist="38100" dir="2700000" algn="tl">
                  <a:srgbClr val="C0C0C0"/>
                </a:outerShdw>
              </a:effectLst>
            </a:endParaRPr>
          </a:p>
          <a:p>
            <a:pPr lvl="3"/>
            <a:endParaRPr lang="fr-FR" altLang="fr-FR" sz="1600" dirty="0"/>
          </a:p>
        </p:txBody>
      </p:sp>
      <p:grpSp>
        <p:nvGrpSpPr>
          <p:cNvPr id="7" name="Groupe 6"/>
          <p:cNvGrpSpPr/>
          <p:nvPr/>
        </p:nvGrpSpPr>
        <p:grpSpPr>
          <a:xfrm>
            <a:off x="1690874" y="3171474"/>
            <a:ext cx="7077075" cy="1534716"/>
            <a:chOff x="1033463" y="3261122"/>
            <a:chExt cx="7077075" cy="1534716"/>
          </a:xfrm>
        </p:grpSpPr>
        <p:sp>
          <p:nvSpPr>
            <p:cNvPr id="8" name="Rectangle 2"/>
            <p:cNvSpPr>
              <a:spLocks noChangeArrowheads="1"/>
            </p:cNvSpPr>
            <p:nvPr/>
          </p:nvSpPr>
          <p:spPr bwMode="auto">
            <a:xfrm>
              <a:off x="1033463" y="3261123"/>
              <a:ext cx="7077075" cy="1534715"/>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 name="Rectangle 5"/>
            <p:cNvSpPr>
              <a:spLocks noChangeArrowheads="1"/>
            </p:cNvSpPr>
            <p:nvPr/>
          </p:nvSpPr>
          <p:spPr bwMode="auto">
            <a:xfrm>
              <a:off x="1433513" y="342423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a:t>
              </a:r>
            </a:p>
          </p:txBody>
        </p:sp>
        <p:sp>
          <p:nvSpPr>
            <p:cNvPr id="10" name="Rectangle 6"/>
            <p:cNvSpPr>
              <a:spLocks noChangeArrowheads="1"/>
            </p:cNvSpPr>
            <p:nvPr/>
          </p:nvSpPr>
          <p:spPr bwMode="auto">
            <a:xfrm>
              <a:off x="3376613" y="342423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Moteur</a:t>
              </a:r>
            </a:p>
          </p:txBody>
        </p:sp>
        <p:sp>
          <p:nvSpPr>
            <p:cNvPr id="11" name="AutoShape 7"/>
            <p:cNvSpPr>
              <a:spLocks noChangeArrowheads="1"/>
            </p:cNvSpPr>
            <p:nvPr/>
          </p:nvSpPr>
          <p:spPr bwMode="auto">
            <a:xfrm>
              <a:off x="2347913" y="3509963"/>
              <a:ext cx="285750" cy="171450"/>
            </a:xfrm>
            <a:prstGeom prst="diamond">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12" name="AutoShape 8"/>
            <p:cNvCxnSpPr>
              <a:cxnSpLocks noChangeShapeType="1"/>
              <a:stCxn id="11" idx="3"/>
              <a:endCxn id="10" idx="1"/>
            </p:cNvCxnSpPr>
            <p:nvPr/>
          </p:nvCxnSpPr>
          <p:spPr bwMode="auto">
            <a:xfrm>
              <a:off x="2633663" y="3595688"/>
              <a:ext cx="74295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3" name="Text Box 9"/>
            <p:cNvSpPr txBox="1">
              <a:spLocks noChangeArrowheads="1"/>
            </p:cNvSpPr>
            <p:nvPr/>
          </p:nvSpPr>
          <p:spPr bwMode="auto">
            <a:xfrm>
              <a:off x="2381250" y="3309938"/>
              <a:ext cx="25199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14" name="Text Box 10"/>
            <p:cNvSpPr txBox="1">
              <a:spLocks noChangeArrowheads="1"/>
            </p:cNvSpPr>
            <p:nvPr/>
          </p:nvSpPr>
          <p:spPr bwMode="auto">
            <a:xfrm>
              <a:off x="3136106" y="3604022"/>
              <a:ext cx="25199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15" name="Rectangle 11"/>
            <p:cNvSpPr>
              <a:spLocks noChangeArrowheads="1"/>
            </p:cNvSpPr>
            <p:nvPr/>
          </p:nvSpPr>
          <p:spPr bwMode="auto">
            <a:xfrm>
              <a:off x="4519613" y="342423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Ville</a:t>
              </a:r>
            </a:p>
          </p:txBody>
        </p:sp>
        <p:sp>
          <p:nvSpPr>
            <p:cNvPr id="16" name="Rectangle 12"/>
            <p:cNvSpPr>
              <a:spLocks noChangeArrowheads="1"/>
            </p:cNvSpPr>
            <p:nvPr/>
          </p:nvSpPr>
          <p:spPr bwMode="auto">
            <a:xfrm>
              <a:off x="6862763" y="342423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Maison</a:t>
              </a:r>
            </a:p>
          </p:txBody>
        </p:sp>
        <p:sp>
          <p:nvSpPr>
            <p:cNvPr id="17" name="AutoShape 13"/>
            <p:cNvSpPr>
              <a:spLocks noChangeArrowheads="1"/>
            </p:cNvSpPr>
            <p:nvPr/>
          </p:nvSpPr>
          <p:spPr bwMode="auto">
            <a:xfrm>
              <a:off x="5434013" y="3509963"/>
              <a:ext cx="285750" cy="171450"/>
            </a:xfrm>
            <a:prstGeom prst="diamond">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18" name="AutoShape 14"/>
            <p:cNvCxnSpPr>
              <a:cxnSpLocks noChangeShapeType="1"/>
              <a:stCxn id="17" idx="3"/>
              <a:endCxn id="16" idx="1"/>
            </p:cNvCxnSpPr>
            <p:nvPr/>
          </p:nvCxnSpPr>
          <p:spPr bwMode="auto">
            <a:xfrm>
              <a:off x="5719763" y="3595688"/>
              <a:ext cx="114300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9" name="Text Box 15"/>
            <p:cNvSpPr txBox="1">
              <a:spLocks noChangeArrowheads="1"/>
            </p:cNvSpPr>
            <p:nvPr/>
          </p:nvSpPr>
          <p:spPr bwMode="auto">
            <a:xfrm>
              <a:off x="5650706" y="3261122"/>
              <a:ext cx="251992"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20" name="Text Box 16"/>
            <p:cNvSpPr txBox="1">
              <a:spLocks noChangeArrowheads="1"/>
            </p:cNvSpPr>
            <p:nvPr/>
          </p:nvSpPr>
          <p:spPr bwMode="auto">
            <a:xfrm>
              <a:off x="6507956" y="3346847"/>
              <a:ext cx="3866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21" name="AutoShape 17"/>
            <p:cNvSpPr>
              <a:spLocks noChangeArrowheads="1"/>
            </p:cNvSpPr>
            <p:nvPr/>
          </p:nvSpPr>
          <p:spPr bwMode="auto">
            <a:xfrm>
              <a:off x="5434013" y="4252913"/>
              <a:ext cx="285750" cy="171450"/>
            </a:xfrm>
            <a:prstGeom prst="diamond">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22" name="Rectangle 18"/>
            <p:cNvSpPr>
              <a:spLocks noChangeArrowheads="1"/>
            </p:cNvSpPr>
            <p:nvPr/>
          </p:nvSpPr>
          <p:spPr bwMode="auto">
            <a:xfrm>
              <a:off x="4519613" y="416718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Phrase</a:t>
              </a:r>
            </a:p>
          </p:txBody>
        </p:sp>
        <p:sp>
          <p:nvSpPr>
            <p:cNvPr id="23" name="Rectangle 19"/>
            <p:cNvSpPr>
              <a:spLocks noChangeArrowheads="1"/>
            </p:cNvSpPr>
            <p:nvPr/>
          </p:nvSpPr>
          <p:spPr bwMode="auto">
            <a:xfrm>
              <a:off x="6805613" y="416718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Mot</a:t>
              </a:r>
            </a:p>
          </p:txBody>
        </p:sp>
        <p:cxnSp>
          <p:nvCxnSpPr>
            <p:cNvPr id="24" name="AutoShape 20"/>
            <p:cNvCxnSpPr>
              <a:cxnSpLocks noChangeShapeType="1"/>
              <a:stCxn id="21" idx="3"/>
              <a:endCxn id="23" idx="1"/>
            </p:cNvCxnSpPr>
            <p:nvPr/>
          </p:nvCxnSpPr>
          <p:spPr bwMode="auto">
            <a:xfrm>
              <a:off x="5719763" y="4338638"/>
              <a:ext cx="108585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5" name="Text Box 21"/>
            <p:cNvSpPr txBox="1">
              <a:spLocks noChangeArrowheads="1"/>
            </p:cNvSpPr>
            <p:nvPr/>
          </p:nvSpPr>
          <p:spPr bwMode="auto">
            <a:xfrm>
              <a:off x="5517356" y="4024313"/>
              <a:ext cx="3866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0..*</a:t>
              </a:r>
            </a:p>
          </p:txBody>
        </p:sp>
        <p:sp>
          <p:nvSpPr>
            <p:cNvPr id="26" name="Text Box 22"/>
            <p:cNvSpPr txBox="1">
              <a:spLocks noChangeArrowheads="1"/>
            </p:cNvSpPr>
            <p:nvPr/>
          </p:nvSpPr>
          <p:spPr bwMode="auto">
            <a:xfrm>
              <a:off x="6448425" y="4069556"/>
              <a:ext cx="3866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27" name="Rectangle 23"/>
            <p:cNvSpPr>
              <a:spLocks noChangeArrowheads="1"/>
            </p:cNvSpPr>
            <p:nvPr/>
          </p:nvSpPr>
          <p:spPr bwMode="auto">
            <a:xfrm>
              <a:off x="1719263" y="4167188"/>
              <a:ext cx="9144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Paragraphe</a:t>
              </a:r>
            </a:p>
          </p:txBody>
        </p:sp>
        <p:sp>
          <p:nvSpPr>
            <p:cNvPr id="28" name="AutoShape 24"/>
            <p:cNvSpPr>
              <a:spLocks noChangeArrowheads="1"/>
            </p:cNvSpPr>
            <p:nvPr/>
          </p:nvSpPr>
          <p:spPr bwMode="auto">
            <a:xfrm>
              <a:off x="2633663" y="4252913"/>
              <a:ext cx="285750" cy="171450"/>
            </a:xfrm>
            <a:prstGeom prst="diamond">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29" name="AutoShape 25"/>
            <p:cNvCxnSpPr>
              <a:cxnSpLocks noChangeShapeType="1"/>
              <a:stCxn id="28" idx="3"/>
              <a:endCxn id="22" idx="1"/>
            </p:cNvCxnSpPr>
            <p:nvPr/>
          </p:nvCxnSpPr>
          <p:spPr bwMode="auto">
            <a:xfrm>
              <a:off x="2919413" y="4338638"/>
              <a:ext cx="160020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30" name="Text Box 26"/>
            <p:cNvSpPr txBox="1">
              <a:spLocks noChangeArrowheads="1"/>
            </p:cNvSpPr>
            <p:nvPr/>
          </p:nvSpPr>
          <p:spPr bwMode="auto">
            <a:xfrm>
              <a:off x="4221956" y="4089797"/>
              <a:ext cx="3866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sp>
          <p:nvSpPr>
            <p:cNvPr id="31" name="Text Box 27"/>
            <p:cNvSpPr txBox="1">
              <a:spLocks noChangeArrowheads="1"/>
            </p:cNvSpPr>
            <p:nvPr/>
          </p:nvSpPr>
          <p:spPr bwMode="auto">
            <a:xfrm>
              <a:off x="2733675" y="4004072"/>
              <a:ext cx="38664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a:t>
              </a:r>
            </a:p>
          </p:txBody>
        </p:sp>
      </p:grpSp>
    </p:spTree>
    <p:extLst>
      <p:ext uri="{BB962C8B-B14F-4D97-AF65-F5344CB8AC3E}">
        <p14:creationId xmlns:p14="http://schemas.microsoft.com/office/powerpoint/2010/main" val="898028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relations entre les classes</a:t>
            </a:r>
          </a:p>
        </p:txBody>
      </p:sp>
      <p:sp>
        <p:nvSpPr>
          <p:cNvPr id="1053700" name="Rectangle 4"/>
          <p:cNvSpPr>
            <a:spLocks noGrp="1" noChangeArrowheads="1"/>
          </p:cNvSpPr>
          <p:nvPr>
            <p:ph type="body" idx="1"/>
          </p:nvPr>
        </p:nvSpPr>
        <p:spPr>
          <a:xfrm>
            <a:off x="215167" y="1380114"/>
            <a:ext cx="8635986" cy="3060403"/>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L’agrégation</a:t>
            </a:r>
          </a:p>
          <a:p>
            <a:pPr lvl="1">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Les agrégations représentent des connexions bidirectionnelles dissymétriques</a:t>
            </a:r>
          </a:p>
          <a:p>
            <a:pPr lvl="2">
              <a:buFont typeface="Wingdings" panose="05000000000000000000" pitchFamily="2" charset="2"/>
              <a:buNone/>
            </a:pPr>
            <a:endParaRPr lang="fr-FR" altLang="fr-FR" sz="15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Une agrégation dénote une association de type ‘Est composé de’. </a:t>
            </a:r>
          </a:p>
          <a:p>
            <a:pPr lvl="3"/>
            <a:r>
              <a:rPr lang="fr-FR" altLang="fr-FR" dirty="0"/>
              <a:t>se singularisent par le fait que les durées de vie des entités mises en relation sont fortement dépendantes: la durée de vie du ``composant'' est dépendante de la durée de vie du ``composite'' qui le contient. Si le composite est détruit, ses composants le sont avec. </a:t>
            </a:r>
          </a:p>
          <a:p>
            <a:pPr lvl="3">
              <a:buFontTx/>
              <a:buNone/>
            </a:pPr>
            <a:endParaRPr lang="fr-FR" altLang="fr-FR" dirty="0"/>
          </a:p>
          <a:p>
            <a:pPr lvl="2"/>
            <a:r>
              <a:rPr lang="fr-FR" altLang="fr-FR" sz="1500" dirty="0">
                <a:effectLst>
                  <a:outerShdw blurRad="38100" dist="38100" dir="2700000" algn="tl">
                    <a:srgbClr val="C0C0C0"/>
                  </a:outerShdw>
                </a:effectLst>
              </a:rPr>
              <a:t>Au sens mathématiques, l’</a:t>
            </a:r>
            <a:r>
              <a:rPr lang="fr-FR" altLang="ja-JP" sz="1500" dirty="0">
                <a:effectLst>
                  <a:outerShdw blurRad="38100" dist="38100" dir="2700000" algn="tl">
                    <a:srgbClr val="C0C0C0"/>
                  </a:outerShdw>
                </a:effectLst>
              </a:rPr>
              <a:t>agrégation est une relation transitive, non symétrique et réflexive</a:t>
            </a:r>
          </a:p>
          <a:p>
            <a:pPr lvl="2">
              <a:buFont typeface="Wingdings" panose="05000000000000000000" pitchFamily="2" charset="2"/>
              <a:buNone/>
            </a:pPr>
            <a:endParaRPr lang="fr-FR" altLang="fr-FR" sz="15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L’</a:t>
            </a:r>
            <a:r>
              <a:rPr lang="fr-FR" altLang="ja-JP" sz="1500" dirty="0">
                <a:effectLst>
                  <a:outerShdw blurRad="38100" dist="38100" dir="2700000" algn="tl">
                    <a:srgbClr val="C0C0C0"/>
                  </a:outerShdw>
                </a:effectLst>
              </a:rPr>
              <a:t>agrégat favorise la propagation des valeurs d’attribut et des opérations de l’agrégat vers les composants</a:t>
            </a:r>
          </a:p>
          <a:p>
            <a:pPr lvl="3"/>
            <a:endParaRPr lang="fr-FR" altLang="fr-FR" sz="1600" dirty="0"/>
          </a:p>
        </p:txBody>
      </p:sp>
    </p:spTree>
    <p:extLst>
      <p:ext uri="{BB962C8B-B14F-4D97-AF65-F5344CB8AC3E}">
        <p14:creationId xmlns:p14="http://schemas.microsoft.com/office/powerpoint/2010/main" val="305466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5" name="Rectangle 3"/>
          <p:cNvSpPr>
            <a:spLocks noGrp="1" noChangeArrowheads="1"/>
          </p:cNvSpPr>
          <p:nvPr>
            <p:ph type="body" idx="1"/>
          </p:nvPr>
        </p:nvSpPr>
        <p:spPr>
          <a:xfrm>
            <a:off x="173318" y="1417690"/>
            <a:ext cx="5059240" cy="3144371"/>
          </a:xfrm>
        </p:spPr>
        <p:txBody>
          <a:bodyPr>
            <a:normAutofit lnSpcReduction="10000"/>
          </a:bodyPr>
          <a:lstStyle/>
          <a:p>
            <a:pPr marL="288036" lvl="2" indent="0">
              <a:buNone/>
            </a:pPr>
            <a:r>
              <a:rPr lang="fr-FR" altLang="fr-FR" sz="2000" b="1" dirty="0">
                <a:solidFill>
                  <a:schemeClr val="accent1"/>
                </a:solidFill>
                <a:effectLst>
                  <a:outerShdw blurRad="38100" dist="38100" dir="2700000" algn="tl">
                    <a:srgbClr val="C0C0C0"/>
                  </a:outerShdw>
                </a:effectLst>
              </a:rPr>
              <a:t>Généralisation et spécialisation</a:t>
            </a:r>
          </a:p>
          <a:p>
            <a:pPr marL="288036" lvl="2" indent="0">
              <a:buNone/>
            </a:pPr>
            <a:endParaRPr lang="fr-FR" altLang="fr-FR" sz="2000" b="1" dirty="0">
              <a:solidFill>
                <a:schemeClr val="accent1"/>
              </a:solidFill>
              <a:effectLst>
                <a:outerShdw blurRad="38100" dist="38100" dir="2700000" algn="tl">
                  <a:srgbClr val="C0C0C0"/>
                </a:outerShdw>
              </a:effectLst>
            </a:endParaRPr>
          </a:p>
          <a:p>
            <a:pPr lvl="2">
              <a:lnSpc>
                <a:spcPct val="90000"/>
              </a:lnSpc>
            </a:pPr>
            <a:r>
              <a:rPr lang="fr-FR" altLang="fr-FR" sz="1500" dirty="0">
                <a:effectLst>
                  <a:outerShdw blurRad="38100" dist="38100" dir="2700000" algn="tl">
                    <a:srgbClr val="C0C0C0"/>
                  </a:outerShdw>
                </a:effectLst>
              </a:rPr>
              <a:t>La généralisation consiste à factoriser les éléments communs (attributs, opérations) d’</a:t>
            </a:r>
            <a:r>
              <a:rPr lang="fr-FR" altLang="ja-JP" sz="1500" dirty="0">
                <a:effectLst>
                  <a:outerShdw blurRad="38100" dist="38100" dir="2700000" algn="tl">
                    <a:srgbClr val="C0C0C0"/>
                  </a:outerShdw>
                </a:effectLst>
              </a:rPr>
              <a:t>un ensemble de classes dans une classe plus générale appelée </a:t>
            </a:r>
            <a:r>
              <a:rPr lang="fr-FR" altLang="ja-JP" sz="1500" dirty="0" err="1">
                <a:effectLst>
                  <a:outerShdw blurRad="38100" dist="38100" dir="2700000" algn="tl">
                    <a:srgbClr val="C0C0C0"/>
                  </a:outerShdw>
                </a:effectLst>
              </a:rPr>
              <a:t>super-classe</a:t>
            </a:r>
            <a:endParaRPr lang="fr-FR" altLang="ja-JP" sz="1500" dirty="0">
              <a:effectLst>
                <a:outerShdw blurRad="38100" dist="38100" dir="2700000" algn="tl">
                  <a:srgbClr val="C0C0C0"/>
                </a:outerShdw>
              </a:effectLst>
            </a:endParaRPr>
          </a:p>
          <a:p>
            <a:pPr lvl="2">
              <a:lnSpc>
                <a:spcPct val="90000"/>
              </a:lnSpc>
              <a:buFont typeface="Wingdings" panose="05000000000000000000" pitchFamily="2" charset="2"/>
              <a:buNone/>
            </a:pPr>
            <a:endParaRPr lang="fr-FR" altLang="fr-FR" sz="675" dirty="0">
              <a:effectLst>
                <a:outerShdw blurRad="38100" dist="38100" dir="2700000" algn="tl">
                  <a:srgbClr val="C0C0C0"/>
                </a:outerShdw>
              </a:effectLst>
            </a:endParaRPr>
          </a:p>
          <a:p>
            <a:pPr lvl="3">
              <a:lnSpc>
                <a:spcPct val="90000"/>
              </a:lnSpc>
            </a:pPr>
            <a:r>
              <a:rPr lang="fr-FR" altLang="fr-FR" sz="1400" dirty="0"/>
              <a:t>Les classes sont ordonnées selon une hiérarchie ; une </a:t>
            </a:r>
            <a:r>
              <a:rPr lang="fr-FR" altLang="fr-FR" sz="1400" dirty="0" err="1"/>
              <a:t>super-classe</a:t>
            </a:r>
            <a:r>
              <a:rPr lang="fr-FR" altLang="fr-FR" sz="1400" dirty="0"/>
              <a:t> est une abstraction de ses sous-classes</a:t>
            </a:r>
          </a:p>
          <a:p>
            <a:pPr lvl="3">
              <a:lnSpc>
                <a:spcPct val="90000"/>
              </a:lnSpc>
              <a:buFontTx/>
              <a:buNone/>
            </a:pPr>
            <a:endParaRPr lang="fr-FR" altLang="fr-FR" sz="1000" dirty="0"/>
          </a:p>
          <a:p>
            <a:pPr lvl="3">
              <a:lnSpc>
                <a:spcPct val="90000"/>
              </a:lnSpc>
            </a:pPr>
            <a:r>
              <a:rPr lang="fr-FR" altLang="fr-FR" sz="1400" dirty="0"/>
              <a:t>Un arbre (une hiérarchie) représentant une généralisation </a:t>
            </a:r>
          </a:p>
          <a:p>
            <a:pPr lvl="4">
              <a:lnSpc>
                <a:spcPct val="90000"/>
              </a:lnSpc>
            </a:pPr>
            <a:r>
              <a:rPr lang="fr-FR" altLang="fr-FR" sz="1400" dirty="0"/>
              <a:t>se détermine en partant des feuilles (et non pas de la racine) car les feuilles appartiennent au monde réel alors que les niveaux supérieurs sont des abstractions construites pour ordonner et comprendre</a:t>
            </a:r>
          </a:p>
        </p:txBody>
      </p:sp>
      <p:grpSp>
        <p:nvGrpSpPr>
          <p:cNvPr id="93187" name="Group 4"/>
          <p:cNvGrpSpPr>
            <a:grpSpLocks/>
          </p:cNvGrpSpPr>
          <p:nvPr/>
        </p:nvGrpSpPr>
        <p:grpSpPr bwMode="auto">
          <a:xfrm>
            <a:off x="5257800" y="1587104"/>
            <a:ext cx="3028950" cy="2571750"/>
            <a:chOff x="0" y="1536"/>
            <a:chExt cx="2880" cy="2640"/>
          </a:xfrm>
        </p:grpSpPr>
        <p:sp>
          <p:nvSpPr>
            <p:cNvPr id="93188" name="Rectangle 5"/>
            <p:cNvSpPr>
              <a:spLocks noChangeArrowheads="1"/>
            </p:cNvSpPr>
            <p:nvPr/>
          </p:nvSpPr>
          <p:spPr bwMode="auto">
            <a:xfrm>
              <a:off x="0" y="1536"/>
              <a:ext cx="2880" cy="2640"/>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189" name="Rectangle 6"/>
            <p:cNvSpPr>
              <a:spLocks noChangeArrowheads="1"/>
            </p:cNvSpPr>
            <p:nvPr/>
          </p:nvSpPr>
          <p:spPr bwMode="auto">
            <a:xfrm>
              <a:off x="120" y="1735"/>
              <a:ext cx="2640" cy="1673"/>
            </a:xfrm>
            <a:prstGeom prst="rect">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93190" name="Rectangle 7"/>
            <p:cNvSpPr>
              <a:spLocks noChangeArrowheads="1"/>
            </p:cNvSpPr>
            <p:nvPr/>
          </p:nvSpPr>
          <p:spPr bwMode="auto">
            <a:xfrm>
              <a:off x="120" y="3552"/>
              <a:ext cx="624"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a:t>
              </a:r>
            </a:p>
          </p:txBody>
        </p:sp>
        <p:sp>
          <p:nvSpPr>
            <p:cNvPr id="93191" name="Rectangle 8"/>
            <p:cNvSpPr>
              <a:spLocks noChangeArrowheads="1"/>
            </p:cNvSpPr>
            <p:nvPr/>
          </p:nvSpPr>
          <p:spPr bwMode="auto">
            <a:xfrm>
              <a:off x="768" y="3552"/>
              <a:ext cx="624"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Camion</a:t>
              </a:r>
            </a:p>
          </p:txBody>
        </p:sp>
        <p:sp>
          <p:nvSpPr>
            <p:cNvPr id="93192" name="Rectangle 9"/>
            <p:cNvSpPr>
              <a:spLocks noChangeArrowheads="1"/>
            </p:cNvSpPr>
            <p:nvPr/>
          </p:nvSpPr>
          <p:spPr bwMode="auto">
            <a:xfrm>
              <a:off x="1464" y="3552"/>
              <a:ext cx="624"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Avion</a:t>
              </a:r>
            </a:p>
          </p:txBody>
        </p:sp>
        <p:sp>
          <p:nvSpPr>
            <p:cNvPr id="93193" name="Rectangle 10"/>
            <p:cNvSpPr>
              <a:spLocks noChangeArrowheads="1"/>
            </p:cNvSpPr>
            <p:nvPr/>
          </p:nvSpPr>
          <p:spPr bwMode="auto">
            <a:xfrm>
              <a:off x="2136" y="3552"/>
              <a:ext cx="624"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Hélicoptère</a:t>
              </a:r>
            </a:p>
          </p:txBody>
        </p:sp>
        <p:sp>
          <p:nvSpPr>
            <p:cNvPr id="93194" name="Rectangle 11"/>
            <p:cNvSpPr>
              <a:spLocks noChangeArrowheads="1"/>
            </p:cNvSpPr>
            <p:nvPr/>
          </p:nvSpPr>
          <p:spPr bwMode="auto">
            <a:xfrm>
              <a:off x="240" y="2832"/>
              <a:ext cx="816"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Véhicule terrestre</a:t>
              </a:r>
            </a:p>
          </p:txBody>
        </p:sp>
        <p:sp>
          <p:nvSpPr>
            <p:cNvPr id="93195" name="Rectangle 12"/>
            <p:cNvSpPr>
              <a:spLocks noChangeArrowheads="1"/>
            </p:cNvSpPr>
            <p:nvPr/>
          </p:nvSpPr>
          <p:spPr bwMode="auto">
            <a:xfrm>
              <a:off x="1632" y="2784"/>
              <a:ext cx="816"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Véhicule aérien</a:t>
              </a:r>
            </a:p>
          </p:txBody>
        </p:sp>
        <p:sp>
          <p:nvSpPr>
            <p:cNvPr id="93196" name="Rectangle 13"/>
            <p:cNvSpPr>
              <a:spLocks noChangeArrowheads="1"/>
            </p:cNvSpPr>
            <p:nvPr/>
          </p:nvSpPr>
          <p:spPr bwMode="auto">
            <a:xfrm>
              <a:off x="1056" y="2016"/>
              <a:ext cx="816" cy="288"/>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Véhicule</a:t>
              </a:r>
            </a:p>
          </p:txBody>
        </p:sp>
        <p:sp>
          <p:nvSpPr>
            <p:cNvPr id="93197" name="AutoShape 14"/>
            <p:cNvSpPr>
              <a:spLocks noChangeArrowheads="1"/>
            </p:cNvSpPr>
            <p:nvPr/>
          </p:nvSpPr>
          <p:spPr bwMode="auto">
            <a:xfrm>
              <a:off x="1056" y="2304"/>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198" name="AutoShape 15"/>
            <p:cNvSpPr>
              <a:spLocks noChangeArrowheads="1"/>
            </p:cNvSpPr>
            <p:nvPr/>
          </p:nvSpPr>
          <p:spPr bwMode="auto">
            <a:xfrm>
              <a:off x="1776" y="2328"/>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199" name="AutoShape 16"/>
            <p:cNvSpPr>
              <a:spLocks noChangeArrowheads="1"/>
            </p:cNvSpPr>
            <p:nvPr/>
          </p:nvSpPr>
          <p:spPr bwMode="auto">
            <a:xfrm>
              <a:off x="432" y="3120"/>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200" name="AutoShape 17"/>
            <p:cNvSpPr>
              <a:spLocks noChangeArrowheads="1"/>
            </p:cNvSpPr>
            <p:nvPr/>
          </p:nvSpPr>
          <p:spPr bwMode="auto">
            <a:xfrm>
              <a:off x="960" y="3120"/>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201" name="AutoShape 18"/>
            <p:cNvSpPr>
              <a:spLocks noChangeArrowheads="1"/>
            </p:cNvSpPr>
            <p:nvPr/>
          </p:nvSpPr>
          <p:spPr bwMode="auto">
            <a:xfrm>
              <a:off x="1728" y="3072"/>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3202" name="AutoShape 19"/>
            <p:cNvSpPr>
              <a:spLocks noChangeArrowheads="1"/>
            </p:cNvSpPr>
            <p:nvPr/>
          </p:nvSpPr>
          <p:spPr bwMode="auto">
            <a:xfrm>
              <a:off x="2352" y="3072"/>
              <a:ext cx="96" cy="14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93203" name="AutoShape 20"/>
            <p:cNvCxnSpPr>
              <a:cxnSpLocks noChangeShapeType="1"/>
              <a:stCxn id="93197" idx="3"/>
              <a:endCxn id="93194" idx="0"/>
            </p:cNvCxnSpPr>
            <p:nvPr/>
          </p:nvCxnSpPr>
          <p:spPr bwMode="auto">
            <a:xfrm rot="5400000">
              <a:off x="684" y="2412"/>
              <a:ext cx="384" cy="456"/>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3204" name="AutoShape 21"/>
            <p:cNvCxnSpPr>
              <a:cxnSpLocks noChangeShapeType="1"/>
              <a:stCxn id="93198" idx="3"/>
              <a:endCxn id="93195" idx="0"/>
            </p:cNvCxnSpPr>
            <p:nvPr/>
          </p:nvCxnSpPr>
          <p:spPr bwMode="auto">
            <a:xfrm rot="16200000" flipH="1">
              <a:off x="1776" y="2520"/>
              <a:ext cx="312" cy="216"/>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3205" name="AutoShape 22"/>
            <p:cNvCxnSpPr>
              <a:cxnSpLocks noChangeShapeType="1"/>
              <a:stCxn id="93199" idx="3"/>
              <a:endCxn id="93190" idx="0"/>
            </p:cNvCxnSpPr>
            <p:nvPr/>
          </p:nvCxnSpPr>
          <p:spPr bwMode="auto">
            <a:xfrm rot="5400000">
              <a:off x="312" y="3384"/>
              <a:ext cx="288" cy="48"/>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3206" name="AutoShape 23"/>
            <p:cNvCxnSpPr>
              <a:cxnSpLocks noChangeShapeType="1"/>
              <a:stCxn id="93200" idx="3"/>
              <a:endCxn id="93191" idx="0"/>
            </p:cNvCxnSpPr>
            <p:nvPr/>
          </p:nvCxnSpPr>
          <p:spPr bwMode="auto">
            <a:xfrm rot="16200000" flipH="1">
              <a:off x="900" y="3372"/>
              <a:ext cx="288" cy="72"/>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3207" name="AutoShape 24"/>
            <p:cNvCxnSpPr>
              <a:cxnSpLocks noChangeShapeType="1"/>
              <a:stCxn id="93201" idx="3"/>
              <a:endCxn id="93192" idx="0"/>
            </p:cNvCxnSpPr>
            <p:nvPr/>
          </p:nvCxnSpPr>
          <p:spPr bwMode="auto">
            <a:xfrm rot="5400000">
              <a:off x="1608" y="3384"/>
              <a:ext cx="336"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3208" name="AutoShape 25"/>
            <p:cNvCxnSpPr>
              <a:cxnSpLocks noChangeShapeType="1"/>
              <a:stCxn id="93202" idx="3"/>
              <a:endCxn id="93193" idx="0"/>
            </p:cNvCxnSpPr>
            <p:nvPr/>
          </p:nvCxnSpPr>
          <p:spPr bwMode="auto">
            <a:xfrm rot="16200000" flipH="1">
              <a:off x="2256" y="3360"/>
              <a:ext cx="336" cy="48"/>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sp>
          <p:nvSpPr>
            <p:cNvPr id="93209" name="Text Box 26"/>
            <p:cNvSpPr txBox="1">
              <a:spLocks noChangeArrowheads="1"/>
            </p:cNvSpPr>
            <p:nvPr/>
          </p:nvSpPr>
          <p:spPr bwMode="auto">
            <a:xfrm>
              <a:off x="182" y="1735"/>
              <a:ext cx="1531"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chemeClr val="bg1"/>
                  </a:solidFill>
                </a:rPr>
                <a:t>Abstractions plu générales</a:t>
              </a:r>
            </a:p>
          </p:txBody>
        </p:sp>
      </p:grpSp>
      <p:sp>
        <p:nvSpPr>
          <p:cNvPr id="28"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Tree>
    <p:extLst>
      <p:ext uri="{BB962C8B-B14F-4D97-AF65-F5344CB8AC3E}">
        <p14:creationId xmlns:p14="http://schemas.microsoft.com/office/powerpoint/2010/main" val="3262856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80" name="Rectangle 4"/>
          <p:cNvSpPr>
            <a:spLocks noGrp="1" noChangeArrowheads="1"/>
          </p:cNvSpPr>
          <p:nvPr>
            <p:ph type="body" idx="1"/>
          </p:nvPr>
        </p:nvSpPr>
        <p:spPr>
          <a:xfrm>
            <a:off x="374743" y="1367864"/>
            <a:ext cx="8210831" cy="1145614"/>
          </a:xfrm>
        </p:spPr>
        <p:txBody>
          <a:bodyPr>
            <a:normAutofit/>
          </a:bodyPr>
          <a:lstStyle/>
          <a:p>
            <a:pPr lvl="1"/>
            <a:r>
              <a:rPr lang="fr-FR" altLang="fr-FR" sz="1500" dirty="0">
                <a:effectLst>
                  <a:outerShdw blurRad="38100" dist="38100" dir="2700000" algn="tl">
                    <a:srgbClr val="C0C0C0"/>
                  </a:outerShdw>
                </a:effectLst>
              </a:rPr>
              <a:t>La spécialisation permet de capturer les particularités d’</a:t>
            </a:r>
            <a:r>
              <a:rPr lang="fr-FR" altLang="ja-JP" sz="1500" dirty="0">
                <a:effectLst>
                  <a:outerShdw blurRad="38100" dist="38100" dir="2700000" algn="tl">
                    <a:srgbClr val="C0C0C0"/>
                  </a:outerShdw>
                </a:effectLst>
              </a:rPr>
              <a:t>un ensemble d’objets non discriminés par les classes déjà identifiées</a:t>
            </a:r>
          </a:p>
          <a:p>
            <a:pPr lvl="1">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Les nouvelles caractéristiques sont représentées par une nouvelle classe, sous-classe d’</a:t>
            </a:r>
            <a:r>
              <a:rPr lang="fr-FR" altLang="ja-JP" sz="1350" dirty="0">
                <a:effectLst>
                  <a:outerShdw blurRad="38100" dist="38100" dir="2700000" algn="tl">
                    <a:srgbClr val="C0C0C0"/>
                  </a:outerShdw>
                </a:effectLst>
              </a:rPr>
              <a:t>une des classes existantes</a:t>
            </a:r>
          </a:p>
          <a:p>
            <a:pPr lvl="2">
              <a:buFont typeface="Wingdings" panose="05000000000000000000" pitchFamily="2" charset="2"/>
              <a:buNone/>
            </a:pPr>
            <a:endParaRPr lang="fr-FR" altLang="fr-FR" sz="1350" dirty="0">
              <a:effectLst>
                <a:outerShdw blurRad="38100" dist="38100" dir="2700000" algn="tl">
                  <a:srgbClr val="C0C0C0"/>
                </a:outerShdw>
              </a:effectLst>
            </a:endParaRPr>
          </a:p>
        </p:txBody>
      </p:sp>
      <p:grpSp>
        <p:nvGrpSpPr>
          <p:cNvPr id="3" name="Groupe 2"/>
          <p:cNvGrpSpPr/>
          <p:nvPr/>
        </p:nvGrpSpPr>
        <p:grpSpPr>
          <a:xfrm>
            <a:off x="4185024" y="2284879"/>
            <a:ext cx="4857750" cy="2400300"/>
            <a:chOff x="2057400" y="2571750"/>
            <a:chExt cx="4857750" cy="2400300"/>
          </a:xfrm>
        </p:grpSpPr>
        <p:sp>
          <p:nvSpPr>
            <p:cNvPr id="95233" name="Rectangle 2"/>
            <p:cNvSpPr>
              <a:spLocks noChangeArrowheads="1"/>
            </p:cNvSpPr>
            <p:nvPr/>
          </p:nvSpPr>
          <p:spPr bwMode="auto">
            <a:xfrm>
              <a:off x="2057400" y="4114800"/>
              <a:ext cx="4857750" cy="857250"/>
            </a:xfrm>
            <a:prstGeom prst="rect">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95236" name="Rectangle 5"/>
            <p:cNvSpPr>
              <a:spLocks noChangeArrowheads="1"/>
            </p:cNvSpPr>
            <p:nvPr/>
          </p:nvSpPr>
          <p:spPr bwMode="auto">
            <a:xfrm>
              <a:off x="4286250" y="2571750"/>
              <a:ext cx="74295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a:t>
              </a:r>
            </a:p>
          </p:txBody>
        </p:sp>
        <p:sp>
          <p:nvSpPr>
            <p:cNvPr id="95237" name="Rectangle 6"/>
            <p:cNvSpPr>
              <a:spLocks noChangeArrowheads="1"/>
            </p:cNvSpPr>
            <p:nvPr/>
          </p:nvSpPr>
          <p:spPr bwMode="auto">
            <a:xfrm>
              <a:off x="3028950" y="3600450"/>
              <a:ext cx="10287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 tourisme</a:t>
              </a:r>
            </a:p>
          </p:txBody>
        </p:sp>
        <p:sp>
          <p:nvSpPr>
            <p:cNvPr id="95238" name="Rectangle 7"/>
            <p:cNvSpPr>
              <a:spLocks noChangeArrowheads="1"/>
            </p:cNvSpPr>
            <p:nvPr/>
          </p:nvSpPr>
          <p:spPr bwMode="auto">
            <a:xfrm>
              <a:off x="4286250" y="3600450"/>
              <a:ext cx="10287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 utilitaire</a:t>
              </a:r>
            </a:p>
          </p:txBody>
        </p:sp>
        <p:sp>
          <p:nvSpPr>
            <p:cNvPr id="95239" name="Rectangle 8"/>
            <p:cNvSpPr>
              <a:spLocks noChangeArrowheads="1"/>
            </p:cNvSpPr>
            <p:nvPr/>
          </p:nvSpPr>
          <p:spPr bwMode="auto">
            <a:xfrm>
              <a:off x="5429250" y="3600450"/>
              <a:ext cx="10287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 sport</a:t>
              </a:r>
            </a:p>
          </p:txBody>
        </p:sp>
        <p:sp>
          <p:nvSpPr>
            <p:cNvPr id="95240" name="Rectangle 9"/>
            <p:cNvSpPr>
              <a:spLocks noChangeArrowheads="1"/>
            </p:cNvSpPr>
            <p:nvPr/>
          </p:nvSpPr>
          <p:spPr bwMode="auto">
            <a:xfrm>
              <a:off x="2514600" y="4343400"/>
              <a:ext cx="10287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 électrique</a:t>
              </a:r>
            </a:p>
          </p:txBody>
        </p:sp>
        <p:sp>
          <p:nvSpPr>
            <p:cNvPr id="95241" name="Rectangle 10"/>
            <p:cNvSpPr>
              <a:spLocks noChangeArrowheads="1"/>
            </p:cNvSpPr>
            <p:nvPr/>
          </p:nvSpPr>
          <p:spPr bwMode="auto">
            <a:xfrm>
              <a:off x="3657600" y="4343400"/>
              <a:ext cx="1028700" cy="3429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a:t>Voiture carburant</a:t>
              </a:r>
            </a:p>
          </p:txBody>
        </p:sp>
        <p:sp>
          <p:nvSpPr>
            <p:cNvPr id="95242" name="AutoShape 11"/>
            <p:cNvSpPr>
              <a:spLocks noChangeArrowheads="1"/>
            </p:cNvSpPr>
            <p:nvPr/>
          </p:nvSpPr>
          <p:spPr bwMode="auto">
            <a:xfrm>
              <a:off x="4572000" y="2914650"/>
              <a:ext cx="114300" cy="171450"/>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95243" name="AutoShape 12"/>
            <p:cNvSpPr>
              <a:spLocks noChangeArrowheads="1"/>
            </p:cNvSpPr>
            <p:nvPr/>
          </p:nvSpPr>
          <p:spPr bwMode="auto">
            <a:xfrm>
              <a:off x="3429000" y="3943350"/>
              <a:ext cx="114300" cy="171450"/>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95244" name="AutoShape 13"/>
            <p:cNvCxnSpPr>
              <a:cxnSpLocks noChangeShapeType="1"/>
              <a:stCxn id="95242" idx="3"/>
              <a:endCxn id="95237" idx="0"/>
            </p:cNvCxnSpPr>
            <p:nvPr/>
          </p:nvCxnSpPr>
          <p:spPr bwMode="auto">
            <a:xfrm rot="5400000">
              <a:off x="3829050" y="2800350"/>
              <a:ext cx="514350" cy="108585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5245" name="AutoShape 14"/>
            <p:cNvCxnSpPr>
              <a:cxnSpLocks noChangeShapeType="1"/>
              <a:stCxn id="95242" idx="3"/>
              <a:endCxn id="95238" idx="0"/>
            </p:cNvCxnSpPr>
            <p:nvPr/>
          </p:nvCxnSpPr>
          <p:spPr bwMode="auto">
            <a:xfrm rot="16200000" flipH="1">
              <a:off x="4457700" y="3257550"/>
              <a:ext cx="514350" cy="17145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5246" name="AutoShape 15"/>
            <p:cNvCxnSpPr>
              <a:cxnSpLocks noChangeShapeType="1"/>
              <a:stCxn id="95242" idx="3"/>
              <a:endCxn id="95239" idx="0"/>
            </p:cNvCxnSpPr>
            <p:nvPr/>
          </p:nvCxnSpPr>
          <p:spPr bwMode="auto">
            <a:xfrm rot="16200000" flipH="1">
              <a:off x="5029200" y="2686050"/>
              <a:ext cx="514350" cy="131445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5247" name="AutoShape 16"/>
            <p:cNvCxnSpPr>
              <a:cxnSpLocks noChangeShapeType="1"/>
              <a:stCxn id="95243" idx="3"/>
              <a:endCxn id="95240" idx="0"/>
            </p:cNvCxnSpPr>
            <p:nvPr/>
          </p:nvCxnSpPr>
          <p:spPr bwMode="auto">
            <a:xfrm rot="5400000">
              <a:off x="3143250" y="4000500"/>
              <a:ext cx="228600" cy="45720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95248" name="AutoShape 17"/>
            <p:cNvCxnSpPr>
              <a:cxnSpLocks noChangeShapeType="1"/>
              <a:stCxn id="95243" idx="3"/>
              <a:endCxn id="95241" idx="0"/>
            </p:cNvCxnSpPr>
            <p:nvPr/>
          </p:nvCxnSpPr>
          <p:spPr bwMode="auto">
            <a:xfrm rot="16200000" flipH="1">
              <a:off x="3714750" y="3886200"/>
              <a:ext cx="228600" cy="68580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sp>
          <p:nvSpPr>
            <p:cNvPr id="95249" name="Text Box 18"/>
            <p:cNvSpPr txBox="1">
              <a:spLocks noChangeArrowheads="1"/>
            </p:cNvSpPr>
            <p:nvPr/>
          </p:nvSpPr>
          <p:spPr bwMode="auto">
            <a:xfrm>
              <a:off x="5029200" y="4686300"/>
              <a:ext cx="168988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chemeClr val="bg1"/>
                  </a:solidFill>
                </a:rPr>
                <a:t>Extension par spécialisation</a:t>
              </a:r>
            </a:p>
          </p:txBody>
        </p:sp>
      </p:grpSp>
      <p:sp>
        <p:nvSpPr>
          <p:cNvPr id="20" name="Rectangle 3"/>
          <p:cNvSpPr>
            <a:spLocks noGrp="1" noChangeArrowheads="1"/>
          </p:cNvSpPr>
          <p:nvPr>
            <p:ph type="title"/>
          </p:nvPr>
        </p:nvSpPr>
        <p:spPr>
          <a:xfrm>
            <a:off x="370540" y="376518"/>
            <a:ext cx="7840831" cy="830880"/>
          </a:xfrm>
        </p:spPr>
        <p:txBody>
          <a:bodyPr>
            <a:normAutofit/>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Tree>
    <p:extLst>
      <p:ext uri="{BB962C8B-B14F-4D97-AF65-F5344CB8AC3E}">
        <p14:creationId xmlns:p14="http://schemas.microsoft.com/office/powerpoint/2010/main" val="144569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3" name="Rectangle 3"/>
          <p:cNvSpPr>
            <a:spLocks noGrp="1" noChangeArrowheads="1"/>
          </p:cNvSpPr>
          <p:nvPr>
            <p:ph type="body" idx="1"/>
          </p:nvPr>
        </p:nvSpPr>
        <p:spPr>
          <a:xfrm>
            <a:off x="322729" y="1303021"/>
            <a:ext cx="8683812" cy="3370580"/>
          </a:xfrm>
        </p:spPr>
        <p:txBody>
          <a:bodyPr>
            <a:normAutofit fontScale="92500" lnSpcReduction="10000"/>
          </a:bodyPr>
          <a:lstStyle/>
          <a:p>
            <a:pPr lvl="1">
              <a:lnSpc>
                <a:spcPct val="90000"/>
              </a:lnSpc>
            </a:pPr>
            <a:r>
              <a:rPr lang="fr-FR" altLang="fr-FR" sz="1500" dirty="0">
                <a:effectLst>
                  <a:outerShdw blurRad="38100" dist="38100" dir="2700000" algn="tl">
                    <a:srgbClr val="C0C0C0"/>
                  </a:outerShdw>
                </a:effectLst>
              </a:rPr>
              <a:t>La généralisation et la spécialisation sont deux points de vue antagonistes du concept  de classification; elles expriment dans quel sens une hiérarchie de classe est exploitée</a:t>
            </a:r>
          </a:p>
          <a:p>
            <a:pPr lvl="2">
              <a:lnSpc>
                <a:spcPct val="90000"/>
              </a:lnSpc>
            </a:pPr>
            <a:r>
              <a:rPr lang="fr-FR" altLang="fr-FR" sz="1500" dirty="0">
                <a:effectLst>
                  <a:outerShdw blurRad="38100" dist="38100" dir="2700000" algn="tl">
                    <a:srgbClr val="C0C0C0"/>
                  </a:outerShdw>
                </a:effectLst>
              </a:rPr>
              <a:t>La généralisation est employée une fois que les éléments du domaine ont été identifiées afin de dégager une description détachée des solutions</a:t>
            </a:r>
          </a:p>
          <a:p>
            <a:pPr lvl="2">
              <a:lnSpc>
                <a:spcPct val="90000"/>
              </a:lnSpc>
              <a:buFont typeface="Wingdings" panose="05000000000000000000" pitchFamily="2" charset="2"/>
              <a:buNone/>
            </a:pPr>
            <a:endParaRPr lang="fr-FR" altLang="fr-FR" sz="1500" dirty="0">
              <a:effectLst>
                <a:outerShdw blurRad="38100" dist="38100" dir="2700000" algn="tl">
                  <a:srgbClr val="C0C0C0"/>
                </a:outerShdw>
              </a:effectLst>
            </a:endParaRPr>
          </a:p>
          <a:p>
            <a:pPr lvl="2">
              <a:lnSpc>
                <a:spcPct val="90000"/>
              </a:lnSpc>
            </a:pPr>
            <a:r>
              <a:rPr lang="fr-FR" altLang="fr-FR" sz="1500" dirty="0">
                <a:effectLst>
                  <a:outerShdw blurRad="38100" dist="38100" dir="2700000" algn="tl">
                    <a:srgbClr val="C0C0C0"/>
                  </a:outerShdw>
                </a:effectLst>
              </a:rPr>
              <a:t>La spécialisation est à la base de la programmation par extension et de la réutilisation</a:t>
            </a:r>
          </a:p>
          <a:p>
            <a:pPr lvl="2">
              <a:lnSpc>
                <a:spcPct val="90000"/>
              </a:lnSpc>
              <a:buFont typeface="Wingdings" panose="05000000000000000000" pitchFamily="2" charset="2"/>
              <a:buNone/>
            </a:pPr>
            <a:endParaRPr lang="fr-FR" altLang="fr-FR" sz="1500" dirty="0">
              <a:effectLst>
                <a:outerShdw blurRad="38100" dist="38100" dir="2700000" algn="tl">
                  <a:srgbClr val="C0C0C0"/>
                </a:outerShdw>
              </a:effectLst>
            </a:endParaRPr>
          </a:p>
          <a:p>
            <a:pPr lvl="1">
              <a:lnSpc>
                <a:spcPct val="90000"/>
              </a:lnSpc>
            </a:pPr>
            <a:r>
              <a:rPr lang="fr-FR" altLang="fr-FR" sz="1500" dirty="0">
                <a:effectLst>
                  <a:outerShdw blurRad="38100" dist="38100" dir="2700000" algn="tl">
                    <a:srgbClr val="C0C0C0"/>
                  </a:outerShdw>
                </a:effectLst>
              </a:rPr>
              <a:t>La généralisation ne porte aucun nom particulier </a:t>
            </a:r>
          </a:p>
          <a:p>
            <a:pPr lvl="2">
              <a:lnSpc>
                <a:spcPct val="90000"/>
              </a:lnSpc>
            </a:pPr>
            <a:r>
              <a:rPr lang="fr-FR" altLang="fr-FR" sz="1500" dirty="0">
                <a:effectLst>
                  <a:outerShdw blurRad="38100" dist="38100" dir="2700000" algn="tl">
                    <a:srgbClr val="C0C0C0"/>
                  </a:outerShdw>
                </a:effectLst>
              </a:rPr>
              <a:t>Elle signifie toujours : </a:t>
            </a:r>
          </a:p>
          <a:p>
            <a:pPr lvl="3">
              <a:lnSpc>
                <a:spcPct val="90000"/>
              </a:lnSpc>
            </a:pPr>
            <a:r>
              <a:rPr lang="fr-FR" altLang="fr-FR" sz="1350" dirty="0"/>
              <a:t>« est un » ou </a:t>
            </a:r>
          </a:p>
          <a:p>
            <a:pPr lvl="3">
              <a:lnSpc>
                <a:spcPct val="90000"/>
              </a:lnSpc>
            </a:pPr>
            <a:r>
              <a:rPr lang="fr-FR" altLang="fr-FR" sz="1350" dirty="0"/>
              <a:t>« est une sorte de »</a:t>
            </a:r>
          </a:p>
          <a:p>
            <a:pPr lvl="1">
              <a:lnSpc>
                <a:spcPct val="90000"/>
              </a:lnSpc>
              <a:buFont typeface="Wingdings" panose="05000000000000000000" pitchFamily="2" charset="2"/>
              <a:buNone/>
            </a:pPr>
            <a:endParaRPr lang="fr-FR" altLang="fr-FR" sz="1500" dirty="0">
              <a:effectLst>
                <a:outerShdw blurRad="38100" dist="38100" dir="2700000" algn="tl">
                  <a:srgbClr val="C0C0C0"/>
                </a:outerShdw>
              </a:effectLst>
            </a:endParaRPr>
          </a:p>
          <a:p>
            <a:pPr lvl="1">
              <a:lnSpc>
                <a:spcPct val="90000"/>
              </a:lnSpc>
            </a:pPr>
            <a:r>
              <a:rPr lang="fr-FR" altLang="fr-FR" sz="1500" dirty="0">
                <a:effectLst>
                  <a:outerShdw blurRad="38100" dist="38100" dir="2700000" algn="tl">
                    <a:srgbClr val="C0C0C0"/>
                  </a:outerShdw>
                </a:effectLst>
              </a:rPr>
              <a:t>La généralisation ne concerne que les classes, elle n’</a:t>
            </a:r>
            <a:r>
              <a:rPr lang="fr-FR" altLang="ja-JP" sz="1500" dirty="0">
                <a:effectLst>
                  <a:outerShdw blurRad="38100" dist="38100" dir="2700000" algn="tl">
                    <a:srgbClr val="C0C0C0"/>
                  </a:outerShdw>
                </a:effectLst>
              </a:rPr>
              <a:t>est pas </a:t>
            </a:r>
            <a:r>
              <a:rPr lang="fr-FR" altLang="ja-JP" sz="1500" dirty="0" err="1">
                <a:effectLst>
                  <a:outerShdw blurRad="38100" dist="38100" dir="2700000" algn="tl">
                    <a:srgbClr val="C0C0C0"/>
                  </a:outerShdw>
                </a:effectLst>
              </a:rPr>
              <a:t>instanciable</a:t>
            </a:r>
            <a:r>
              <a:rPr lang="fr-FR" altLang="ja-JP" sz="1500" dirty="0">
                <a:effectLst>
                  <a:outerShdw blurRad="38100" dist="38100" dir="2700000" algn="tl">
                    <a:srgbClr val="C0C0C0"/>
                  </a:outerShdw>
                </a:effectLst>
              </a:rPr>
              <a:t> en liens</a:t>
            </a:r>
          </a:p>
          <a:p>
            <a:pPr lvl="1">
              <a:lnSpc>
                <a:spcPct val="90000"/>
              </a:lnSpc>
              <a:buFont typeface="Wingdings" panose="05000000000000000000" pitchFamily="2" charset="2"/>
              <a:buNone/>
            </a:pPr>
            <a:endParaRPr lang="fr-FR" altLang="fr-FR" sz="1500" dirty="0">
              <a:effectLst>
                <a:outerShdw blurRad="38100" dist="38100" dir="2700000" algn="tl">
                  <a:srgbClr val="C0C0C0"/>
                </a:outerShdw>
              </a:effectLst>
            </a:endParaRPr>
          </a:p>
          <a:p>
            <a:pPr lvl="1">
              <a:lnSpc>
                <a:spcPct val="90000"/>
              </a:lnSpc>
            </a:pPr>
            <a:r>
              <a:rPr lang="fr-FR" altLang="fr-FR" sz="1500" dirty="0">
                <a:effectLst>
                  <a:outerShdw blurRad="38100" dist="38100" dir="2700000" algn="tl">
                    <a:srgbClr val="C0C0C0"/>
                  </a:outerShdw>
                </a:effectLst>
              </a:rPr>
              <a:t>La généralisation ne porte aucune indication de multiplicité</a:t>
            </a:r>
          </a:p>
        </p:txBody>
      </p:sp>
      <p:sp>
        <p:nvSpPr>
          <p:cNvPr id="5" name="Rectangle 3"/>
          <p:cNvSpPr txBox="1">
            <a:spLocks noChangeArrowheads="1"/>
          </p:cNvSpPr>
          <p:nvPr/>
        </p:nvSpPr>
        <p:spPr>
          <a:xfrm>
            <a:off x="370540" y="376518"/>
            <a:ext cx="7840831" cy="830880"/>
          </a:xfrm>
          <a:prstGeom prst="rect">
            <a:avLst/>
          </a:prstGeom>
        </p:spPr>
        <p:txBody>
          <a:bodyPr vert="horz" lIns="91440" tIns="45720" rIns="91440" bIns="45720" rtlCol="0" anchor="b">
            <a:normAutofit/>
          </a:bodyPr>
          <a:lstStyle>
            <a:lvl1pPr marL="0"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Tree>
    <p:extLst>
      <p:ext uri="{BB962C8B-B14F-4D97-AF65-F5344CB8AC3E}">
        <p14:creationId xmlns:p14="http://schemas.microsoft.com/office/powerpoint/2010/main" val="4181341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7" name="Rectangle 3"/>
          <p:cNvSpPr>
            <a:spLocks noGrp="1" noChangeArrowheads="1"/>
          </p:cNvSpPr>
          <p:nvPr>
            <p:ph type="body" idx="1"/>
          </p:nvPr>
        </p:nvSpPr>
        <p:spPr>
          <a:xfrm>
            <a:off x="667496" y="1469465"/>
            <a:ext cx="8171703" cy="3192182"/>
          </a:xfrm>
        </p:spPr>
        <p:txBody>
          <a:bodyPr/>
          <a:lstStyle/>
          <a:p>
            <a:pPr lvl="1"/>
            <a:r>
              <a:rPr lang="fr-FR" altLang="fr-FR" sz="1500" dirty="0">
                <a:effectLst>
                  <a:outerShdw blurRad="38100" dist="38100" dir="2700000" algn="tl">
                    <a:srgbClr val="C0C0C0"/>
                  </a:outerShdw>
                </a:effectLst>
              </a:rPr>
              <a:t>La généralisation est une relation non réflexive : une classe ne peut pas dériver d’</a:t>
            </a:r>
            <a:r>
              <a:rPr lang="fr-FR" altLang="ja-JP" sz="1500" dirty="0">
                <a:effectLst>
                  <a:outerShdw blurRad="38100" dist="38100" dir="2700000" algn="tl">
                    <a:srgbClr val="C0C0C0"/>
                  </a:outerShdw>
                </a:effectLst>
              </a:rPr>
              <a:t>elle-même</a:t>
            </a:r>
          </a:p>
          <a:p>
            <a:pPr lvl="1">
              <a:buFont typeface="Wingdings" panose="05000000000000000000" pitchFamily="2" charset="2"/>
              <a:buNone/>
            </a:pPr>
            <a:endParaRPr lang="fr-FR" altLang="fr-FR" sz="15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généralisation est une relation non symétrique : si une classe B dérive d’</a:t>
            </a:r>
            <a:r>
              <a:rPr lang="fr-FR" altLang="ja-JP" sz="1500" dirty="0">
                <a:effectLst>
                  <a:outerShdw blurRad="38100" dist="38100" dir="2700000" algn="tl">
                    <a:srgbClr val="C0C0C0"/>
                  </a:outerShdw>
                </a:effectLst>
              </a:rPr>
              <a:t>une classe A, alors la classe A ne peut pas dériver de la classe B</a:t>
            </a:r>
          </a:p>
          <a:p>
            <a:pPr lvl="1">
              <a:buFont typeface="Wingdings" panose="05000000000000000000" pitchFamily="2" charset="2"/>
              <a:buNone/>
            </a:pPr>
            <a:endParaRPr lang="fr-FR" altLang="fr-FR" sz="15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généralisation est une relation transitive : si une classe C dérive d’</a:t>
            </a:r>
            <a:r>
              <a:rPr lang="fr-FR" altLang="ja-JP" sz="1500" dirty="0">
                <a:effectLst>
                  <a:outerShdw blurRad="38100" dist="38100" dir="2700000" algn="tl">
                    <a:srgbClr val="C0C0C0"/>
                  </a:outerShdw>
                </a:effectLst>
              </a:rPr>
              <a:t>une classe B qui dérive elle-même d’une classe A, alors C dérive également de A</a:t>
            </a:r>
          </a:p>
          <a:p>
            <a:pPr lvl="1">
              <a:buFont typeface="Wingdings" panose="05000000000000000000" pitchFamily="2" charset="2"/>
              <a:buNone/>
            </a:pPr>
            <a:endParaRPr lang="fr-FR" altLang="fr-FR" sz="15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Les objets instances d’</a:t>
            </a:r>
            <a:r>
              <a:rPr lang="fr-FR" altLang="ja-JP" sz="1500" dirty="0">
                <a:effectLst>
                  <a:outerShdw blurRad="38100" dist="38100" dir="2700000" algn="tl">
                    <a:srgbClr val="C0C0C0"/>
                  </a:outerShdw>
                </a:effectLst>
              </a:rPr>
              <a:t>une classe donnée sont décrit par les propriétés caractéristiques de leur classe, mais également par les propriétés caractéristiques de toutes les classes parents de leur classe</a:t>
            </a:r>
            <a:endParaRPr lang="fr-FR" altLang="fr-FR" sz="1500" dirty="0">
              <a:effectLst>
                <a:outerShdw blurRad="38100" dist="38100" dir="2700000" algn="tl">
                  <a:srgbClr val="C0C0C0"/>
                </a:outerShdw>
              </a:effectLst>
            </a:endParaRPr>
          </a:p>
        </p:txBody>
      </p:sp>
      <p:sp>
        <p:nvSpPr>
          <p:cNvPr id="5" name="Rectangle 3"/>
          <p:cNvSpPr txBox="1">
            <a:spLocks noChangeArrowheads="1"/>
          </p:cNvSpPr>
          <p:nvPr/>
        </p:nvSpPr>
        <p:spPr>
          <a:xfrm>
            <a:off x="370540" y="376518"/>
            <a:ext cx="7840831" cy="830880"/>
          </a:xfrm>
          <a:prstGeom prst="rect">
            <a:avLst/>
          </a:prstGeom>
        </p:spPr>
        <p:txBody>
          <a:bodyPr vert="horz" lIns="91440" tIns="45720" rIns="91440" bIns="45720" rtlCol="0" anchor="b">
            <a:normAutofit/>
          </a:bodyPr>
          <a:lstStyle>
            <a:lvl1pPr marL="0"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Tree>
    <p:extLst>
      <p:ext uri="{BB962C8B-B14F-4D97-AF65-F5344CB8AC3E}">
        <p14:creationId xmlns:p14="http://schemas.microsoft.com/office/powerpoint/2010/main" val="3731290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52" name="Rectangle 4"/>
          <p:cNvSpPr>
            <a:spLocks noGrp="1" noChangeArrowheads="1"/>
          </p:cNvSpPr>
          <p:nvPr>
            <p:ph type="body" idx="1"/>
          </p:nvPr>
        </p:nvSpPr>
        <p:spPr>
          <a:xfrm>
            <a:off x="531218" y="1402368"/>
            <a:ext cx="7202090" cy="994910"/>
          </a:xfrm>
        </p:spPr>
        <p:txBody>
          <a:bodyPr>
            <a:normAutofit/>
          </a:bodyPr>
          <a:lstStyle/>
          <a:p>
            <a:pPr lvl="1"/>
            <a:r>
              <a:rPr lang="fr-FR" altLang="fr-FR" sz="1500" dirty="0">
                <a:effectLst>
                  <a:outerShdw blurRad="38100" dist="38100" dir="2700000" algn="tl">
                    <a:srgbClr val="C0C0C0"/>
                  </a:outerShdw>
                </a:effectLst>
              </a:rPr>
              <a:t>Les propriétés d</a:t>
            </a:r>
            <a:r>
              <a:rPr lang="ja-JP" altLang="fr-FR" sz="1500" dirty="0">
                <a:effectLst>
                  <a:outerShdw blurRad="38100" dist="38100" dir="2700000" algn="tl">
                    <a:srgbClr val="C0C0C0"/>
                  </a:outerShdw>
                </a:effectLst>
              </a:rPr>
              <a:t>’</a:t>
            </a:r>
            <a:r>
              <a:rPr lang="fr-FR" altLang="ja-JP" sz="1500" dirty="0">
                <a:effectLst>
                  <a:outerShdw blurRad="38100" dist="38100" dir="2700000" algn="tl">
                    <a:srgbClr val="C0C0C0"/>
                  </a:outerShdw>
                </a:effectLst>
              </a:rPr>
              <a:t>une sous-classe englobe les propriétés de toutes ses </a:t>
            </a:r>
            <a:r>
              <a:rPr lang="fr-FR" altLang="ja-JP" sz="1500" dirty="0" err="1">
                <a:effectLst>
                  <a:outerShdw blurRad="38100" dist="38100" dir="2700000" algn="tl">
                    <a:srgbClr val="C0C0C0"/>
                  </a:outerShdw>
                </a:effectLst>
              </a:rPr>
              <a:t>super-classes</a:t>
            </a:r>
            <a:endParaRPr lang="fr-FR" altLang="ja-JP" sz="15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Ce qui est vrai pour un objet instance d</a:t>
            </a:r>
            <a:r>
              <a:rPr lang="ja-JP" altLang="fr-FR" sz="1500" dirty="0">
                <a:effectLst>
                  <a:outerShdw blurRad="38100" dist="38100" dir="2700000" algn="tl">
                    <a:srgbClr val="C0C0C0"/>
                  </a:outerShdw>
                </a:effectLst>
              </a:rPr>
              <a:t>’</a:t>
            </a:r>
            <a:r>
              <a:rPr lang="fr-FR" altLang="ja-JP" sz="1500" dirty="0">
                <a:effectLst>
                  <a:outerShdw blurRad="38100" dist="38100" dir="2700000" algn="tl">
                    <a:srgbClr val="C0C0C0"/>
                  </a:outerShdw>
                </a:effectLst>
              </a:rPr>
              <a:t>une super classe est vrai pour un objet instance d</a:t>
            </a:r>
            <a:r>
              <a:rPr lang="ja-JP" altLang="fr-FR" sz="1500" dirty="0">
                <a:effectLst>
                  <a:outerShdw blurRad="38100" dist="38100" dir="2700000" algn="tl">
                    <a:srgbClr val="C0C0C0"/>
                  </a:outerShdw>
                </a:effectLst>
              </a:rPr>
              <a:t>’</a:t>
            </a:r>
            <a:r>
              <a:rPr lang="fr-FR" altLang="ja-JP" sz="1500" dirty="0">
                <a:effectLst>
                  <a:outerShdw blurRad="38100" dist="38100" dir="2700000" algn="tl">
                    <a:srgbClr val="C0C0C0"/>
                  </a:outerShdw>
                </a:effectLst>
              </a:rPr>
              <a:t>une sous-classe</a:t>
            </a:r>
          </a:p>
          <a:p>
            <a:pPr lvl="3">
              <a:buFontTx/>
              <a:buNone/>
            </a:pPr>
            <a:endParaRPr lang="fr-FR" altLang="fr-FR" dirty="0"/>
          </a:p>
          <a:p>
            <a:pPr lvl="3">
              <a:buFontTx/>
              <a:buNone/>
            </a:pPr>
            <a:endParaRPr lang="fr-FR" altLang="fr-FR" dirty="0"/>
          </a:p>
          <a:p>
            <a:pPr lvl="3">
              <a:buFontTx/>
              <a:buNone/>
            </a:pPr>
            <a:endParaRPr lang="fr-FR" altLang="fr-FR" dirty="0"/>
          </a:p>
          <a:p>
            <a:pPr lvl="3">
              <a:buFontTx/>
              <a:buNone/>
            </a:pPr>
            <a:endParaRPr lang="fr-FR" altLang="fr-FR" dirty="0"/>
          </a:p>
          <a:p>
            <a:pPr lvl="2"/>
            <a:endParaRPr lang="fr-FR" altLang="fr-FR" dirty="0">
              <a:effectLst>
                <a:outerShdw blurRad="38100" dist="38100" dir="2700000" algn="tl">
                  <a:srgbClr val="C0C0C0"/>
                </a:outerShdw>
              </a:effectLst>
            </a:endParaRPr>
          </a:p>
          <a:p>
            <a:endParaRPr lang="fr-FR" altLang="fr-FR" dirty="0">
              <a:effectLst>
                <a:outerShdw blurRad="38100" dist="38100" dir="2700000" algn="tl">
                  <a:srgbClr val="C0C0C0"/>
                </a:outerShdw>
              </a:effectLst>
            </a:endParaRPr>
          </a:p>
        </p:txBody>
      </p:sp>
      <p:grpSp>
        <p:nvGrpSpPr>
          <p:cNvPr id="3" name="Groupe 2"/>
          <p:cNvGrpSpPr/>
          <p:nvPr/>
        </p:nvGrpSpPr>
        <p:grpSpPr>
          <a:xfrm>
            <a:off x="3498850" y="2571400"/>
            <a:ext cx="5429250" cy="2032397"/>
            <a:chOff x="1771650" y="2356247"/>
            <a:chExt cx="5429250" cy="2032397"/>
          </a:xfrm>
        </p:grpSpPr>
        <p:sp>
          <p:nvSpPr>
            <p:cNvPr id="101377" name="Rectangle 2"/>
            <p:cNvSpPr>
              <a:spLocks noChangeArrowheads="1"/>
            </p:cNvSpPr>
            <p:nvPr/>
          </p:nvSpPr>
          <p:spPr bwMode="auto">
            <a:xfrm>
              <a:off x="1771650" y="2356247"/>
              <a:ext cx="5429250" cy="2032397"/>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grpSp>
          <p:nvGrpSpPr>
            <p:cNvPr id="101380" name="Group 5"/>
            <p:cNvGrpSpPr>
              <a:grpSpLocks/>
            </p:cNvGrpSpPr>
            <p:nvPr/>
          </p:nvGrpSpPr>
          <p:grpSpPr bwMode="auto">
            <a:xfrm>
              <a:off x="3771900" y="2397919"/>
              <a:ext cx="1382316" cy="647700"/>
              <a:chOff x="2439" y="2688"/>
              <a:chExt cx="1161" cy="672"/>
            </a:xfrm>
          </p:grpSpPr>
          <p:sp>
            <p:nvSpPr>
              <p:cNvPr id="101393" name="Rectangle 6"/>
              <p:cNvSpPr>
                <a:spLocks noChangeArrowheads="1"/>
              </p:cNvSpPr>
              <p:nvPr/>
            </p:nvSpPr>
            <p:spPr bwMode="auto">
              <a:xfrm>
                <a:off x="2448" y="2688"/>
                <a:ext cx="1152" cy="672"/>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1394" name="Text Box 7"/>
              <p:cNvSpPr txBox="1">
                <a:spLocks noChangeArrowheads="1"/>
              </p:cNvSpPr>
              <p:nvPr/>
            </p:nvSpPr>
            <p:spPr bwMode="auto">
              <a:xfrm>
                <a:off x="2890" y="2688"/>
                <a:ext cx="399"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Livre</a:t>
                </a:r>
              </a:p>
            </p:txBody>
          </p:sp>
          <p:sp>
            <p:nvSpPr>
              <p:cNvPr id="101395" name="Line 8"/>
              <p:cNvSpPr>
                <a:spLocks noChangeShapeType="1"/>
              </p:cNvSpPr>
              <p:nvPr/>
            </p:nvSpPr>
            <p:spPr bwMode="auto">
              <a:xfrm>
                <a:off x="2448" y="2880"/>
                <a:ext cx="1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1396" name="Text Box 9"/>
              <p:cNvSpPr txBox="1">
                <a:spLocks noChangeArrowheads="1"/>
              </p:cNvSpPr>
              <p:nvPr/>
            </p:nvSpPr>
            <p:spPr bwMode="auto">
              <a:xfrm>
                <a:off x="2439" y="2879"/>
                <a:ext cx="945" cy="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Auteur</a:t>
                </a:r>
              </a:p>
              <a:p>
                <a:r>
                  <a:rPr lang="fr-FR" altLang="fr-FR" sz="1050"/>
                  <a:t>Nombre de pages</a:t>
                </a:r>
              </a:p>
            </p:txBody>
          </p:sp>
        </p:grpSp>
        <p:sp>
          <p:nvSpPr>
            <p:cNvPr id="101381" name="Rectangle 10"/>
            <p:cNvSpPr>
              <a:spLocks noChangeArrowheads="1"/>
            </p:cNvSpPr>
            <p:nvPr/>
          </p:nvSpPr>
          <p:spPr bwMode="auto">
            <a:xfrm>
              <a:off x="2389585" y="3601641"/>
              <a:ext cx="1371600" cy="6477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1382" name="Text Box 11"/>
            <p:cNvSpPr txBox="1">
              <a:spLocks noChangeArrowheads="1"/>
            </p:cNvSpPr>
            <p:nvPr/>
          </p:nvSpPr>
          <p:spPr bwMode="auto">
            <a:xfrm>
              <a:off x="2389585" y="3601641"/>
              <a:ext cx="117692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Livre pour enfants</a:t>
              </a:r>
            </a:p>
          </p:txBody>
        </p:sp>
        <p:sp>
          <p:nvSpPr>
            <p:cNvPr id="101383" name="Line 12"/>
            <p:cNvSpPr>
              <a:spLocks noChangeShapeType="1"/>
            </p:cNvSpPr>
            <p:nvPr/>
          </p:nvSpPr>
          <p:spPr bwMode="auto">
            <a:xfrm>
              <a:off x="2389585" y="3786188"/>
              <a:ext cx="13716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1384" name="Text Box 13"/>
            <p:cNvSpPr txBox="1">
              <a:spLocks noChangeArrowheads="1"/>
            </p:cNvSpPr>
            <p:nvPr/>
          </p:nvSpPr>
          <p:spPr bwMode="auto">
            <a:xfrm>
              <a:off x="2378869" y="3786188"/>
              <a:ext cx="124425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Fourchette des ages</a:t>
              </a:r>
            </a:p>
          </p:txBody>
        </p:sp>
        <p:sp>
          <p:nvSpPr>
            <p:cNvPr id="101385" name="Rectangle 14"/>
            <p:cNvSpPr>
              <a:spLocks noChangeArrowheads="1"/>
            </p:cNvSpPr>
            <p:nvPr/>
          </p:nvSpPr>
          <p:spPr bwMode="auto">
            <a:xfrm>
              <a:off x="5154216" y="3601641"/>
              <a:ext cx="1703784" cy="6477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1386" name="Text Box 15"/>
            <p:cNvSpPr txBox="1">
              <a:spLocks noChangeArrowheads="1"/>
            </p:cNvSpPr>
            <p:nvPr/>
          </p:nvSpPr>
          <p:spPr bwMode="auto">
            <a:xfrm>
              <a:off x="5154217" y="3601641"/>
              <a:ext cx="163057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Livre pour l</a:t>
              </a:r>
              <a:r>
                <a:rPr lang="ja-JP" altLang="fr-FR" sz="1050"/>
                <a:t>’</a:t>
              </a:r>
              <a:r>
                <a:rPr lang="fr-FR" altLang="ja-JP" sz="1050"/>
                <a:t>enseignement</a:t>
              </a:r>
              <a:endParaRPr lang="fr-FR" altLang="fr-FR" sz="1050"/>
            </a:p>
          </p:txBody>
        </p:sp>
        <p:sp>
          <p:nvSpPr>
            <p:cNvPr id="101387" name="Line 16"/>
            <p:cNvSpPr>
              <a:spLocks noChangeShapeType="1"/>
            </p:cNvSpPr>
            <p:nvPr/>
          </p:nvSpPr>
          <p:spPr bwMode="auto">
            <a:xfrm>
              <a:off x="5154216" y="3786188"/>
              <a:ext cx="1703784"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1388" name="Text Box 17"/>
            <p:cNvSpPr txBox="1">
              <a:spLocks noChangeArrowheads="1"/>
            </p:cNvSpPr>
            <p:nvPr/>
          </p:nvSpPr>
          <p:spPr bwMode="auto">
            <a:xfrm>
              <a:off x="5143501" y="3786187"/>
              <a:ext cx="73609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Discipline</a:t>
              </a:r>
            </a:p>
            <a:p>
              <a:r>
                <a:rPr lang="fr-FR" altLang="fr-FR" sz="1050"/>
                <a:t>Niveau</a:t>
              </a:r>
            </a:p>
          </p:txBody>
        </p:sp>
        <p:sp>
          <p:nvSpPr>
            <p:cNvPr id="101389" name="AutoShape 18"/>
            <p:cNvSpPr>
              <a:spLocks noChangeArrowheads="1"/>
            </p:cNvSpPr>
            <p:nvPr/>
          </p:nvSpPr>
          <p:spPr bwMode="auto">
            <a:xfrm>
              <a:off x="3943350" y="3045619"/>
              <a:ext cx="114300" cy="13930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101390" name="AutoShape 19"/>
            <p:cNvSpPr>
              <a:spLocks noChangeArrowheads="1"/>
            </p:cNvSpPr>
            <p:nvPr/>
          </p:nvSpPr>
          <p:spPr bwMode="auto">
            <a:xfrm>
              <a:off x="4787504" y="3045619"/>
              <a:ext cx="114300" cy="139304"/>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101391" name="AutoShape 20"/>
            <p:cNvCxnSpPr>
              <a:cxnSpLocks noChangeShapeType="1"/>
              <a:stCxn id="101389" idx="3"/>
              <a:endCxn id="101381" idx="0"/>
            </p:cNvCxnSpPr>
            <p:nvPr/>
          </p:nvCxnSpPr>
          <p:spPr bwMode="auto">
            <a:xfrm rot="5400000">
              <a:off x="3329583" y="2930725"/>
              <a:ext cx="416719" cy="925115"/>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101392" name="AutoShape 21"/>
            <p:cNvCxnSpPr>
              <a:cxnSpLocks noChangeShapeType="1"/>
              <a:stCxn id="101390" idx="3"/>
              <a:endCxn id="101385" idx="0"/>
            </p:cNvCxnSpPr>
            <p:nvPr/>
          </p:nvCxnSpPr>
          <p:spPr bwMode="auto">
            <a:xfrm rot="16200000" flipH="1">
              <a:off x="5217319" y="2812257"/>
              <a:ext cx="416719" cy="1162050"/>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grpSp>
      <p:sp>
        <p:nvSpPr>
          <p:cNvPr id="23" name="Rectangle 3"/>
          <p:cNvSpPr txBox="1">
            <a:spLocks noChangeArrowheads="1"/>
          </p:cNvSpPr>
          <p:nvPr/>
        </p:nvSpPr>
        <p:spPr>
          <a:xfrm>
            <a:off x="370540" y="376518"/>
            <a:ext cx="7840831" cy="830880"/>
          </a:xfrm>
          <a:prstGeom prst="rect">
            <a:avLst/>
          </a:prstGeom>
        </p:spPr>
        <p:txBody>
          <a:bodyPr vert="horz" lIns="91440" tIns="45720" rIns="91440" bIns="45720" rtlCol="0" anchor="b">
            <a:normAutofit/>
          </a:bodyPr>
          <a:lstStyle>
            <a:lvl1pPr marL="0"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Tree>
    <p:extLst>
      <p:ext uri="{BB962C8B-B14F-4D97-AF65-F5344CB8AC3E}">
        <p14:creationId xmlns:p14="http://schemas.microsoft.com/office/powerpoint/2010/main" val="3013802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8" name="Rectangle 2"/>
          <p:cNvSpPr>
            <a:spLocks noGrp="1" noChangeArrowheads="1"/>
          </p:cNvSpPr>
          <p:nvPr>
            <p:ph type="title"/>
          </p:nvPr>
        </p:nvSpPr>
        <p:spPr>
          <a:xfrm>
            <a:off x="595855" y="232882"/>
            <a:ext cx="7543800" cy="1088068"/>
          </a:xfrm>
        </p:spPr>
        <p:txBody>
          <a:bodyPr/>
          <a:lstStyle/>
          <a:p>
            <a:r>
              <a:rPr lang="fr-FR" altLang="fr-FR" sz="3200" dirty="0"/>
              <a:t>Les concepts objet à travers UML </a:t>
            </a:r>
            <a:br>
              <a:rPr lang="fr-FR" altLang="fr-FR" sz="3200" dirty="0">
                <a:latin typeface="Calibri Light (En-têtes)"/>
              </a:rPr>
            </a:br>
            <a:r>
              <a:rPr lang="fr-FR" altLang="fr-FR" sz="2200" dirty="0">
                <a:solidFill>
                  <a:schemeClr val="accent1"/>
                </a:solidFill>
              </a:rPr>
              <a:t>Les hiérarchies de classes</a:t>
            </a:r>
          </a:p>
        </p:txBody>
      </p:sp>
      <p:sp>
        <p:nvSpPr>
          <p:cNvPr id="1079299" name="Rectangle 3"/>
          <p:cNvSpPr>
            <a:spLocks noGrp="1" noChangeArrowheads="1"/>
          </p:cNvSpPr>
          <p:nvPr>
            <p:ph type="body" idx="1"/>
          </p:nvPr>
        </p:nvSpPr>
        <p:spPr>
          <a:xfrm>
            <a:off x="679450" y="1583018"/>
            <a:ext cx="7200900" cy="3042771"/>
          </a:xfrm>
        </p:spPr>
        <p:txBody>
          <a:bodyPr/>
          <a:lstStyle/>
          <a:p>
            <a:pPr marL="150876" lvl="1" indent="0">
              <a:buNone/>
            </a:pPr>
            <a:r>
              <a:rPr lang="fr-FR" altLang="fr-FR" sz="2000" b="1" dirty="0">
                <a:solidFill>
                  <a:schemeClr val="accent1"/>
                </a:solidFill>
                <a:effectLst>
                  <a:outerShdw blurRad="38100" dist="38100" dir="2700000" algn="tl">
                    <a:srgbClr val="C0C0C0"/>
                  </a:outerShdw>
                </a:effectLst>
              </a:rPr>
              <a:t>L’</a:t>
            </a:r>
            <a:r>
              <a:rPr lang="fr-FR" altLang="ja-JP" sz="2000" b="1" dirty="0">
                <a:solidFill>
                  <a:schemeClr val="accent1"/>
                </a:solidFill>
                <a:effectLst>
                  <a:outerShdw blurRad="38100" dist="38100" dir="2700000" algn="tl">
                    <a:srgbClr val="C0C0C0"/>
                  </a:outerShdw>
                </a:effectLst>
              </a:rPr>
              <a:t>héritage</a:t>
            </a:r>
          </a:p>
          <a:p>
            <a:pPr lvl="2"/>
            <a:r>
              <a:rPr lang="fr-FR" altLang="fr-FR" sz="1500" dirty="0">
                <a:effectLst>
                  <a:outerShdw blurRad="38100" dist="38100" dir="2700000" algn="tl">
                    <a:srgbClr val="C0C0C0"/>
                  </a:outerShdw>
                </a:effectLst>
              </a:rPr>
              <a:t>Technique utilisée par les langages de programmation pour réaliser les hiérarchies de généralisation/spécialisation</a:t>
            </a:r>
          </a:p>
          <a:p>
            <a:pPr lvl="2">
              <a:buFont typeface="Wingdings" panose="05000000000000000000" pitchFamily="2" charset="2"/>
              <a:buNone/>
            </a:pPr>
            <a:endParaRPr lang="fr-FR" altLang="fr-FR" sz="1500" dirty="0">
              <a:effectLst>
                <a:outerShdw blurRad="38100" dist="38100" dir="2700000" algn="tl">
                  <a:srgbClr val="C0C0C0"/>
                </a:outerShdw>
              </a:effectLst>
            </a:endParaRPr>
          </a:p>
          <a:p>
            <a:pPr marL="150876" lvl="1" indent="0">
              <a:buNone/>
            </a:pPr>
            <a:r>
              <a:rPr lang="fr-FR" altLang="fr-FR" sz="2000" b="1" dirty="0">
                <a:solidFill>
                  <a:schemeClr val="accent1"/>
                </a:solidFill>
                <a:effectLst>
                  <a:outerShdw blurRad="38100" dist="38100" dir="2700000" algn="tl">
                    <a:srgbClr val="C0C0C0"/>
                  </a:outerShdw>
                </a:effectLst>
              </a:rPr>
              <a:t>Le polymorphisme</a:t>
            </a:r>
          </a:p>
          <a:p>
            <a:pPr lvl="2"/>
            <a:r>
              <a:rPr lang="fr-FR" altLang="fr-FR" sz="1500" dirty="0">
                <a:effectLst>
                  <a:outerShdw blurRad="38100" dist="38100" dir="2700000" algn="tl">
                    <a:srgbClr val="C0C0C0"/>
                  </a:outerShdw>
                </a:effectLst>
              </a:rPr>
              <a:t>Le terme polymorphisme décrit la caractéristique d’</a:t>
            </a:r>
            <a:r>
              <a:rPr lang="fr-FR" altLang="ja-JP" sz="1500" dirty="0">
                <a:effectLst>
                  <a:outerShdw blurRad="38100" dist="38100" dir="2700000" algn="tl">
                    <a:srgbClr val="C0C0C0"/>
                  </a:outerShdw>
                </a:effectLst>
              </a:rPr>
              <a:t>un élément qui peut prendre plusieurs formes, comme l’eau qui se trouve à l’état solide, liquide ou gazeux</a:t>
            </a:r>
          </a:p>
          <a:p>
            <a:pPr lvl="2">
              <a:buFont typeface="Wingdings" panose="05000000000000000000" pitchFamily="2" charset="2"/>
              <a:buNone/>
            </a:pPr>
            <a:endParaRPr lang="fr-FR" altLang="fr-FR" sz="1500" dirty="0">
              <a:effectLst>
                <a:outerShdw blurRad="38100" dist="38100" dir="2700000" algn="tl">
                  <a:srgbClr val="C0C0C0"/>
                </a:outerShdw>
              </a:effectLst>
            </a:endParaRPr>
          </a:p>
          <a:p>
            <a:pPr lvl="2"/>
            <a:r>
              <a:rPr lang="fr-FR" altLang="fr-FR" sz="1500" dirty="0">
                <a:effectLst>
                  <a:outerShdw blurRad="38100" dist="38100" dir="2700000" algn="tl">
                    <a:srgbClr val="C0C0C0"/>
                  </a:outerShdw>
                </a:effectLst>
              </a:rPr>
              <a:t>En informatique : le polymorphisme désigne le fait qu’</a:t>
            </a:r>
            <a:r>
              <a:rPr lang="fr-FR" altLang="ja-JP" sz="1500" dirty="0">
                <a:effectLst>
                  <a:outerShdw blurRad="38100" dist="38100" dir="2700000" algn="tl">
                    <a:srgbClr val="C0C0C0"/>
                  </a:outerShdw>
                </a:effectLst>
              </a:rPr>
              <a:t>un nom d’objet peut désigner des instances de classes différentes issues d’une même arborescence</a:t>
            </a:r>
          </a:p>
        </p:txBody>
      </p:sp>
    </p:spTree>
    <p:extLst>
      <p:ext uri="{BB962C8B-B14F-4D97-AF65-F5344CB8AC3E}">
        <p14:creationId xmlns:p14="http://schemas.microsoft.com/office/powerpoint/2010/main" val="2442677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2" name="Rectangle 2"/>
          <p:cNvSpPr>
            <a:spLocks noGrp="1" noChangeArrowheads="1"/>
          </p:cNvSpPr>
          <p:nvPr>
            <p:ph type="title"/>
          </p:nvPr>
        </p:nvSpPr>
        <p:spPr>
          <a:xfrm>
            <a:off x="387217" y="233258"/>
            <a:ext cx="7543800" cy="1088068"/>
          </a:xfrm>
        </p:spPr>
        <p:txBody>
          <a:bodyPr/>
          <a:lstStyle/>
          <a:p>
            <a:r>
              <a:rPr lang="fr-FR" altLang="fr-FR" dirty="0"/>
              <a:t>Les concepts objet à travers UML </a:t>
            </a:r>
            <a:br>
              <a:rPr lang="fr-FR" altLang="fr-FR" dirty="0">
                <a:latin typeface="Calibri Light (En-têtes)"/>
              </a:rPr>
            </a:br>
            <a:r>
              <a:rPr lang="fr-FR" altLang="fr-FR" sz="2800" dirty="0">
                <a:solidFill>
                  <a:schemeClr val="accent1"/>
                </a:solidFill>
              </a:rPr>
              <a:t>Les hiérarchies de classes</a:t>
            </a:r>
          </a:p>
        </p:txBody>
      </p:sp>
      <p:sp>
        <p:nvSpPr>
          <p:cNvPr id="1080323" name="Rectangle 3"/>
          <p:cNvSpPr>
            <a:spLocks noGrp="1" noChangeArrowheads="1"/>
          </p:cNvSpPr>
          <p:nvPr>
            <p:ph type="body" idx="1"/>
          </p:nvPr>
        </p:nvSpPr>
        <p:spPr>
          <a:xfrm>
            <a:off x="523839" y="1389545"/>
            <a:ext cx="4602191" cy="4332684"/>
          </a:xfrm>
        </p:spPr>
        <p:txBody>
          <a:bodyPr/>
          <a:lstStyle/>
          <a:p>
            <a:pPr marL="150876" lvl="1" indent="0">
              <a:lnSpc>
                <a:spcPct val="90000"/>
              </a:lnSpc>
              <a:buNone/>
            </a:pPr>
            <a:r>
              <a:rPr lang="fr-FR" altLang="fr-FR" sz="2000" b="1" dirty="0">
                <a:solidFill>
                  <a:schemeClr val="accent1"/>
                </a:solidFill>
                <a:effectLst>
                  <a:outerShdw blurRad="38100" dist="38100" dir="2700000" algn="tl">
                    <a:srgbClr val="C0C0C0"/>
                  </a:outerShdw>
                </a:effectLst>
              </a:rPr>
              <a:t>Polymorphisme : notion de surcharge </a:t>
            </a:r>
          </a:p>
          <a:p>
            <a:pPr marL="150876" lvl="1" indent="0">
              <a:lnSpc>
                <a:spcPct val="90000"/>
              </a:lnSpc>
              <a:buNone/>
            </a:pPr>
            <a:endParaRPr lang="fr-FR" altLang="fr-FR" sz="2000" b="1" dirty="0">
              <a:solidFill>
                <a:schemeClr val="accent1"/>
              </a:solidFill>
              <a:effectLst>
                <a:outerShdw blurRad="38100" dist="38100" dir="2700000" algn="tl">
                  <a:srgbClr val="C0C0C0"/>
                </a:outerShdw>
              </a:effectLst>
            </a:endParaRPr>
          </a:p>
          <a:p>
            <a:pPr lvl="2">
              <a:lnSpc>
                <a:spcPct val="90000"/>
              </a:lnSpc>
            </a:pPr>
            <a:r>
              <a:rPr lang="fr-FR" altLang="fr-FR" sz="1500" dirty="0">
                <a:effectLst>
                  <a:outerShdw blurRad="38100" dist="38100" dir="2700000" algn="tl">
                    <a:srgbClr val="C0C0C0"/>
                  </a:outerShdw>
                </a:effectLst>
              </a:rPr>
              <a:t>Le polymorphisme signifie qu'un même opération peut se comporter différemment sur différents classes</a:t>
            </a:r>
            <a:endParaRPr lang="fr-FR" altLang="fr-FR" sz="600" dirty="0">
              <a:effectLst>
                <a:outerShdw blurRad="38100" dist="38100" dir="2700000" algn="tl">
                  <a:srgbClr val="C0C0C0"/>
                </a:outerShdw>
              </a:effectLst>
            </a:endParaRPr>
          </a:p>
          <a:p>
            <a:pPr lvl="3">
              <a:lnSpc>
                <a:spcPct val="90000"/>
              </a:lnSpc>
            </a:pPr>
            <a:r>
              <a:rPr lang="fr-FR" altLang="fr-FR" sz="1200" dirty="0"/>
              <a:t>L'opération « déplacer » agira de manières différentes sur un fichier, une fenêtre graphique ou un véhicule</a:t>
            </a:r>
          </a:p>
          <a:p>
            <a:pPr lvl="3">
              <a:lnSpc>
                <a:spcPct val="90000"/>
              </a:lnSpc>
              <a:buFontTx/>
              <a:buNone/>
            </a:pPr>
            <a:endParaRPr lang="fr-FR" altLang="fr-FR" sz="600" dirty="0"/>
          </a:p>
          <a:p>
            <a:pPr lvl="2">
              <a:lnSpc>
                <a:spcPct val="90000"/>
              </a:lnSpc>
            </a:pPr>
            <a:r>
              <a:rPr lang="fr-FR" altLang="fr-FR" sz="1500" dirty="0">
                <a:effectLst>
                  <a:outerShdw blurRad="38100" dist="38100" dir="2700000" algn="tl">
                    <a:srgbClr val="C0C0C0"/>
                  </a:outerShdw>
                </a:effectLst>
              </a:rPr>
              <a:t>Le polymorphisme signifie que les différentes méthodes d'une opération ont la même signature</a:t>
            </a:r>
          </a:p>
          <a:p>
            <a:pPr lvl="3">
              <a:lnSpc>
                <a:spcPct val="90000"/>
              </a:lnSpc>
            </a:pPr>
            <a:r>
              <a:rPr lang="fr-FR" altLang="fr-FR" sz="1200" dirty="0"/>
              <a:t>Lorsque une opération est invoquée sur un objet, celui-ci « connaît » sa classe et par conséquent est capable d'invoquer automatiquement la méthode correspondante. </a:t>
            </a:r>
          </a:p>
        </p:txBody>
      </p:sp>
      <p:grpSp>
        <p:nvGrpSpPr>
          <p:cNvPr id="107523" name="Group 4"/>
          <p:cNvGrpSpPr>
            <a:grpSpLocks/>
          </p:cNvGrpSpPr>
          <p:nvPr/>
        </p:nvGrpSpPr>
        <p:grpSpPr bwMode="auto">
          <a:xfrm>
            <a:off x="5253037" y="-159427"/>
            <a:ext cx="3074195" cy="4907640"/>
            <a:chOff x="0" y="4156"/>
            <a:chExt cx="2832" cy="4907640"/>
          </a:xfrm>
        </p:grpSpPr>
        <p:sp>
          <p:nvSpPr>
            <p:cNvPr id="107524" name="Rectangle 5"/>
            <p:cNvSpPr>
              <a:spLocks noChangeArrowheads="1"/>
            </p:cNvSpPr>
            <p:nvPr/>
          </p:nvSpPr>
          <p:spPr bwMode="auto">
            <a:xfrm>
              <a:off x="0" y="1100606"/>
              <a:ext cx="2832" cy="3811190"/>
            </a:xfrm>
            <a:prstGeom prst="rect">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solidFill>
                  <a:srgbClr val="00CCFF"/>
                </a:solidFill>
              </a:endParaRPr>
            </a:p>
          </p:txBody>
        </p:sp>
        <p:grpSp>
          <p:nvGrpSpPr>
            <p:cNvPr id="107525" name="Group 6"/>
            <p:cNvGrpSpPr>
              <a:grpSpLocks/>
            </p:cNvGrpSpPr>
            <p:nvPr/>
          </p:nvGrpSpPr>
          <p:grpSpPr bwMode="auto">
            <a:xfrm>
              <a:off x="704" y="1225675"/>
              <a:ext cx="850" cy="654906"/>
              <a:chOff x="640" y="1248"/>
              <a:chExt cx="1228" cy="576"/>
            </a:xfrm>
          </p:grpSpPr>
          <p:sp>
            <p:nvSpPr>
              <p:cNvPr id="107585" name="Rectangle 7"/>
              <p:cNvSpPr>
                <a:spLocks noChangeArrowheads="1"/>
              </p:cNvSpPr>
              <p:nvPr/>
            </p:nvSpPr>
            <p:spPr bwMode="auto">
              <a:xfrm>
                <a:off x="647" y="1248"/>
                <a:ext cx="1152" cy="57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7586" name="Text Box 8"/>
              <p:cNvSpPr txBox="1">
                <a:spLocks noChangeArrowheads="1"/>
              </p:cNvSpPr>
              <p:nvPr/>
            </p:nvSpPr>
            <p:spPr bwMode="auto">
              <a:xfrm>
                <a:off x="1087" y="1248"/>
                <a:ext cx="78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Animal</a:t>
                </a:r>
              </a:p>
            </p:txBody>
          </p:sp>
          <p:sp>
            <p:nvSpPr>
              <p:cNvPr id="107587" name="Line 9"/>
              <p:cNvSpPr>
                <a:spLocks noChangeShapeType="1"/>
              </p:cNvSpPr>
              <p:nvPr/>
            </p:nvSpPr>
            <p:spPr bwMode="auto">
              <a:xfrm>
                <a:off x="647" y="1403"/>
                <a:ext cx="1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88" name="Text Box 10"/>
              <p:cNvSpPr txBox="1">
                <a:spLocks noChangeArrowheads="1"/>
              </p:cNvSpPr>
              <p:nvPr/>
            </p:nvSpPr>
            <p:spPr bwMode="auto">
              <a:xfrm>
                <a:off x="640" y="1595"/>
                <a:ext cx="892"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Dormir()</a:t>
                </a:r>
              </a:p>
            </p:txBody>
          </p:sp>
          <p:sp>
            <p:nvSpPr>
              <p:cNvPr id="107589" name="Line 11"/>
              <p:cNvSpPr>
                <a:spLocks noChangeShapeType="1"/>
              </p:cNvSpPr>
              <p:nvPr/>
            </p:nvSpPr>
            <p:spPr bwMode="auto">
              <a:xfrm>
                <a:off x="647" y="1595"/>
                <a:ext cx="115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107526" name="Rectangle 12"/>
            <p:cNvSpPr>
              <a:spLocks noChangeArrowheads="1"/>
            </p:cNvSpPr>
            <p:nvPr/>
          </p:nvSpPr>
          <p:spPr bwMode="auto">
            <a:xfrm>
              <a:off x="310" y="2317185"/>
              <a:ext cx="522" cy="65490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7527" name="Text Box 13"/>
            <p:cNvSpPr txBox="1">
              <a:spLocks noChangeArrowheads="1"/>
            </p:cNvSpPr>
            <p:nvPr/>
          </p:nvSpPr>
          <p:spPr bwMode="auto">
            <a:xfrm>
              <a:off x="381" y="2317185"/>
              <a:ext cx="403"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Lion</a:t>
              </a:r>
            </a:p>
          </p:txBody>
        </p:sp>
        <p:sp>
          <p:nvSpPr>
            <p:cNvPr id="107528" name="Line 14"/>
            <p:cNvSpPr>
              <a:spLocks noChangeShapeType="1"/>
            </p:cNvSpPr>
            <p:nvPr/>
          </p:nvSpPr>
          <p:spPr bwMode="auto">
            <a:xfrm>
              <a:off x="310" y="2493419"/>
              <a:ext cx="52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29" name="Text Box 15"/>
            <p:cNvSpPr txBox="1">
              <a:spLocks noChangeArrowheads="1"/>
            </p:cNvSpPr>
            <p:nvPr/>
          </p:nvSpPr>
          <p:spPr bwMode="auto">
            <a:xfrm>
              <a:off x="306" y="2711721"/>
              <a:ext cx="618"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Dormir()</a:t>
              </a:r>
            </a:p>
          </p:txBody>
        </p:sp>
        <p:sp>
          <p:nvSpPr>
            <p:cNvPr id="107530" name="Line 16"/>
            <p:cNvSpPr>
              <a:spLocks noChangeShapeType="1"/>
            </p:cNvSpPr>
            <p:nvPr/>
          </p:nvSpPr>
          <p:spPr bwMode="auto">
            <a:xfrm>
              <a:off x="310" y="2711721"/>
              <a:ext cx="52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31" name="Rectangle 17"/>
            <p:cNvSpPr>
              <a:spLocks noChangeArrowheads="1"/>
            </p:cNvSpPr>
            <p:nvPr/>
          </p:nvSpPr>
          <p:spPr bwMode="auto">
            <a:xfrm>
              <a:off x="910" y="2275117"/>
              <a:ext cx="515" cy="65490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7532" name="Text Box 18"/>
            <p:cNvSpPr txBox="1">
              <a:spLocks noChangeArrowheads="1"/>
            </p:cNvSpPr>
            <p:nvPr/>
          </p:nvSpPr>
          <p:spPr bwMode="auto">
            <a:xfrm>
              <a:off x="929" y="2275117"/>
              <a:ext cx="437"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Tigre</a:t>
              </a:r>
            </a:p>
          </p:txBody>
        </p:sp>
        <p:sp>
          <p:nvSpPr>
            <p:cNvPr id="107533" name="Line 19"/>
            <p:cNvSpPr>
              <a:spLocks noChangeShapeType="1"/>
            </p:cNvSpPr>
            <p:nvPr/>
          </p:nvSpPr>
          <p:spPr bwMode="auto">
            <a:xfrm>
              <a:off x="910" y="2451350"/>
              <a:ext cx="51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34" name="Text Box 20"/>
            <p:cNvSpPr txBox="1">
              <a:spLocks noChangeArrowheads="1"/>
            </p:cNvSpPr>
            <p:nvPr/>
          </p:nvSpPr>
          <p:spPr bwMode="auto">
            <a:xfrm>
              <a:off x="906" y="2669652"/>
              <a:ext cx="618"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Dormir()</a:t>
              </a:r>
            </a:p>
          </p:txBody>
        </p:sp>
        <p:sp>
          <p:nvSpPr>
            <p:cNvPr id="107535" name="Line 21"/>
            <p:cNvSpPr>
              <a:spLocks noChangeShapeType="1"/>
            </p:cNvSpPr>
            <p:nvPr/>
          </p:nvSpPr>
          <p:spPr bwMode="auto">
            <a:xfrm>
              <a:off x="910" y="2669652"/>
              <a:ext cx="51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36" name="Rectangle 22"/>
            <p:cNvSpPr>
              <a:spLocks noChangeArrowheads="1"/>
            </p:cNvSpPr>
            <p:nvPr/>
          </p:nvSpPr>
          <p:spPr bwMode="auto">
            <a:xfrm>
              <a:off x="1513" y="2275117"/>
              <a:ext cx="515" cy="65490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07537" name="Text Box 23"/>
            <p:cNvSpPr txBox="1">
              <a:spLocks noChangeArrowheads="1"/>
            </p:cNvSpPr>
            <p:nvPr/>
          </p:nvSpPr>
          <p:spPr bwMode="auto">
            <a:xfrm>
              <a:off x="1544" y="2233048"/>
              <a:ext cx="412"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Ours</a:t>
              </a:r>
            </a:p>
          </p:txBody>
        </p:sp>
        <p:sp>
          <p:nvSpPr>
            <p:cNvPr id="107538" name="Line 24"/>
            <p:cNvSpPr>
              <a:spLocks noChangeShapeType="1"/>
            </p:cNvSpPr>
            <p:nvPr/>
          </p:nvSpPr>
          <p:spPr bwMode="auto">
            <a:xfrm>
              <a:off x="1513" y="2451350"/>
              <a:ext cx="51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39" name="Text Box 25"/>
            <p:cNvSpPr txBox="1">
              <a:spLocks noChangeArrowheads="1"/>
            </p:cNvSpPr>
            <p:nvPr/>
          </p:nvSpPr>
          <p:spPr bwMode="auto">
            <a:xfrm>
              <a:off x="1509" y="2669652"/>
              <a:ext cx="618"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Dormir()</a:t>
              </a:r>
            </a:p>
          </p:txBody>
        </p:sp>
        <p:sp>
          <p:nvSpPr>
            <p:cNvPr id="107540" name="Line 26"/>
            <p:cNvSpPr>
              <a:spLocks noChangeShapeType="1"/>
            </p:cNvSpPr>
            <p:nvPr/>
          </p:nvSpPr>
          <p:spPr bwMode="auto">
            <a:xfrm>
              <a:off x="1513" y="2669652"/>
              <a:ext cx="51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nvGrpSpPr>
            <p:cNvPr id="107541" name="Group 27"/>
            <p:cNvGrpSpPr>
              <a:grpSpLocks/>
            </p:cNvGrpSpPr>
            <p:nvPr/>
          </p:nvGrpSpPr>
          <p:grpSpPr bwMode="auto">
            <a:xfrm>
              <a:off x="92" y="3299544"/>
              <a:ext cx="1104" cy="377481"/>
              <a:chOff x="720" y="2232"/>
              <a:chExt cx="432" cy="504"/>
            </a:xfrm>
          </p:grpSpPr>
          <p:grpSp>
            <p:nvGrpSpPr>
              <p:cNvPr id="107577" name="Group 28"/>
              <p:cNvGrpSpPr>
                <a:grpSpLocks/>
              </p:cNvGrpSpPr>
              <p:nvPr/>
            </p:nvGrpSpPr>
            <p:grpSpPr bwMode="auto">
              <a:xfrm>
                <a:off x="720" y="2232"/>
                <a:ext cx="432" cy="504"/>
                <a:chOff x="720" y="2232"/>
                <a:chExt cx="432" cy="504"/>
              </a:xfrm>
            </p:grpSpPr>
            <p:sp>
              <p:nvSpPr>
                <p:cNvPr id="107580" name="Line 29"/>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81" name="Line 30"/>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82" name="Line 31"/>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83" name="Line 32"/>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84" name="Line 33"/>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107578" name="Line 34"/>
              <p:cNvSpPr>
                <a:spLocks noChangeShapeType="1"/>
              </p:cNvSpPr>
              <p:nvPr/>
            </p:nvSpPr>
            <p:spPr bwMode="auto">
              <a:xfrm>
                <a:off x="1008" y="2232"/>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107579" name="AutoShape 35"/>
              <p:cNvCxnSpPr>
                <a:cxnSpLocks noChangeShapeType="1"/>
                <a:stCxn id="107578" idx="1"/>
                <a:endCxn id="107583" idx="0"/>
              </p:cNvCxnSpPr>
              <p:nvPr/>
            </p:nvCxnSpPr>
            <p:spPr bwMode="auto">
              <a:xfrm>
                <a:off x="1008" y="2424"/>
                <a:ext cx="14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107542" name="Group 36"/>
            <p:cNvGrpSpPr>
              <a:grpSpLocks/>
            </p:cNvGrpSpPr>
            <p:nvPr/>
          </p:nvGrpSpPr>
          <p:grpSpPr bwMode="auto">
            <a:xfrm>
              <a:off x="929" y="3824834"/>
              <a:ext cx="1104" cy="377481"/>
              <a:chOff x="720" y="2232"/>
              <a:chExt cx="432" cy="504"/>
            </a:xfrm>
          </p:grpSpPr>
          <p:grpSp>
            <p:nvGrpSpPr>
              <p:cNvPr id="107569" name="Group 37"/>
              <p:cNvGrpSpPr>
                <a:grpSpLocks/>
              </p:cNvGrpSpPr>
              <p:nvPr/>
            </p:nvGrpSpPr>
            <p:grpSpPr bwMode="auto">
              <a:xfrm>
                <a:off x="720" y="2232"/>
                <a:ext cx="432" cy="504"/>
                <a:chOff x="720" y="2232"/>
                <a:chExt cx="432" cy="504"/>
              </a:xfrm>
            </p:grpSpPr>
            <p:sp>
              <p:nvSpPr>
                <p:cNvPr id="107572" name="Line 38"/>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73" name="Line 39"/>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74" name="Line 40"/>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75" name="Line 41"/>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76" name="Line 42"/>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107570" name="Line 43"/>
              <p:cNvSpPr>
                <a:spLocks noChangeShapeType="1"/>
              </p:cNvSpPr>
              <p:nvPr/>
            </p:nvSpPr>
            <p:spPr bwMode="auto">
              <a:xfrm>
                <a:off x="1008" y="2232"/>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107571" name="AutoShape 44"/>
              <p:cNvCxnSpPr>
                <a:cxnSpLocks noChangeShapeType="1"/>
                <a:stCxn id="107570" idx="1"/>
                <a:endCxn id="107575" idx="0"/>
              </p:cNvCxnSpPr>
              <p:nvPr/>
            </p:nvCxnSpPr>
            <p:spPr bwMode="auto">
              <a:xfrm>
                <a:off x="1008" y="2424"/>
                <a:ext cx="14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107543" name="Group 45"/>
            <p:cNvGrpSpPr>
              <a:grpSpLocks/>
            </p:cNvGrpSpPr>
            <p:nvPr/>
          </p:nvGrpSpPr>
          <p:grpSpPr bwMode="auto">
            <a:xfrm>
              <a:off x="1513" y="3299544"/>
              <a:ext cx="1104" cy="377481"/>
              <a:chOff x="720" y="2232"/>
              <a:chExt cx="432" cy="504"/>
            </a:xfrm>
          </p:grpSpPr>
          <p:grpSp>
            <p:nvGrpSpPr>
              <p:cNvPr id="107561" name="Group 46"/>
              <p:cNvGrpSpPr>
                <a:grpSpLocks/>
              </p:cNvGrpSpPr>
              <p:nvPr/>
            </p:nvGrpSpPr>
            <p:grpSpPr bwMode="auto">
              <a:xfrm>
                <a:off x="720" y="2232"/>
                <a:ext cx="432" cy="504"/>
                <a:chOff x="720" y="2232"/>
                <a:chExt cx="432" cy="504"/>
              </a:xfrm>
            </p:grpSpPr>
            <p:sp>
              <p:nvSpPr>
                <p:cNvPr id="107564" name="Line 47"/>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65" name="Line 48"/>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66" name="Line 49"/>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67" name="Line 50"/>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07568" name="Line 51"/>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107562" name="Line 52"/>
              <p:cNvSpPr>
                <a:spLocks noChangeShapeType="1"/>
              </p:cNvSpPr>
              <p:nvPr/>
            </p:nvSpPr>
            <p:spPr bwMode="auto">
              <a:xfrm>
                <a:off x="1008" y="2232"/>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107563" name="AutoShape 53"/>
              <p:cNvCxnSpPr>
                <a:cxnSpLocks noChangeShapeType="1"/>
                <a:stCxn id="107562" idx="1"/>
                <a:endCxn id="107567" idx="0"/>
              </p:cNvCxnSpPr>
              <p:nvPr/>
            </p:nvCxnSpPr>
            <p:spPr bwMode="auto">
              <a:xfrm>
                <a:off x="1008" y="2424"/>
                <a:ext cx="14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07544" name="Text Box 54"/>
            <p:cNvSpPr txBox="1">
              <a:spLocks noChangeArrowheads="1"/>
            </p:cNvSpPr>
            <p:nvPr/>
          </p:nvSpPr>
          <p:spPr bwMode="auto">
            <a:xfrm>
              <a:off x="159" y="3412106"/>
              <a:ext cx="1177"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rgbClr val="FFFFFF"/>
                  </a:solidFill>
                </a:rPr>
                <a:t>Dormir sur le ventre</a:t>
              </a:r>
            </a:p>
          </p:txBody>
        </p:sp>
        <p:sp>
          <p:nvSpPr>
            <p:cNvPr id="107545" name="Text Box 55"/>
            <p:cNvSpPr txBox="1">
              <a:spLocks noChangeArrowheads="1"/>
            </p:cNvSpPr>
            <p:nvPr/>
          </p:nvSpPr>
          <p:spPr bwMode="auto">
            <a:xfrm>
              <a:off x="1674" y="3287037"/>
              <a:ext cx="793" cy="41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rgbClr val="FFFFFF"/>
                  </a:solidFill>
                </a:rPr>
                <a:t>Dormir dans</a:t>
              </a:r>
            </a:p>
            <a:p>
              <a:r>
                <a:rPr lang="fr-FR" altLang="fr-FR" sz="1050">
                  <a:solidFill>
                    <a:srgbClr val="FFFFFF"/>
                  </a:solidFill>
                </a:rPr>
                <a:t>Un arbre</a:t>
              </a:r>
            </a:p>
          </p:txBody>
        </p:sp>
        <p:sp>
          <p:nvSpPr>
            <p:cNvPr id="107546" name="Text Box 56"/>
            <p:cNvSpPr txBox="1">
              <a:spLocks noChangeArrowheads="1"/>
            </p:cNvSpPr>
            <p:nvPr/>
          </p:nvSpPr>
          <p:spPr bwMode="auto">
            <a:xfrm>
              <a:off x="1023" y="3812327"/>
              <a:ext cx="718" cy="415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rgbClr val="FFFFFF"/>
                  </a:solidFill>
                </a:rPr>
                <a:t>Dormir sur</a:t>
              </a:r>
            </a:p>
            <a:p>
              <a:r>
                <a:rPr lang="fr-FR" altLang="fr-FR" sz="1050">
                  <a:solidFill>
                    <a:srgbClr val="FFFFFF"/>
                  </a:solidFill>
                </a:rPr>
                <a:t>Le dos</a:t>
              </a:r>
            </a:p>
          </p:txBody>
        </p:sp>
        <p:cxnSp>
          <p:nvCxnSpPr>
            <p:cNvPr id="107547" name="AutoShape 57"/>
            <p:cNvCxnSpPr>
              <a:cxnSpLocks noChangeShapeType="1"/>
              <a:stCxn id="107526" idx="2"/>
              <a:endCxn id="107581" idx="0"/>
            </p:cNvCxnSpPr>
            <p:nvPr/>
          </p:nvCxnSpPr>
          <p:spPr bwMode="auto">
            <a:xfrm flipH="1">
              <a:off x="92" y="2972091"/>
              <a:ext cx="479" cy="327453"/>
            </a:xfrm>
            <a:prstGeom prst="straightConnector1">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07548" name="AutoShape 58"/>
            <p:cNvCxnSpPr>
              <a:cxnSpLocks noChangeShapeType="1"/>
              <a:stCxn id="107531" idx="2"/>
              <a:endCxn id="107546" idx="0"/>
            </p:cNvCxnSpPr>
            <p:nvPr/>
          </p:nvCxnSpPr>
          <p:spPr bwMode="auto">
            <a:xfrm>
              <a:off x="1168" y="2930023"/>
              <a:ext cx="160" cy="882304"/>
            </a:xfrm>
            <a:prstGeom prst="straightConnector1">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cxnSp>
        <p:cxnSp>
          <p:nvCxnSpPr>
            <p:cNvPr id="107549" name="AutoShape 59"/>
            <p:cNvCxnSpPr>
              <a:cxnSpLocks noChangeShapeType="1"/>
              <a:stCxn id="107536" idx="2"/>
              <a:endCxn id="107545" idx="0"/>
            </p:cNvCxnSpPr>
            <p:nvPr/>
          </p:nvCxnSpPr>
          <p:spPr bwMode="auto">
            <a:xfrm>
              <a:off x="1771" y="2930023"/>
              <a:ext cx="243" cy="357015"/>
            </a:xfrm>
            <a:prstGeom prst="straightConnector1">
              <a:avLst/>
            </a:prstGeom>
            <a:noFill/>
            <a:ln w="12700">
              <a:solidFill>
                <a:schemeClr val="tx1"/>
              </a:solidFill>
              <a:prstDash val="lgDash"/>
              <a:round/>
              <a:headEnd/>
              <a:tailEnd/>
            </a:ln>
            <a:extLst>
              <a:ext uri="{909E8E84-426E-40DD-AFC4-6F175D3DCCD1}">
                <a14:hiddenFill xmlns:a14="http://schemas.microsoft.com/office/drawing/2010/main">
                  <a:noFill/>
                </a14:hiddenFill>
              </a:ext>
            </a:extLst>
          </p:spPr>
        </p:cxnSp>
        <p:sp>
          <p:nvSpPr>
            <p:cNvPr id="107550" name="AutoShape 60"/>
            <p:cNvSpPr>
              <a:spLocks noChangeArrowheads="1"/>
            </p:cNvSpPr>
            <p:nvPr/>
          </p:nvSpPr>
          <p:spPr bwMode="auto">
            <a:xfrm>
              <a:off x="1023" y="1880581"/>
              <a:ext cx="96" cy="133028"/>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cxnSp>
          <p:nvCxnSpPr>
            <p:cNvPr id="107551" name="AutoShape 61"/>
            <p:cNvCxnSpPr>
              <a:cxnSpLocks noChangeShapeType="1"/>
              <a:stCxn id="107555" idx="3"/>
              <a:endCxn id="107526" idx="0"/>
            </p:cNvCxnSpPr>
            <p:nvPr/>
          </p:nvCxnSpPr>
          <p:spPr bwMode="auto">
            <a:xfrm rot="5400000">
              <a:off x="-151066" y="2165815"/>
              <a:ext cx="303576" cy="302"/>
            </a:xfrm>
            <a:prstGeom prst="bentConnector3">
              <a:avLst>
                <a:gd name="adj1" fmla="val 49815"/>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107552" name="AutoShape 62"/>
            <p:cNvCxnSpPr>
              <a:cxnSpLocks noChangeShapeType="1"/>
              <a:stCxn id="107554" idx="3"/>
              <a:endCxn id="107536" idx="0"/>
            </p:cNvCxnSpPr>
            <p:nvPr/>
          </p:nvCxnSpPr>
          <p:spPr bwMode="auto">
            <a:xfrm rot="16200000" flipH="1">
              <a:off x="-129156" y="2144190"/>
              <a:ext cx="261508" cy="346"/>
            </a:xfrm>
            <a:prstGeom prst="bentConnector3">
              <a:avLst>
                <a:gd name="adj1" fmla="val 50000"/>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107553" name="AutoShape 63"/>
            <p:cNvCxnSpPr>
              <a:cxnSpLocks noChangeShapeType="1"/>
              <a:stCxn id="107550" idx="3"/>
              <a:endCxn id="107531" idx="0"/>
            </p:cNvCxnSpPr>
            <p:nvPr/>
          </p:nvCxnSpPr>
          <p:spPr bwMode="auto">
            <a:xfrm>
              <a:off x="1071" y="2013609"/>
              <a:ext cx="97" cy="26150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07554" name="AutoShape 64"/>
            <p:cNvSpPr>
              <a:spLocks noChangeArrowheads="1"/>
            </p:cNvSpPr>
            <p:nvPr/>
          </p:nvSpPr>
          <p:spPr bwMode="auto">
            <a:xfrm>
              <a:off x="1377" y="1880581"/>
              <a:ext cx="96" cy="133028"/>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107555" name="AutoShape 65"/>
            <p:cNvSpPr>
              <a:spLocks noChangeArrowheads="1"/>
            </p:cNvSpPr>
            <p:nvPr/>
          </p:nvSpPr>
          <p:spPr bwMode="auto">
            <a:xfrm>
              <a:off x="825" y="1880581"/>
              <a:ext cx="96" cy="133028"/>
            </a:xfrm>
            <a:prstGeom prst="triangle">
              <a:avLst>
                <a:gd name="adj" fmla="val 50000"/>
              </a:avLst>
            </a:prstGeom>
            <a:solidFill>
              <a:schemeClr val="accent1"/>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107556" name="Rectangle 66"/>
            <p:cNvSpPr>
              <a:spLocks noChangeArrowheads="1"/>
            </p:cNvSpPr>
            <p:nvPr/>
          </p:nvSpPr>
          <p:spPr bwMode="auto">
            <a:xfrm>
              <a:off x="92" y="4352397"/>
              <a:ext cx="676" cy="372933"/>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u="sng"/>
                <a:t>Le gardien</a:t>
              </a:r>
            </a:p>
          </p:txBody>
        </p:sp>
        <p:sp>
          <p:nvSpPr>
            <p:cNvPr id="107557" name="Rectangle 67"/>
            <p:cNvSpPr>
              <a:spLocks noChangeArrowheads="1"/>
            </p:cNvSpPr>
            <p:nvPr/>
          </p:nvSpPr>
          <p:spPr bwMode="auto">
            <a:xfrm>
              <a:off x="2028" y="4352397"/>
              <a:ext cx="676" cy="372933"/>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u="sng"/>
                <a:t>:Animal</a:t>
              </a:r>
            </a:p>
          </p:txBody>
        </p:sp>
        <p:cxnSp>
          <p:nvCxnSpPr>
            <p:cNvPr id="107558" name="AutoShape 68"/>
            <p:cNvCxnSpPr>
              <a:cxnSpLocks noChangeShapeType="1"/>
              <a:stCxn id="107556" idx="3"/>
              <a:endCxn id="107557" idx="1"/>
            </p:cNvCxnSpPr>
            <p:nvPr/>
          </p:nvCxnSpPr>
          <p:spPr bwMode="auto">
            <a:xfrm>
              <a:off x="768" y="4538863"/>
              <a:ext cx="1260"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07559" name="Text Box 69"/>
            <p:cNvSpPr txBox="1">
              <a:spLocks noChangeArrowheads="1"/>
            </p:cNvSpPr>
            <p:nvPr/>
          </p:nvSpPr>
          <p:spPr bwMode="auto">
            <a:xfrm>
              <a:off x="1243" y="4320561"/>
              <a:ext cx="535" cy="25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solidFill>
                    <a:srgbClr val="FFFFFF"/>
                  </a:solidFill>
                </a:rPr>
                <a:t>Dormir</a:t>
              </a:r>
            </a:p>
          </p:txBody>
        </p:sp>
        <p:sp>
          <p:nvSpPr>
            <p:cNvPr id="107560" name="Line 70"/>
            <p:cNvSpPr>
              <a:spLocks noChangeShapeType="1"/>
            </p:cNvSpPr>
            <p:nvPr/>
          </p:nvSpPr>
          <p:spPr bwMode="auto">
            <a:xfrm>
              <a:off x="1023" y="4156"/>
              <a:ext cx="642"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grpSp>
    </p:spTree>
    <p:extLst>
      <p:ext uri="{BB962C8B-B14F-4D97-AF65-F5344CB8AC3E}">
        <p14:creationId xmlns:p14="http://schemas.microsoft.com/office/powerpoint/2010/main" val="3423930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445" y="1364779"/>
            <a:ext cx="8250555" cy="2235200"/>
          </a:xfrm>
          <a:prstGeom prst="rect">
            <a:avLst/>
          </a:prstGeom>
        </p:spPr>
        <p:txBody>
          <a:bodyPr vert="horz" wrap="square" lIns="0" tIns="13335" rIns="0" bIns="0" rtlCol="0">
            <a:spAutoFit/>
          </a:bodyPr>
          <a:lstStyle/>
          <a:p>
            <a:pPr marL="354965" marR="5715" indent="-342900" algn="just">
              <a:lnSpc>
                <a:spcPct val="114999"/>
              </a:lnSpc>
              <a:spcBef>
                <a:spcPts val="105"/>
              </a:spcBef>
              <a:buClr>
                <a:srgbClr val="585858"/>
              </a:buClr>
              <a:buFont typeface="Arial MT"/>
              <a:buChar char="●"/>
              <a:tabLst>
                <a:tab pos="355600" algn="l"/>
              </a:tabLst>
            </a:pPr>
            <a:r>
              <a:rPr sz="1800" spc="-110" dirty="0">
                <a:solidFill>
                  <a:srgbClr val="585858"/>
                </a:solidFill>
                <a:latin typeface="Trebuchet MS"/>
                <a:cs typeface="Trebuchet MS"/>
              </a:rPr>
              <a:t>L'approche</a:t>
            </a:r>
            <a:r>
              <a:rPr sz="1800" spc="-105" dirty="0">
                <a:solidFill>
                  <a:srgbClr val="585858"/>
                </a:solidFill>
                <a:latin typeface="Trebuchet MS"/>
                <a:cs typeface="Trebuchet MS"/>
              </a:rPr>
              <a:t> </a:t>
            </a:r>
            <a:r>
              <a:rPr sz="1800" spc="-140" dirty="0">
                <a:solidFill>
                  <a:srgbClr val="585858"/>
                </a:solidFill>
                <a:latin typeface="Trebuchet MS"/>
                <a:cs typeface="Trebuchet MS"/>
              </a:rPr>
              <a:t>orientée</a:t>
            </a:r>
            <a:r>
              <a:rPr sz="1800" spc="-135" dirty="0">
                <a:solidFill>
                  <a:srgbClr val="585858"/>
                </a:solidFill>
                <a:latin typeface="Trebuchet MS"/>
                <a:cs typeface="Trebuchet MS"/>
              </a:rPr>
              <a:t> </a:t>
            </a:r>
            <a:r>
              <a:rPr sz="1800" spc="-160" dirty="0">
                <a:solidFill>
                  <a:srgbClr val="585858"/>
                </a:solidFill>
                <a:latin typeface="Trebuchet MS"/>
                <a:cs typeface="Trebuchet MS"/>
              </a:rPr>
              <a:t>objet</a:t>
            </a:r>
            <a:r>
              <a:rPr sz="1800" spc="-155" dirty="0">
                <a:solidFill>
                  <a:srgbClr val="585858"/>
                </a:solidFill>
                <a:latin typeface="Trebuchet MS"/>
                <a:cs typeface="Trebuchet MS"/>
              </a:rPr>
              <a:t> </a:t>
            </a:r>
            <a:r>
              <a:rPr sz="1800" spc="-95" dirty="0">
                <a:solidFill>
                  <a:srgbClr val="585858"/>
                </a:solidFill>
                <a:latin typeface="Trebuchet MS"/>
                <a:cs typeface="Trebuchet MS"/>
              </a:rPr>
              <a:t>est</a:t>
            </a:r>
            <a:r>
              <a:rPr sz="1800" spc="-90" dirty="0">
                <a:solidFill>
                  <a:srgbClr val="585858"/>
                </a:solidFill>
                <a:latin typeface="Trebuchet MS"/>
                <a:cs typeface="Trebuchet MS"/>
              </a:rPr>
              <a:t> </a:t>
            </a:r>
            <a:r>
              <a:rPr sz="1800" spc="-145" dirty="0">
                <a:solidFill>
                  <a:srgbClr val="585858"/>
                </a:solidFill>
                <a:latin typeface="Trebuchet MS"/>
                <a:cs typeface="Trebuchet MS"/>
              </a:rPr>
              <a:t>potentiellement</a:t>
            </a:r>
            <a:r>
              <a:rPr sz="1800" spc="-140"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type</a:t>
            </a:r>
            <a:r>
              <a:rPr sz="1800" spc="-140" dirty="0">
                <a:solidFill>
                  <a:srgbClr val="585858"/>
                </a:solidFill>
                <a:latin typeface="Trebuchet MS"/>
                <a:cs typeface="Trebuchet MS"/>
              </a:rPr>
              <a:t> </a:t>
            </a:r>
            <a:r>
              <a:rPr sz="1800" b="1" spc="-150" dirty="0">
                <a:solidFill>
                  <a:srgbClr val="585858"/>
                </a:solidFill>
                <a:latin typeface="Trebuchet MS"/>
                <a:cs typeface="Trebuchet MS"/>
              </a:rPr>
              <a:t>ascendant</a:t>
            </a:r>
            <a:r>
              <a:rPr sz="1800" b="1" spc="-145" dirty="0">
                <a:solidFill>
                  <a:srgbClr val="585858"/>
                </a:solidFill>
                <a:latin typeface="Trebuchet MS"/>
                <a:cs typeface="Trebuchet MS"/>
              </a:rPr>
              <a:t> </a:t>
            </a:r>
            <a:r>
              <a:rPr sz="1800" spc="-245" dirty="0">
                <a:solidFill>
                  <a:srgbClr val="585858"/>
                </a:solidFill>
                <a:latin typeface="Trebuchet MS"/>
                <a:cs typeface="Trebuchet MS"/>
              </a:rPr>
              <a:t>:</a:t>
            </a:r>
            <a:r>
              <a:rPr sz="1800" spc="55" dirty="0">
                <a:solidFill>
                  <a:srgbClr val="585858"/>
                </a:solidFill>
                <a:latin typeface="Trebuchet MS"/>
                <a:cs typeface="Trebuchet MS"/>
              </a:rPr>
              <a:t> </a:t>
            </a:r>
            <a:r>
              <a:rPr sz="1800" spc="-120" dirty="0">
                <a:solidFill>
                  <a:srgbClr val="585858"/>
                </a:solidFill>
                <a:latin typeface="Trebuchet MS"/>
                <a:cs typeface="Trebuchet MS"/>
              </a:rPr>
              <a:t>un</a:t>
            </a:r>
            <a:r>
              <a:rPr sz="1800" spc="-114" dirty="0">
                <a:solidFill>
                  <a:srgbClr val="585858"/>
                </a:solidFill>
                <a:latin typeface="Trebuchet MS"/>
                <a:cs typeface="Trebuchet MS"/>
              </a:rPr>
              <a:t> </a:t>
            </a:r>
            <a:r>
              <a:rPr sz="1800" spc="-135" dirty="0">
                <a:solidFill>
                  <a:srgbClr val="585858"/>
                </a:solidFill>
                <a:latin typeface="Trebuchet MS"/>
                <a:cs typeface="Trebuchet MS"/>
              </a:rPr>
              <a:t>effort</a:t>
            </a:r>
            <a:r>
              <a:rPr sz="1800" spc="-130" dirty="0">
                <a:solidFill>
                  <a:srgbClr val="585858"/>
                </a:solidFill>
                <a:latin typeface="Trebuchet MS"/>
                <a:cs typeface="Trebuchet MS"/>
              </a:rPr>
              <a:t> </a:t>
            </a:r>
            <a:r>
              <a:rPr sz="1800" spc="-165" dirty="0">
                <a:solidFill>
                  <a:srgbClr val="585858"/>
                </a:solidFill>
                <a:latin typeface="Trebuchet MS"/>
                <a:cs typeface="Trebuchet MS"/>
              </a:rPr>
              <a:t>de </a:t>
            </a:r>
            <a:r>
              <a:rPr sz="1800" spc="-160" dirty="0">
                <a:solidFill>
                  <a:srgbClr val="585858"/>
                </a:solidFill>
                <a:latin typeface="Trebuchet MS"/>
                <a:cs typeface="Trebuchet MS"/>
              </a:rPr>
              <a:t> </a:t>
            </a:r>
            <a:r>
              <a:rPr sz="1800" spc="-140" dirty="0">
                <a:solidFill>
                  <a:srgbClr val="585858"/>
                </a:solidFill>
                <a:latin typeface="Trebuchet MS"/>
                <a:cs typeface="Trebuchet MS"/>
              </a:rPr>
              <a:t>regroupement</a:t>
            </a:r>
            <a:r>
              <a:rPr sz="1800" spc="-135" dirty="0">
                <a:solidFill>
                  <a:srgbClr val="585858"/>
                </a:solidFill>
                <a:latin typeface="Trebuchet MS"/>
                <a:cs typeface="Trebuchet MS"/>
              </a:rPr>
              <a:t> </a:t>
            </a:r>
            <a:r>
              <a:rPr sz="1800" spc="-95" dirty="0">
                <a:solidFill>
                  <a:srgbClr val="585858"/>
                </a:solidFill>
                <a:latin typeface="Trebuchet MS"/>
                <a:cs typeface="Trebuchet MS"/>
              </a:rPr>
              <a:t>basé</a:t>
            </a:r>
            <a:r>
              <a:rPr sz="1800" spc="-90" dirty="0">
                <a:solidFill>
                  <a:srgbClr val="585858"/>
                </a:solidFill>
                <a:latin typeface="Trebuchet MS"/>
                <a:cs typeface="Trebuchet MS"/>
              </a:rPr>
              <a:t> </a:t>
            </a:r>
            <a:r>
              <a:rPr sz="1800" spc="-70" dirty="0">
                <a:solidFill>
                  <a:srgbClr val="585858"/>
                </a:solidFill>
                <a:latin typeface="Trebuchet MS"/>
                <a:cs typeface="Trebuchet MS"/>
              </a:rPr>
              <a:t>sur</a:t>
            </a:r>
            <a:r>
              <a:rPr sz="1800" spc="-65" dirty="0">
                <a:solidFill>
                  <a:srgbClr val="585858"/>
                </a:solidFill>
                <a:latin typeface="Trebuchet MS"/>
                <a:cs typeface="Trebuchet MS"/>
              </a:rPr>
              <a:t> </a:t>
            </a:r>
            <a:r>
              <a:rPr sz="1800" spc="-100" dirty="0">
                <a:solidFill>
                  <a:srgbClr val="585858"/>
                </a:solidFill>
                <a:latin typeface="Trebuchet MS"/>
                <a:cs typeface="Trebuchet MS"/>
              </a:rPr>
              <a:t>l'abstraction</a:t>
            </a:r>
            <a:r>
              <a:rPr sz="1800" spc="-95" dirty="0">
                <a:solidFill>
                  <a:srgbClr val="585858"/>
                </a:solidFill>
                <a:latin typeface="Trebuchet MS"/>
                <a:cs typeface="Trebuchet MS"/>
              </a:rPr>
              <a:t> </a:t>
            </a:r>
            <a:r>
              <a:rPr sz="1800" spc="-80" dirty="0">
                <a:solidFill>
                  <a:srgbClr val="585858"/>
                </a:solidFill>
                <a:latin typeface="Trebuchet MS"/>
                <a:cs typeface="Trebuchet MS"/>
              </a:rPr>
              <a:t>des</a:t>
            </a:r>
            <a:r>
              <a:rPr sz="1800" spc="-75" dirty="0">
                <a:solidFill>
                  <a:srgbClr val="585858"/>
                </a:solidFill>
                <a:latin typeface="Trebuchet MS"/>
                <a:cs typeface="Trebuchet MS"/>
              </a:rPr>
              <a:t> </a:t>
            </a:r>
            <a:r>
              <a:rPr sz="1800" spc="-105" dirty="0">
                <a:solidFill>
                  <a:srgbClr val="585858"/>
                </a:solidFill>
                <a:latin typeface="Trebuchet MS"/>
                <a:cs typeface="Trebuchet MS"/>
              </a:rPr>
              <a:t>données</a:t>
            </a:r>
            <a:r>
              <a:rPr sz="1800" spc="-100" dirty="0">
                <a:solidFill>
                  <a:srgbClr val="585858"/>
                </a:solidFill>
                <a:latin typeface="Trebuchet MS"/>
                <a:cs typeface="Trebuchet MS"/>
              </a:rPr>
              <a:t> </a:t>
            </a:r>
            <a:r>
              <a:rPr sz="1800" spc="-95" dirty="0">
                <a:solidFill>
                  <a:srgbClr val="585858"/>
                </a:solidFill>
                <a:latin typeface="Trebuchet MS"/>
                <a:cs typeface="Trebuchet MS"/>
              </a:rPr>
              <a:t>est</a:t>
            </a:r>
            <a:r>
              <a:rPr sz="1800" spc="-90" dirty="0">
                <a:solidFill>
                  <a:srgbClr val="585858"/>
                </a:solidFill>
                <a:latin typeface="Trebuchet MS"/>
                <a:cs typeface="Trebuchet MS"/>
              </a:rPr>
              <a:t> </a:t>
            </a:r>
            <a:r>
              <a:rPr sz="1800" spc="-150" dirty="0">
                <a:solidFill>
                  <a:srgbClr val="585858"/>
                </a:solidFill>
                <a:latin typeface="Trebuchet MS"/>
                <a:cs typeface="Trebuchet MS"/>
              </a:rPr>
              <a:t>entretenu</a:t>
            </a:r>
            <a:r>
              <a:rPr sz="1800" spc="-145" dirty="0">
                <a:solidFill>
                  <a:srgbClr val="585858"/>
                </a:solidFill>
                <a:latin typeface="Trebuchet MS"/>
                <a:cs typeface="Trebuchet MS"/>
              </a:rPr>
              <a:t> </a:t>
            </a:r>
            <a:r>
              <a:rPr sz="1800" spc="-135" dirty="0">
                <a:solidFill>
                  <a:srgbClr val="585858"/>
                </a:solidFill>
                <a:latin typeface="Trebuchet MS"/>
                <a:cs typeface="Trebuchet MS"/>
              </a:rPr>
              <a:t>tout</a:t>
            </a:r>
            <a:r>
              <a:rPr sz="1800" spc="-130" dirty="0">
                <a:solidFill>
                  <a:srgbClr val="585858"/>
                </a:solidFill>
                <a:latin typeface="Trebuchet MS"/>
                <a:cs typeface="Trebuchet MS"/>
              </a:rPr>
              <a:t> </a:t>
            </a:r>
            <a:r>
              <a:rPr sz="1800" spc="-110" dirty="0">
                <a:solidFill>
                  <a:srgbClr val="585858"/>
                </a:solidFill>
                <a:latin typeface="Trebuchet MS"/>
                <a:cs typeface="Trebuchet MS"/>
              </a:rPr>
              <a:t>au</a:t>
            </a:r>
            <a:r>
              <a:rPr sz="1800" spc="-105" dirty="0">
                <a:solidFill>
                  <a:srgbClr val="585858"/>
                </a:solidFill>
                <a:latin typeface="Trebuchet MS"/>
                <a:cs typeface="Trebuchet MS"/>
              </a:rPr>
              <a:t> </a:t>
            </a:r>
            <a:r>
              <a:rPr sz="1800" spc="-95" dirty="0">
                <a:solidFill>
                  <a:srgbClr val="585858"/>
                </a:solidFill>
                <a:latin typeface="Trebuchet MS"/>
                <a:cs typeface="Trebuchet MS"/>
              </a:rPr>
              <a:t>long</a:t>
            </a:r>
            <a:r>
              <a:rPr sz="1800" spc="-90" dirty="0">
                <a:solidFill>
                  <a:srgbClr val="585858"/>
                </a:solidFill>
                <a:latin typeface="Trebuchet MS"/>
                <a:cs typeface="Trebuchet MS"/>
              </a:rPr>
              <a:t> </a:t>
            </a:r>
            <a:r>
              <a:rPr sz="1800" spc="-120" dirty="0">
                <a:solidFill>
                  <a:srgbClr val="585858"/>
                </a:solidFill>
                <a:latin typeface="Trebuchet MS"/>
                <a:cs typeface="Trebuchet MS"/>
              </a:rPr>
              <a:t>du </a:t>
            </a:r>
            <a:r>
              <a:rPr sz="1800" spc="-114" dirty="0">
                <a:solidFill>
                  <a:srgbClr val="585858"/>
                </a:solidFill>
                <a:latin typeface="Trebuchet MS"/>
                <a:cs typeface="Trebuchet MS"/>
              </a:rPr>
              <a:t> </a:t>
            </a:r>
            <a:r>
              <a:rPr sz="1800" spc="-65" dirty="0">
                <a:solidFill>
                  <a:srgbClr val="585858"/>
                </a:solidFill>
                <a:latin typeface="Trebuchet MS"/>
                <a:cs typeface="Trebuchet MS"/>
              </a:rPr>
              <a:t>processus</a:t>
            </a:r>
            <a:r>
              <a:rPr sz="1800" spc="-130"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spc="-125" dirty="0">
                <a:solidFill>
                  <a:srgbClr val="585858"/>
                </a:solidFill>
                <a:latin typeface="Trebuchet MS"/>
                <a:cs typeface="Trebuchet MS"/>
              </a:rPr>
              <a:t>conception.</a:t>
            </a:r>
            <a:endParaRPr sz="1800" dirty="0">
              <a:latin typeface="Trebuchet MS"/>
              <a:cs typeface="Trebuchet MS"/>
            </a:endParaRPr>
          </a:p>
          <a:p>
            <a:pPr marL="354965" indent="-342900" algn="just">
              <a:lnSpc>
                <a:spcPct val="100000"/>
              </a:lnSpc>
              <a:spcBef>
                <a:spcPts val="320"/>
              </a:spcBef>
              <a:buFont typeface="Arial MT"/>
              <a:buChar char="●"/>
              <a:tabLst>
                <a:tab pos="355600" algn="l"/>
              </a:tabLst>
            </a:pPr>
            <a:r>
              <a:rPr sz="1800" spc="-90" dirty="0">
                <a:solidFill>
                  <a:srgbClr val="585858"/>
                </a:solidFill>
                <a:latin typeface="Trebuchet MS"/>
                <a:cs typeface="Trebuchet MS"/>
              </a:rPr>
              <a:t>En</a:t>
            </a:r>
            <a:r>
              <a:rPr sz="1800" spc="85" dirty="0">
                <a:solidFill>
                  <a:srgbClr val="585858"/>
                </a:solidFill>
                <a:latin typeface="Trebuchet MS"/>
                <a:cs typeface="Trebuchet MS"/>
              </a:rPr>
              <a:t> </a:t>
            </a:r>
            <a:r>
              <a:rPr sz="1800" spc="-180" dirty="0">
                <a:solidFill>
                  <a:srgbClr val="585858"/>
                </a:solidFill>
                <a:latin typeface="Trebuchet MS"/>
                <a:cs typeface="Trebuchet MS"/>
              </a:rPr>
              <a:t>effet,</a:t>
            </a:r>
            <a:r>
              <a:rPr sz="1800" spc="90" dirty="0">
                <a:solidFill>
                  <a:srgbClr val="585858"/>
                </a:solidFill>
                <a:latin typeface="Trebuchet MS"/>
                <a:cs typeface="Trebuchet MS"/>
              </a:rPr>
              <a:t> </a:t>
            </a:r>
            <a:r>
              <a:rPr sz="1800" spc="-100" dirty="0">
                <a:solidFill>
                  <a:srgbClr val="585858"/>
                </a:solidFill>
                <a:latin typeface="Trebuchet MS"/>
                <a:cs typeface="Trebuchet MS"/>
              </a:rPr>
              <a:t>on</a:t>
            </a:r>
            <a:r>
              <a:rPr sz="1800" spc="90" dirty="0">
                <a:solidFill>
                  <a:srgbClr val="585858"/>
                </a:solidFill>
                <a:latin typeface="Trebuchet MS"/>
                <a:cs typeface="Trebuchet MS"/>
              </a:rPr>
              <a:t> </a:t>
            </a:r>
            <a:r>
              <a:rPr sz="1800" spc="-130" dirty="0">
                <a:solidFill>
                  <a:srgbClr val="585858"/>
                </a:solidFill>
                <a:latin typeface="Trebuchet MS"/>
                <a:cs typeface="Trebuchet MS"/>
              </a:rPr>
              <a:t>commence</a:t>
            </a:r>
            <a:r>
              <a:rPr sz="1800" spc="85" dirty="0">
                <a:solidFill>
                  <a:srgbClr val="585858"/>
                </a:solidFill>
                <a:latin typeface="Trebuchet MS"/>
                <a:cs typeface="Trebuchet MS"/>
              </a:rPr>
              <a:t> </a:t>
            </a:r>
            <a:r>
              <a:rPr sz="1800" spc="-125" dirty="0">
                <a:solidFill>
                  <a:srgbClr val="585858"/>
                </a:solidFill>
                <a:latin typeface="Trebuchet MS"/>
                <a:cs typeface="Trebuchet MS"/>
              </a:rPr>
              <a:t>par</a:t>
            </a:r>
            <a:r>
              <a:rPr sz="1800" spc="85" dirty="0">
                <a:solidFill>
                  <a:srgbClr val="585858"/>
                </a:solidFill>
                <a:latin typeface="Trebuchet MS"/>
                <a:cs typeface="Trebuchet MS"/>
              </a:rPr>
              <a:t> </a:t>
            </a:r>
            <a:r>
              <a:rPr sz="1800" spc="-120" dirty="0">
                <a:solidFill>
                  <a:srgbClr val="585858"/>
                </a:solidFill>
                <a:latin typeface="Trebuchet MS"/>
                <a:cs typeface="Trebuchet MS"/>
              </a:rPr>
              <a:t>l'identification</a:t>
            </a:r>
            <a:r>
              <a:rPr sz="1800" spc="60" dirty="0">
                <a:solidFill>
                  <a:srgbClr val="585858"/>
                </a:solidFill>
                <a:latin typeface="Trebuchet MS"/>
                <a:cs typeface="Trebuchet MS"/>
              </a:rPr>
              <a:t> </a:t>
            </a:r>
            <a:r>
              <a:rPr sz="1800" spc="-80" dirty="0">
                <a:solidFill>
                  <a:srgbClr val="585858"/>
                </a:solidFill>
                <a:latin typeface="Trebuchet MS"/>
                <a:cs typeface="Trebuchet MS"/>
              </a:rPr>
              <a:t>des</a:t>
            </a:r>
            <a:r>
              <a:rPr sz="1800" spc="75" dirty="0">
                <a:solidFill>
                  <a:srgbClr val="585858"/>
                </a:solidFill>
                <a:latin typeface="Trebuchet MS"/>
                <a:cs typeface="Trebuchet MS"/>
              </a:rPr>
              <a:t> </a:t>
            </a:r>
            <a:r>
              <a:rPr sz="1800" b="1" spc="-165" dirty="0">
                <a:solidFill>
                  <a:srgbClr val="585858"/>
                </a:solidFill>
                <a:latin typeface="Trebuchet MS"/>
                <a:cs typeface="Trebuchet MS"/>
              </a:rPr>
              <a:t>objets</a:t>
            </a:r>
            <a:r>
              <a:rPr sz="1800" spc="-165" dirty="0">
                <a:solidFill>
                  <a:srgbClr val="585858"/>
                </a:solidFill>
                <a:latin typeface="Trebuchet MS"/>
                <a:cs typeface="Trebuchet MS"/>
              </a:rPr>
              <a:t>.</a:t>
            </a:r>
            <a:r>
              <a:rPr sz="1800" spc="85" dirty="0">
                <a:solidFill>
                  <a:srgbClr val="585858"/>
                </a:solidFill>
                <a:latin typeface="Trebuchet MS"/>
                <a:cs typeface="Trebuchet MS"/>
              </a:rPr>
              <a:t> </a:t>
            </a:r>
            <a:r>
              <a:rPr sz="1800" spc="-85" dirty="0">
                <a:solidFill>
                  <a:srgbClr val="585858"/>
                </a:solidFill>
                <a:latin typeface="Trebuchet MS"/>
                <a:cs typeface="Trebuchet MS"/>
              </a:rPr>
              <a:t>Ces</a:t>
            </a:r>
            <a:r>
              <a:rPr sz="1800" spc="85" dirty="0">
                <a:solidFill>
                  <a:srgbClr val="585858"/>
                </a:solidFill>
                <a:latin typeface="Trebuchet MS"/>
                <a:cs typeface="Trebuchet MS"/>
              </a:rPr>
              <a:t> </a:t>
            </a:r>
            <a:r>
              <a:rPr sz="1800" spc="-125" dirty="0">
                <a:solidFill>
                  <a:srgbClr val="585858"/>
                </a:solidFill>
                <a:latin typeface="Trebuchet MS"/>
                <a:cs typeface="Trebuchet MS"/>
              </a:rPr>
              <a:t>objets</a:t>
            </a:r>
            <a:r>
              <a:rPr sz="1800" spc="85" dirty="0">
                <a:solidFill>
                  <a:srgbClr val="585858"/>
                </a:solidFill>
                <a:latin typeface="Trebuchet MS"/>
                <a:cs typeface="Trebuchet MS"/>
              </a:rPr>
              <a:t> </a:t>
            </a:r>
            <a:r>
              <a:rPr sz="1800" spc="-75" dirty="0">
                <a:solidFill>
                  <a:srgbClr val="585858"/>
                </a:solidFill>
                <a:latin typeface="Trebuchet MS"/>
                <a:cs typeface="Trebuchet MS"/>
              </a:rPr>
              <a:t>sont</a:t>
            </a:r>
            <a:r>
              <a:rPr sz="1800" spc="95" dirty="0">
                <a:solidFill>
                  <a:srgbClr val="585858"/>
                </a:solidFill>
                <a:latin typeface="Trebuchet MS"/>
                <a:cs typeface="Trebuchet MS"/>
              </a:rPr>
              <a:t> </a:t>
            </a:r>
            <a:r>
              <a:rPr sz="1800" spc="-110" dirty="0">
                <a:solidFill>
                  <a:srgbClr val="585858"/>
                </a:solidFill>
                <a:latin typeface="Trebuchet MS"/>
                <a:cs typeface="Trebuchet MS"/>
              </a:rPr>
              <a:t>regroupés</a:t>
            </a:r>
            <a:r>
              <a:rPr sz="1800" spc="85" dirty="0">
                <a:solidFill>
                  <a:srgbClr val="585858"/>
                </a:solidFill>
                <a:latin typeface="Trebuchet MS"/>
                <a:cs typeface="Trebuchet MS"/>
              </a:rPr>
              <a:t> </a:t>
            </a:r>
            <a:r>
              <a:rPr sz="1800" spc="-75" dirty="0">
                <a:solidFill>
                  <a:srgbClr val="585858"/>
                </a:solidFill>
                <a:latin typeface="Trebuchet MS"/>
                <a:cs typeface="Trebuchet MS"/>
              </a:rPr>
              <a:t>dans</a:t>
            </a:r>
            <a:endParaRPr sz="1800" dirty="0">
              <a:latin typeface="Trebuchet MS"/>
              <a:cs typeface="Trebuchet MS"/>
            </a:endParaRPr>
          </a:p>
          <a:p>
            <a:pPr marL="354965" marR="5080" algn="just">
              <a:lnSpc>
                <a:spcPct val="114999"/>
              </a:lnSpc>
              <a:spcBef>
                <a:spcPts val="5"/>
              </a:spcBef>
            </a:pPr>
            <a:r>
              <a:rPr sz="1800" spc="-80" dirty="0">
                <a:solidFill>
                  <a:srgbClr val="585858"/>
                </a:solidFill>
                <a:latin typeface="Trebuchet MS"/>
                <a:cs typeface="Trebuchet MS"/>
              </a:rPr>
              <a:t>des </a:t>
            </a:r>
            <a:r>
              <a:rPr sz="1800" b="1" spc="-85" dirty="0">
                <a:solidFill>
                  <a:srgbClr val="585858"/>
                </a:solidFill>
                <a:latin typeface="Trebuchet MS"/>
                <a:cs typeface="Trebuchet MS"/>
              </a:rPr>
              <a:t>classes </a:t>
            </a:r>
            <a:r>
              <a:rPr sz="1800" spc="-95" dirty="0">
                <a:solidFill>
                  <a:srgbClr val="585858"/>
                </a:solidFill>
                <a:latin typeface="Trebuchet MS"/>
                <a:cs typeface="Trebuchet MS"/>
              </a:rPr>
              <a:t>selon </a:t>
            </a:r>
            <a:r>
              <a:rPr sz="1800" spc="-105" dirty="0">
                <a:solidFill>
                  <a:srgbClr val="585858"/>
                </a:solidFill>
                <a:latin typeface="Trebuchet MS"/>
                <a:cs typeface="Trebuchet MS"/>
              </a:rPr>
              <a:t>leurs </a:t>
            </a:r>
            <a:r>
              <a:rPr sz="1800" spc="-130" dirty="0">
                <a:solidFill>
                  <a:srgbClr val="585858"/>
                </a:solidFill>
                <a:latin typeface="Trebuchet MS"/>
                <a:cs typeface="Trebuchet MS"/>
              </a:rPr>
              <a:t>propriétés. </a:t>
            </a:r>
            <a:r>
              <a:rPr sz="1800" spc="-100" dirty="0">
                <a:solidFill>
                  <a:srgbClr val="585858"/>
                </a:solidFill>
                <a:latin typeface="Trebuchet MS"/>
                <a:cs typeface="Trebuchet MS"/>
              </a:rPr>
              <a:t>Ensuite </a:t>
            </a:r>
            <a:r>
              <a:rPr sz="1800" spc="-70" dirty="0">
                <a:solidFill>
                  <a:srgbClr val="585858"/>
                </a:solidFill>
                <a:latin typeface="Trebuchet MS"/>
                <a:cs typeface="Trebuchet MS"/>
              </a:rPr>
              <a:t>ces </a:t>
            </a:r>
            <a:r>
              <a:rPr sz="1800" spc="-50" dirty="0">
                <a:solidFill>
                  <a:srgbClr val="585858"/>
                </a:solidFill>
                <a:latin typeface="Trebuchet MS"/>
                <a:cs typeface="Trebuchet MS"/>
              </a:rPr>
              <a:t>classes </a:t>
            </a:r>
            <a:r>
              <a:rPr sz="1800" spc="-85" dirty="0">
                <a:solidFill>
                  <a:srgbClr val="585858"/>
                </a:solidFill>
                <a:latin typeface="Trebuchet MS"/>
                <a:cs typeface="Trebuchet MS"/>
              </a:rPr>
              <a:t>sont </a:t>
            </a:r>
            <a:r>
              <a:rPr sz="1800" spc="-110" dirty="0">
                <a:solidFill>
                  <a:srgbClr val="585858"/>
                </a:solidFill>
                <a:latin typeface="Trebuchet MS"/>
                <a:cs typeface="Trebuchet MS"/>
              </a:rPr>
              <a:t>à </a:t>
            </a:r>
            <a:r>
              <a:rPr sz="1800" spc="-114" dirty="0">
                <a:solidFill>
                  <a:srgbClr val="585858"/>
                </a:solidFill>
                <a:latin typeface="Trebuchet MS"/>
                <a:cs typeface="Trebuchet MS"/>
              </a:rPr>
              <a:t>nouveau regroupées </a:t>
            </a:r>
            <a:r>
              <a:rPr sz="1800" spc="-145" dirty="0">
                <a:solidFill>
                  <a:srgbClr val="585858"/>
                </a:solidFill>
                <a:latin typeface="Trebuchet MS"/>
                <a:cs typeface="Trebuchet MS"/>
              </a:rPr>
              <a:t>en </a:t>
            </a:r>
            <a:r>
              <a:rPr sz="1800" spc="-140" dirty="0">
                <a:solidFill>
                  <a:srgbClr val="585858"/>
                </a:solidFill>
                <a:latin typeface="Trebuchet MS"/>
                <a:cs typeface="Trebuchet MS"/>
              </a:rPr>
              <a:t> </a:t>
            </a:r>
            <a:r>
              <a:rPr sz="1800" spc="-50" dirty="0">
                <a:solidFill>
                  <a:srgbClr val="585858"/>
                </a:solidFill>
                <a:latin typeface="Trebuchet MS"/>
                <a:cs typeface="Trebuchet MS"/>
              </a:rPr>
              <a:t>classes </a:t>
            </a:r>
            <a:r>
              <a:rPr sz="1800" spc="-80" dirty="0">
                <a:solidFill>
                  <a:srgbClr val="585858"/>
                </a:solidFill>
                <a:latin typeface="Trebuchet MS"/>
                <a:cs typeface="Trebuchet MS"/>
              </a:rPr>
              <a:t>plus </a:t>
            </a:r>
            <a:r>
              <a:rPr sz="1800" spc="-105" dirty="0">
                <a:solidFill>
                  <a:srgbClr val="585858"/>
                </a:solidFill>
                <a:latin typeface="Trebuchet MS"/>
                <a:cs typeface="Trebuchet MS"/>
              </a:rPr>
              <a:t>abstraites </a:t>
            </a:r>
            <a:r>
              <a:rPr sz="1800" spc="-120" dirty="0">
                <a:solidFill>
                  <a:srgbClr val="585858"/>
                </a:solidFill>
                <a:latin typeface="Trebuchet MS"/>
                <a:cs typeface="Trebuchet MS"/>
              </a:rPr>
              <a:t>appelées </a:t>
            </a:r>
            <a:r>
              <a:rPr sz="1800" b="1" spc="-150" dirty="0">
                <a:solidFill>
                  <a:srgbClr val="585858"/>
                </a:solidFill>
                <a:latin typeface="Trebuchet MS"/>
                <a:cs typeface="Trebuchet MS"/>
              </a:rPr>
              <a:t>modules </a:t>
            </a:r>
            <a:r>
              <a:rPr sz="1800" spc="-105" dirty="0">
                <a:solidFill>
                  <a:srgbClr val="585858"/>
                </a:solidFill>
                <a:latin typeface="Trebuchet MS"/>
                <a:cs typeface="Trebuchet MS"/>
              </a:rPr>
              <a:t>ou </a:t>
            </a:r>
            <a:r>
              <a:rPr sz="1800" b="1" spc="-100" dirty="0">
                <a:solidFill>
                  <a:srgbClr val="585858"/>
                </a:solidFill>
                <a:latin typeface="Trebuchet MS"/>
                <a:cs typeface="Trebuchet MS"/>
              </a:rPr>
              <a:t>sous-systèmes </a:t>
            </a:r>
            <a:r>
              <a:rPr sz="1800" spc="-95" dirty="0">
                <a:solidFill>
                  <a:srgbClr val="585858"/>
                </a:solidFill>
                <a:latin typeface="Trebuchet MS"/>
                <a:cs typeface="Trebuchet MS"/>
              </a:rPr>
              <a:t>jusqu'à </a:t>
            </a:r>
            <a:r>
              <a:rPr sz="1800" spc="-120" dirty="0">
                <a:solidFill>
                  <a:srgbClr val="585858"/>
                </a:solidFill>
                <a:latin typeface="Trebuchet MS"/>
                <a:cs typeface="Trebuchet MS"/>
              </a:rPr>
              <a:t>la </a:t>
            </a:r>
            <a:r>
              <a:rPr sz="1800" b="1" spc="-140" dirty="0">
                <a:solidFill>
                  <a:srgbClr val="585858"/>
                </a:solidFill>
                <a:latin typeface="Trebuchet MS"/>
                <a:cs typeface="Trebuchet MS"/>
              </a:rPr>
              <a:t>modélisation </a:t>
            </a:r>
            <a:r>
              <a:rPr sz="1800" b="1" spc="-180" dirty="0">
                <a:solidFill>
                  <a:srgbClr val="585858"/>
                </a:solidFill>
                <a:latin typeface="Trebuchet MS"/>
                <a:cs typeface="Trebuchet MS"/>
              </a:rPr>
              <a:t>du </a:t>
            </a:r>
            <a:r>
              <a:rPr sz="1800" b="1" spc="-175" dirty="0">
                <a:solidFill>
                  <a:srgbClr val="585858"/>
                </a:solidFill>
                <a:latin typeface="Trebuchet MS"/>
                <a:cs typeface="Trebuchet MS"/>
              </a:rPr>
              <a:t> </a:t>
            </a:r>
            <a:r>
              <a:rPr sz="1800" b="1" spc="-180" dirty="0">
                <a:solidFill>
                  <a:srgbClr val="585858"/>
                </a:solidFill>
                <a:latin typeface="Trebuchet MS"/>
                <a:cs typeface="Trebuchet MS"/>
              </a:rPr>
              <a:t>problème</a:t>
            </a:r>
            <a:r>
              <a:rPr sz="1800" b="1" spc="-150" dirty="0">
                <a:solidFill>
                  <a:srgbClr val="585858"/>
                </a:solidFill>
                <a:latin typeface="Trebuchet MS"/>
                <a:cs typeface="Trebuchet MS"/>
              </a:rPr>
              <a:t> posé</a:t>
            </a:r>
            <a:r>
              <a:rPr sz="1800" spc="-150"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5" dirty="0"/>
              <a:t> </a:t>
            </a:r>
            <a:r>
              <a:rPr spc="-5" dirty="0">
                <a:solidFill>
                  <a:srgbClr val="ED795B"/>
                </a:solidFill>
              </a:rPr>
              <a:t>orientées</a:t>
            </a:r>
            <a:r>
              <a:rPr spc="25" dirty="0">
                <a:solidFill>
                  <a:srgbClr val="ED795B"/>
                </a:solidFill>
              </a:rPr>
              <a:t> </a:t>
            </a:r>
            <a:r>
              <a:rPr spc="-5" dirty="0">
                <a:solidFill>
                  <a:srgbClr val="ED795B"/>
                </a:solidFill>
              </a:rPr>
              <a:t>objets	</a:t>
            </a:r>
          </a:p>
        </p:txBody>
      </p:sp>
      <p:grpSp>
        <p:nvGrpSpPr>
          <p:cNvPr id="4" name="object 4"/>
          <p:cNvGrpSpPr/>
          <p:nvPr/>
        </p:nvGrpSpPr>
        <p:grpSpPr>
          <a:xfrm>
            <a:off x="7464552" y="3291840"/>
            <a:ext cx="1367155" cy="1431290"/>
            <a:chOff x="7464552" y="3291840"/>
            <a:chExt cx="1367155" cy="1431290"/>
          </a:xfrm>
        </p:grpSpPr>
        <p:sp>
          <p:nvSpPr>
            <p:cNvPr id="5" name="object 5"/>
            <p:cNvSpPr/>
            <p:nvPr/>
          </p:nvSpPr>
          <p:spPr>
            <a:xfrm>
              <a:off x="7464552" y="3354324"/>
              <a:ext cx="1367155" cy="1369060"/>
            </a:xfrm>
            <a:custGeom>
              <a:avLst/>
              <a:gdLst/>
              <a:ahLst/>
              <a:cxnLst/>
              <a:rect l="l" t="t" r="r" b="b"/>
              <a:pathLst>
                <a:path w="1367154" h="1369060">
                  <a:moveTo>
                    <a:pt x="683514" y="0"/>
                  </a:moveTo>
                  <a:lnTo>
                    <a:pt x="634706" y="1717"/>
                  </a:lnTo>
                  <a:lnTo>
                    <a:pt x="586823" y="6794"/>
                  </a:lnTo>
                  <a:lnTo>
                    <a:pt x="539982" y="15113"/>
                  </a:lnTo>
                  <a:lnTo>
                    <a:pt x="494297" y="26560"/>
                  </a:lnTo>
                  <a:lnTo>
                    <a:pt x="449885" y="41018"/>
                  </a:lnTo>
                  <a:lnTo>
                    <a:pt x="406861" y="58372"/>
                  </a:lnTo>
                  <a:lnTo>
                    <a:pt x="365341" y="78505"/>
                  </a:lnTo>
                  <a:lnTo>
                    <a:pt x="325440" y="101303"/>
                  </a:lnTo>
                  <a:lnTo>
                    <a:pt x="287275" y="126650"/>
                  </a:lnTo>
                  <a:lnTo>
                    <a:pt x="250962" y="154429"/>
                  </a:lnTo>
                  <a:lnTo>
                    <a:pt x="216615" y="184525"/>
                  </a:lnTo>
                  <a:lnTo>
                    <a:pt x="184350" y="216822"/>
                  </a:lnTo>
                  <a:lnTo>
                    <a:pt x="154285" y="251205"/>
                  </a:lnTo>
                  <a:lnTo>
                    <a:pt x="126533" y="287558"/>
                  </a:lnTo>
                  <a:lnTo>
                    <a:pt x="101211" y="325764"/>
                  </a:lnTo>
                  <a:lnTo>
                    <a:pt x="78435" y="365709"/>
                  </a:lnTo>
                  <a:lnTo>
                    <a:pt x="58320" y="407277"/>
                  </a:lnTo>
                  <a:lnTo>
                    <a:pt x="40982" y="450351"/>
                  </a:lnTo>
                  <a:lnTo>
                    <a:pt x="26537" y="494817"/>
                  </a:lnTo>
                  <a:lnTo>
                    <a:pt x="15100" y="540558"/>
                  </a:lnTo>
                  <a:lnTo>
                    <a:pt x="6788" y="587458"/>
                  </a:lnTo>
                  <a:lnTo>
                    <a:pt x="1716" y="635403"/>
                  </a:lnTo>
                  <a:lnTo>
                    <a:pt x="0" y="684276"/>
                  </a:lnTo>
                  <a:lnTo>
                    <a:pt x="1716" y="733144"/>
                  </a:lnTo>
                  <a:lnTo>
                    <a:pt x="6788" y="781084"/>
                  </a:lnTo>
                  <a:lnTo>
                    <a:pt x="15100" y="827982"/>
                  </a:lnTo>
                  <a:lnTo>
                    <a:pt x="26537" y="873720"/>
                  </a:lnTo>
                  <a:lnTo>
                    <a:pt x="40982" y="918184"/>
                  </a:lnTo>
                  <a:lnTo>
                    <a:pt x="58320" y="961258"/>
                  </a:lnTo>
                  <a:lnTo>
                    <a:pt x="78435" y="1002825"/>
                  </a:lnTo>
                  <a:lnTo>
                    <a:pt x="101211" y="1042770"/>
                  </a:lnTo>
                  <a:lnTo>
                    <a:pt x="126533" y="1080977"/>
                  </a:lnTo>
                  <a:lnTo>
                    <a:pt x="154285" y="1117330"/>
                  </a:lnTo>
                  <a:lnTo>
                    <a:pt x="184350" y="1151714"/>
                  </a:lnTo>
                  <a:lnTo>
                    <a:pt x="216615" y="1184013"/>
                  </a:lnTo>
                  <a:lnTo>
                    <a:pt x="250962" y="1214110"/>
                  </a:lnTo>
                  <a:lnTo>
                    <a:pt x="287275" y="1241891"/>
                  </a:lnTo>
                  <a:lnTo>
                    <a:pt x="325440" y="1267239"/>
                  </a:lnTo>
                  <a:lnTo>
                    <a:pt x="365341" y="1290038"/>
                  </a:lnTo>
                  <a:lnTo>
                    <a:pt x="406861" y="1310174"/>
                  </a:lnTo>
                  <a:lnTo>
                    <a:pt x="449885" y="1327529"/>
                  </a:lnTo>
                  <a:lnTo>
                    <a:pt x="494297" y="1341988"/>
                  </a:lnTo>
                  <a:lnTo>
                    <a:pt x="539982" y="1353436"/>
                  </a:lnTo>
                  <a:lnTo>
                    <a:pt x="586823" y="1361756"/>
                  </a:lnTo>
                  <a:lnTo>
                    <a:pt x="634706" y="1366833"/>
                  </a:lnTo>
                  <a:lnTo>
                    <a:pt x="683514" y="1368552"/>
                  </a:lnTo>
                  <a:lnTo>
                    <a:pt x="732321" y="1366833"/>
                  </a:lnTo>
                  <a:lnTo>
                    <a:pt x="780204" y="1361756"/>
                  </a:lnTo>
                  <a:lnTo>
                    <a:pt x="827045" y="1353436"/>
                  </a:lnTo>
                  <a:lnTo>
                    <a:pt x="872730" y="1341988"/>
                  </a:lnTo>
                  <a:lnTo>
                    <a:pt x="917142" y="1327529"/>
                  </a:lnTo>
                  <a:lnTo>
                    <a:pt x="960166" y="1310174"/>
                  </a:lnTo>
                  <a:lnTo>
                    <a:pt x="1001686" y="1290038"/>
                  </a:lnTo>
                  <a:lnTo>
                    <a:pt x="1041587" y="1267239"/>
                  </a:lnTo>
                  <a:lnTo>
                    <a:pt x="1079752" y="1241891"/>
                  </a:lnTo>
                  <a:lnTo>
                    <a:pt x="1116065" y="1214110"/>
                  </a:lnTo>
                  <a:lnTo>
                    <a:pt x="1150412" y="1184013"/>
                  </a:lnTo>
                  <a:lnTo>
                    <a:pt x="1182677" y="1151714"/>
                  </a:lnTo>
                  <a:lnTo>
                    <a:pt x="1212742" y="1117330"/>
                  </a:lnTo>
                  <a:lnTo>
                    <a:pt x="1240494" y="1080977"/>
                  </a:lnTo>
                  <a:lnTo>
                    <a:pt x="1265816" y="1042770"/>
                  </a:lnTo>
                  <a:lnTo>
                    <a:pt x="1288592" y="1002825"/>
                  </a:lnTo>
                  <a:lnTo>
                    <a:pt x="1308707" y="961258"/>
                  </a:lnTo>
                  <a:lnTo>
                    <a:pt x="1326045" y="918184"/>
                  </a:lnTo>
                  <a:lnTo>
                    <a:pt x="1340490" y="873720"/>
                  </a:lnTo>
                  <a:lnTo>
                    <a:pt x="1351927" y="827982"/>
                  </a:lnTo>
                  <a:lnTo>
                    <a:pt x="1360239" y="781084"/>
                  </a:lnTo>
                  <a:lnTo>
                    <a:pt x="1365311" y="733144"/>
                  </a:lnTo>
                  <a:lnTo>
                    <a:pt x="1367027" y="684276"/>
                  </a:lnTo>
                  <a:lnTo>
                    <a:pt x="1365311" y="635403"/>
                  </a:lnTo>
                  <a:lnTo>
                    <a:pt x="1360239" y="587458"/>
                  </a:lnTo>
                  <a:lnTo>
                    <a:pt x="1351927" y="540558"/>
                  </a:lnTo>
                  <a:lnTo>
                    <a:pt x="1340490" y="494817"/>
                  </a:lnTo>
                  <a:lnTo>
                    <a:pt x="1326045" y="450351"/>
                  </a:lnTo>
                  <a:lnTo>
                    <a:pt x="1308707" y="407277"/>
                  </a:lnTo>
                  <a:lnTo>
                    <a:pt x="1288592" y="365709"/>
                  </a:lnTo>
                  <a:lnTo>
                    <a:pt x="1265816" y="325764"/>
                  </a:lnTo>
                  <a:lnTo>
                    <a:pt x="1240494" y="287558"/>
                  </a:lnTo>
                  <a:lnTo>
                    <a:pt x="1212742" y="251205"/>
                  </a:lnTo>
                  <a:lnTo>
                    <a:pt x="1182677" y="216822"/>
                  </a:lnTo>
                  <a:lnTo>
                    <a:pt x="1150412" y="184525"/>
                  </a:lnTo>
                  <a:lnTo>
                    <a:pt x="1116065" y="154429"/>
                  </a:lnTo>
                  <a:lnTo>
                    <a:pt x="1079752" y="126650"/>
                  </a:lnTo>
                  <a:lnTo>
                    <a:pt x="1041587" y="101303"/>
                  </a:lnTo>
                  <a:lnTo>
                    <a:pt x="1001686" y="78505"/>
                  </a:lnTo>
                  <a:lnTo>
                    <a:pt x="960166" y="58372"/>
                  </a:lnTo>
                  <a:lnTo>
                    <a:pt x="917142" y="41018"/>
                  </a:lnTo>
                  <a:lnTo>
                    <a:pt x="872730" y="26560"/>
                  </a:lnTo>
                  <a:lnTo>
                    <a:pt x="827045" y="15113"/>
                  </a:lnTo>
                  <a:lnTo>
                    <a:pt x="780204" y="6794"/>
                  </a:lnTo>
                  <a:lnTo>
                    <a:pt x="732321" y="1717"/>
                  </a:lnTo>
                  <a:lnTo>
                    <a:pt x="683514" y="0"/>
                  </a:lnTo>
                  <a:close/>
                </a:path>
              </a:pathLst>
            </a:custGeom>
            <a:solidFill>
              <a:srgbClr val="ED795B"/>
            </a:solidFill>
          </p:spPr>
          <p:txBody>
            <a:bodyPr wrap="square" lIns="0" tIns="0" rIns="0" bIns="0" rtlCol="0"/>
            <a:lstStyle/>
            <a:p>
              <a:endParaRPr/>
            </a:p>
          </p:txBody>
        </p:sp>
        <p:pic>
          <p:nvPicPr>
            <p:cNvPr id="6" name="object 6"/>
            <p:cNvPicPr/>
            <p:nvPr/>
          </p:nvPicPr>
          <p:blipFill>
            <a:blip r:embed="rId2" cstate="print"/>
            <a:stretch>
              <a:fillRect/>
            </a:stretch>
          </p:blipFill>
          <p:spPr>
            <a:xfrm>
              <a:off x="7487412" y="3291840"/>
              <a:ext cx="1275588" cy="1277112"/>
            </a:xfrm>
            <a:prstGeom prst="rect">
              <a:avLst/>
            </a:prstGeom>
          </p:spPr>
        </p:pic>
      </p:grpSp>
    </p:spTree>
    <p:extLst>
      <p:ext uri="{BB962C8B-B14F-4D97-AF65-F5344CB8AC3E}">
        <p14:creationId xmlns:p14="http://schemas.microsoft.com/office/powerpoint/2010/main" val="1188779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4850" y="1306495"/>
            <a:ext cx="8251825" cy="3181985"/>
          </a:xfrm>
          <a:prstGeom prst="rect">
            <a:avLst/>
          </a:prstGeom>
        </p:spPr>
        <p:txBody>
          <a:bodyPr vert="horz" wrap="square" lIns="0" tIns="53975" rIns="0" bIns="0" rtlCol="0">
            <a:spAutoFit/>
          </a:bodyPr>
          <a:lstStyle/>
          <a:p>
            <a:pPr marL="12700">
              <a:lnSpc>
                <a:spcPct val="100000"/>
              </a:lnSpc>
              <a:spcBef>
                <a:spcPts val="425"/>
              </a:spcBef>
            </a:pPr>
            <a:r>
              <a:rPr sz="1800" spc="-65" dirty="0">
                <a:solidFill>
                  <a:srgbClr val="585858"/>
                </a:solidFill>
                <a:latin typeface="Trebuchet MS"/>
                <a:cs typeface="Trebuchet MS"/>
              </a:rPr>
              <a:t>Les</a:t>
            </a:r>
            <a:r>
              <a:rPr sz="1800" spc="-165" dirty="0">
                <a:solidFill>
                  <a:srgbClr val="585858"/>
                </a:solidFill>
                <a:latin typeface="Trebuchet MS"/>
                <a:cs typeface="Trebuchet MS"/>
              </a:rPr>
              <a:t> </a:t>
            </a:r>
            <a:r>
              <a:rPr sz="1800" spc="-90" dirty="0">
                <a:solidFill>
                  <a:srgbClr val="585858"/>
                </a:solidFill>
                <a:latin typeface="Trebuchet MS"/>
                <a:cs typeface="Trebuchet MS"/>
              </a:rPr>
              <a:t>points</a:t>
            </a:r>
            <a:r>
              <a:rPr sz="1800" spc="-165" dirty="0">
                <a:solidFill>
                  <a:srgbClr val="585858"/>
                </a:solidFill>
                <a:latin typeface="Trebuchet MS"/>
                <a:cs typeface="Trebuchet MS"/>
              </a:rPr>
              <a:t> </a:t>
            </a:r>
            <a:r>
              <a:rPr sz="1800" spc="-100" dirty="0">
                <a:solidFill>
                  <a:srgbClr val="585858"/>
                </a:solidFill>
                <a:latin typeface="Trebuchet MS"/>
                <a:cs typeface="Trebuchet MS"/>
              </a:rPr>
              <a:t>forts</a:t>
            </a:r>
            <a:r>
              <a:rPr sz="1800" spc="-140" dirty="0">
                <a:solidFill>
                  <a:srgbClr val="585858"/>
                </a:solidFill>
                <a:latin typeface="Trebuchet MS"/>
                <a:cs typeface="Trebuchet MS"/>
              </a:rPr>
              <a:t> </a:t>
            </a:r>
            <a:r>
              <a:rPr sz="1800" spc="-80" dirty="0">
                <a:solidFill>
                  <a:srgbClr val="585858"/>
                </a:solidFill>
                <a:latin typeface="Trebuchet MS"/>
                <a:cs typeface="Trebuchet MS"/>
              </a:rPr>
              <a:t>des</a:t>
            </a:r>
            <a:r>
              <a:rPr sz="1800" spc="-170" dirty="0">
                <a:solidFill>
                  <a:srgbClr val="585858"/>
                </a:solidFill>
                <a:latin typeface="Trebuchet MS"/>
                <a:cs typeface="Trebuchet MS"/>
              </a:rPr>
              <a:t> </a:t>
            </a:r>
            <a:r>
              <a:rPr sz="1800" spc="-114" dirty="0">
                <a:solidFill>
                  <a:srgbClr val="585858"/>
                </a:solidFill>
                <a:latin typeface="Trebuchet MS"/>
                <a:cs typeface="Trebuchet MS"/>
              </a:rPr>
              <a:t>méthodes</a:t>
            </a:r>
            <a:r>
              <a:rPr sz="1800" spc="-170" dirty="0">
                <a:solidFill>
                  <a:srgbClr val="585858"/>
                </a:solidFill>
                <a:latin typeface="Trebuchet MS"/>
                <a:cs typeface="Trebuchet MS"/>
              </a:rPr>
              <a:t> </a:t>
            </a:r>
            <a:r>
              <a:rPr sz="1800" spc="-120" dirty="0">
                <a:solidFill>
                  <a:srgbClr val="585858"/>
                </a:solidFill>
                <a:latin typeface="Trebuchet MS"/>
                <a:cs typeface="Trebuchet MS"/>
              </a:rPr>
              <a:t>orientées</a:t>
            </a:r>
            <a:r>
              <a:rPr sz="1800" spc="-175" dirty="0">
                <a:solidFill>
                  <a:srgbClr val="585858"/>
                </a:solidFill>
                <a:latin typeface="Trebuchet MS"/>
                <a:cs typeface="Trebuchet MS"/>
              </a:rPr>
              <a:t> </a:t>
            </a:r>
            <a:r>
              <a:rPr sz="1800" spc="-125" dirty="0">
                <a:solidFill>
                  <a:srgbClr val="585858"/>
                </a:solidFill>
                <a:latin typeface="Trebuchet MS"/>
                <a:cs typeface="Trebuchet MS"/>
              </a:rPr>
              <a:t>objets</a:t>
            </a:r>
            <a:r>
              <a:rPr sz="1800" spc="-150" dirty="0">
                <a:solidFill>
                  <a:srgbClr val="585858"/>
                </a:solidFill>
                <a:latin typeface="Trebuchet MS"/>
                <a:cs typeface="Trebuchet MS"/>
              </a:rPr>
              <a:t> </a:t>
            </a:r>
            <a:r>
              <a:rPr sz="1800" spc="-80" dirty="0">
                <a:solidFill>
                  <a:srgbClr val="585858"/>
                </a:solidFill>
                <a:latin typeface="Trebuchet MS"/>
                <a:cs typeface="Trebuchet MS"/>
              </a:rPr>
              <a:t>sont</a:t>
            </a:r>
            <a:r>
              <a:rPr sz="1800" spc="-155" dirty="0">
                <a:solidFill>
                  <a:srgbClr val="585858"/>
                </a:solidFill>
                <a:latin typeface="Trebuchet MS"/>
                <a:cs typeface="Trebuchet MS"/>
              </a:rPr>
              <a:t> </a:t>
            </a:r>
            <a:r>
              <a:rPr sz="1800" spc="-80" dirty="0">
                <a:solidFill>
                  <a:srgbClr val="585858"/>
                </a:solidFill>
                <a:latin typeface="Trebuchet MS"/>
                <a:cs typeface="Trebuchet MS"/>
              </a:rPr>
              <a:t>les</a:t>
            </a:r>
            <a:r>
              <a:rPr sz="1800" spc="-165" dirty="0">
                <a:solidFill>
                  <a:srgbClr val="585858"/>
                </a:solidFill>
                <a:latin typeface="Trebuchet MS"/>
                <a:cs typeface="Trebuchet MS"/>
              </a:rPr>
              <a:t> </a:t>
            </a:r>
            <a:r>
              <a:rPr sz="1800" spc="-80" dirty="0">
                <a:solidFill>
                  <a:srgbClr val="585858"/>
                </a:solidFill>
                <a:latin typeface="Trebuchet MS"/>
                <a:cs typeface="Trebuchet MS"/>
              </a:rPr>
              <a:t>suivants</a:t>
            </a:r>
            <a:r>
              <a:rPr sz="1800" spc="-150" dirty="0">
                <a:solidFill>
                  <a:srgbClr val="585858"/>
                </a:solidFill>
                <a:latin typeface="Trebuchet MS"/>
                <a:cs typeface="Trebuchet MS"/>
              </a:rPr>
              <a:t> </a:t>
            </a:r>
            <a:r>
              <a:rPr sz="1800" spc="-245"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30"/>
              </a:spcBef>
              <a:buFont typeface="Arial MT"/>
              <a:buChar char="●"/>
              <a:tabLst>
                <a:tab pos="354965" algn="l"/>
                <a:tab pos="355600" algn="l"/>
              </a:tabLst>
            </a:pPr>
            <a:r>
              <a:rPr sz="1800" spc="-125" dirty="0">
                <a:solidFill>
                  <a:srgbClr val="585858"/>
                </a:solidFill>
                <a:latin typeface="Trebuchet MS"/>
                <a:cs typeface="Trebuchet MS"/>
              </a:rPr>
              <a:t>Intégrer</a:t>
            </a:r>
            <a:r>
              <a:rPr sz="1800" spc="-150" dirty="0">
                <a:solidFill>
                  <a:srgbClr val="585858"/>
                </a:solidFill>
                <a:latin typeface="Trebuchet MS"/>
                <a:cs typeface="Trebuchet MS"/>
              </a:rPr>
              <a:t> </a:t>
            </a:r>
            <a:r>
              <a:rPr sz="1800" spc="-75" dirty="0">
                <a:solidFill>
                  <a:srgbClr val="585858"/>
                </a:solidFill>
                <a:latin typeface="Trebuchet MS"/>
                <a:cs typeface="Trebuchet MS"/>
              </a:rPr>
              <a:t>dans</a:t>
            </a:r>
            <a:r>
              <a:rPr sz="1800" spc="-165" dirty="0">
                <a:solidFill>
                  <a:srgbClr val="585858"/>
                </a:solidFill>
                <a:latin typeface="Trebuchet MS"/>
                <a:cs typeface="Trebuchet MS"/>
              </a:rPr>
              <a:t> </a:t>
            </a:r>
            <a:r>
              <a:rPr sz="1800" spc="-135" dirty="0">
                <a:solidFill>
                  <a:srgbClr val="585858"/>
                </a:solidFill>
                <a:latin typeface="Trebuchet MS"/>
                <a:cs typeface="Trebuchet MS"/>
              </a:rPr>
              <a:t>l'objet</a:t>
            </a:r>
            <a:r>
              <a:rPr sz="1800" spc="-175" dirty="0">
                <a:solidFill>
                  <a:srgbClr val="585858"/>
                </a:solidFill>
                <a:latin typeface="Trebuchet MS"/>
                <a:cs typeface="Trebuchet MS"/>
              </a:rPr>
              <a:t> </a:t>
            </a:r>
            <a:r>
              <a:rPr sz="1800" spc="-80" dirty="0">
                <a:solidFill>
                  <a:srgbClr val="585858"/>
                </a:solidFill>
                <a:latin typeface="Trebuchet MS"/>
                <a:cs typeface="Trebuchet MS"/>
              </a:rPr>
              <a:t>des</a:t>
            </a:r>
            <a:r>
              <a:rPr sz="1800" spc="-145" dirty="0">
                <a:solidFill>
                  <a:srgbClr val="585858"/>
                </a:solidFill>
                <a:latin typeface="Trebuchet MS"/>
                <a:cs typeface="Trebuchet MS"/>
              </a:rPr>
              <a:t> </a:t>
            </a:r>
            <a:r>
              <a:rPr sz="1800" spc="-105" dirty="0">
                <a:solidFill>
                  <a:srgbClr val="585858"/>
                </a:solidFill>
                <a:latin typeface="Trebuchet MS"/>
                <a:cs typeface="Trebuchet MS"/>
              </a:rPr>
              <a:t>données</a:t>
            </a:r>
            <a:r>
              <a:rPr sz="1800" spc="-155" dirty="0">
                <a:solidFill>
                  <a:srgbClr val="585858"/>
                </a:solidFill>
                <a:latin typeface="Trebuchet MS"/>
                <a:cs typeface="Trebuchet MS"/>
              </a:rPr>
              <a:t> </a:t>
            </a:r>
            <a:r>
              <a:rPr sz="1800" spc="-170" dirty="0">
                <a:solidFill>
                  <a:srgbClr val="585858"/>
                </a:solidFill>
                <a:latin typeface="Trebuchet MS"/>
                <a:cs typeface="Trebuchet MS"/>
              </a:rPr>
              <a:t>et</a:t>
            </a:r>
            <a:r>
              <a:rPr sz="1800" spc="-155" dirty="0">
                <a:solidFill>
                  <a:srgbClr val="585858"/>
                </a:solidFill>
                <a:latin typeface="Trebuchet MS"/>
                <a:cs typeface="Trebuchet MS"/>
              </a:rPr>
              <a:t> </a:t>
            </a:r>
            <a:r>
              <a:rPr sz="1800" spc="-80" dirty="0">
                <a:solidFill>
                  <a:srgbClr val="585858"/>
                </a:solidFill>
                <a:latin typeface="Trebuchet MS"/>
                <a:cs typeface="Trebuchet MS"/>
              </a:rPr>
              <a:t>des</a:t>
            </a:r>
            <a:r>
              <a:rPr sz="1800" spc="-155" dirty="0">
                <a:solidFill>
                  <a:srgbClr val="585858"/>
                </a:solidFill>
                <a:latin typeface="Trebuchet MS"/>
                <a:cs typeface="Trebuchet MS"/>
              </a:rPr>
              <a:t> </a:t>
            </a:r>
            <a:r>
              <a:rPr sz="1800" spc="-130" dirty="0">
                <a:solidFill>
                  <a:srgbClr val="585858"/>
                </a:solidFill>
                <a:latin typeface="Trebuchet MS"/>
                <a:cs typeface="Trebuchet MS"/>
              </a:rPr>
              <a:t>traitements</a:t>
            </a:r>
            <a:endParaRPr sz="1800" dirty="0">
              <a:latin typeface="Trebuchet MS"/>
              <a:cs typeface="Trebuchet MS"/>
            </a:endParaRPr>
          </a:p>
          <a:p>
            <a:pPr marL="355600" indent="-342900">
              <a:lnSpc>
                <a:spcPct val="100000"/>
              </a:lnSpc>
              <a:spcBef>
                <a:spcPts val="320"/>
              </a:spcBef>
              <a:buFont typeface="Arial MT"/>
              <a:buChar char="●"/>
              <a:tabLst>
                <a:tab pos="354965" algn="l"/>
                <a:tab pos="355600" algn="l"/>
              </a:tabLst>
            </a:pPr>
            <a:r>
              <a:rPr sz="1800" spc="-120" dirty="0">
                <a:solidFill>
                  <a:srgbClr val="585858"/>
                </a:solidFill>
                <a:latin typeface="Trebuchet MS"/>
                <a:cs typeface="Trebuchet MS"/>
              </a:rPr>
              <a:t>Profiter</a:t>
            </a:r>
            <a:r>
              <a:rPr sz="1800" spc="-150" dirty="0">
                <a:solidFill>
                  <a:srgbClr val="585858"/>
                </a:solidFill>
                <a:latin typeface="Trebuchet MS"/>
                <a:cs typeface="Trebuchet MS"/>
              </a:rPr>
              <a:t> </a:t>
            </a:r>
            <a:r>
              <a:rPr sz="1800" spc="-80" dirty="0">
                <a:solidFill>
                  <a:srgbClr val="585858"/>
                </a:solidFill>
                <a:latin typeface="Trebuchet MS"/>
                <a:cs typeface="Trebuchet MS"/>
              </a:rPr>
              <a:t>des</a:t>
            </a:r>
            <a:r>
              <a:rPr sz="1800" spc="-145" dirty="0">
                <a:solidFill>
                  <a:srgbClr val="585858"/>
                </a:solidFill>
                <a:latin typeface="Trebuchet MS"/>
                <a:cs typeface="Trebuchet MS"/>
              </a:rPr>
              <a:t> </a:t>
            </a:r>
            <a:r>
              <a:rPr sz="1800" spc="-100" dirty="0">
                <a:solidFill>
                  <a:srgbClr val="585858"/>
                </a:solidFill>
                <a:latin typeface="Trebuchet MS"/>
                <a:cs typeface="Trebuchet MS"/>
              </a:rPr>
              <a:t>avantages</a:t>
            </a:r>
            <a:r>
              <a:rPr sz="1800" spc="-155" dirty="0">
                <a:solidFill>
                  <a:srgbClr val="585858"/>
                </a:solidFill>
                <a:latin typeface="Trebuchet MS"/>
                <a:cs typeface="Trebuchet MS"/>
              </a:rPr>
              <a:t> </a:t>
            </a:r>
            <a:r>
              <a:rPr sz="1800" spc="-80" dirty="0">
                <a:solidFill>
                  <a:srgbClr val="585858"/>
                </a:solidFill>
                <a:latin typeface="Trebuchet MS"/>
                <a:cs typeface="Trebuchet MS"/>
              </a:rPr>
              <a:t>des</a:t>
            </a:r>
            <a:r>
              <a:rPr sz="1800" spc="-160" dirty="0">
                <a:solidFill>
                  <a:srgbClr val="585858"/>
                </a:solidFill>
                <a:latin typeface="Trebuchet MS"/>
                <a:cs typeface="Trebuchet MS"/>
              </a:rPr>
              <a:t> </a:t>
            </a:r>
            <a:r>
              <a:rPr sz="1800" spc="-100" dirty="0">
                <a:solidFill>
                  <a:srgbClr val="585858"/>
                </a:solidFill>
                <a:latin typeface="Trebuchet MS"/>
                <a:cs typeface="Trebuchet MS"/>
              </a:rPr>
              <a:t>concepts</a:t>
            </a:r>
            <a:r>
              <a:rPr sz="1800" spc="-140" dirty="0">
                <a:solidFill>
                  <a:srgbClr val="585858"/>
                </a:solidFill>
                <a:latin typeface="Trebuchet MS"/>
                <a:cs typeface="Trebuchet MS"/>
              </a:rPr>
              <a:t> </a:t>
            </a:r>
            <a:r>
              <a:rPr sz="1800" spc="-125" dirty="0" err="1">
                <a:solidFill>
                  <a:srgbClr val="585858"/>
                </a:solidFill>
                <a:latin typeface="Trebuchet MS"/>
                <a:cs typeface="Trebuchet MS"/>
              </a:rPr>
              <a:t>objets</a:t>
            </a:r>
            <a:r>
              <a:rPr sz="1800" spc="-150" dirty="0">
                <a:solidFill>
                  <a:srgbClr val="585858"/>
                </a:solidFill>
                <a:latin typeface="Trebuchet MS"/>
                <a:cs typeface="Trebuchet MS"/>
              </a:rPr>
              <a:t> </a:t>
            </a:r>
            <a:endParaRPr sz="1800" dirty="0">
              <a:latin typeface="Trebuchet MS"/>
              <a:cs typeface="Trebuchet MS"/>
            </a:endParaRPr>
          </a:p>
          <a:p>
            <a:pPr marL="355600" indent="-342900">
              <a:lnSpc>
                <a:spcPct val="100000"/>
              </a:lnSpc>
              <a:spcBef>
                <a:spcPts val="325"/>
              </a:spcBef>
              <a:buFont typeface="Arial MT"/>
              <a:buChar char="●"/>
              <a:tabLst>
                <a:tab pos="354965" algn="l"/>
                <a:tab pos="355600" algn="l"/>
              </a:tabLst>
            </a:pPr>
            <a:r>
              <a:rPr sz="1800" spc="-130" dirty="0">
                <a:solidFill>
                  <a:srgbClr val="585858"/>
                </a:solidFill>
                <a:latin typeface="Trebuchet MS"/>
                <a:cs typeface="Trebuchet MS"/>
              </a:rPr>
              <a:t>Prendre</a:t>
            </a:r>
            <a:r>
              <a:rPr sz="1800" spc="-140" dirty="0">
                <a:solidFill>
                  <a:srgbClr val="585858"/>
                </a:solidFill>
                <a:latin typeface="Trebuchet MS"/>
                <a:cs typeface="Trebuchet MS"/>
              </a:rPr>
              <a:t> en</a:t>
            </a:r>
            <a:r>
              <a:rPr sz="1800" spc="-155" dirty="0">
                <a:solidFill>
                  <a:srgbClr val="585858"/>
                </a:solidFill>
                <a:latin typeface="Trebuchet MS"/>
                <a:cs typeface="Trebuchet MS"/>
              </a:rPr>
              <a:t> </a:t>
            </a:r>
            <a:r>
              <a:rPr sz="1800" spc="-135" dirty="0">
                <a:solidFill>
                  <a:srgbClr val="585858"/>
                </a:solidFill>
                <a:latin typeface="Trebuchet MS"/>
                <a:cs typeface="Trebuchet MS"/>
              </a:rPr>
              <a:t>compte</a:t>
            </a:r>
            <a:r>
              <a:rPr sz="1800" spc="-170" dirty="0">
                <a:solidFill>
                  <a:srgbClr val="585858"/>
                </a:solidFill>
                <a:latin typeface="Trebuchet MS"/>
                <a:cs typeface="Trebuchet MS"/>
              </a:rPr>
              <a:t> </a:t>
            </a:r>
            <a:r>
              <a:rPr sz="1800" spc="-130" dirty="0">
                <a:solidFill>
                  <a:srgbClr val="585858"/>
                </a:solidFill>
                <a:latin typeface="Trebuchet MS"/>
                <a:cs typeface="Trebuchet MS"/>
              </a:rPr>
              <a:t>une</a:t>
            </a:r>
            <a:r>
              <a:rPr sz="1800" spc="-160" dirty="0">
                <a:solidFill>
                  <a:srgbClr val="585858"/>
                </a:solidFill>
                <a:latin typeface="Trebuchet MS"/>
                <a:cs typeface="Trebuchet MS"/>
              </a:rPr>
              <a:t> </a:t>
            </a:r>
            <a:r>
              <a:rPr sz="1800" spc="-80" dirty="0">
                <a:solidFill>
                  <a:srgbClr val="585858"/>
                </a:solidFill>
                <a:latin typeface="Trebuchet MS"/>
                <a:cs typeface="Trebuchet MS"/>
              </a:rPr>
              <a:t>plus</a:t>
            </a:r>
            <a:r>
              <a:rPr sz="1800" spc="-165" dirty="0">
                <a:solidFill>
                  <a:srgbClr val="585858"/>
                </a:solidFill>
                <a:latin typeface="Trebuchet MS"/>
                <a:cs typeface="Trebuchet MS"/>
              </a:rPr>
              <a:t> </a:t>
            </a:r>
            <a:r>
              <a:rPr sz="1800" spc="-114" dirty="0">
                <a:solidFill>
                  <a:srgbClr val="585858"/>
                </a:solidFill>
                <a:latin typeface="Trebuchet MS"/>
                <a:cs typeface="Trebuchet MS"/>
              </a:rPr>
              <a:t>large</a:t>
            </a:r>
            <a:r>
              <a:rPr sz="1800" spc="-160" dirty="0">
                <a:solidFill>
                  <a:srgbClr val="585858"/>
                </a:solidFill>
                <a:latin typeface="Trebuchet MS"/>
                <a:cs typeface="Trebuchet MS"/>
              </a:rPr>
              <a:t> </a:t>
            </a:r>
            <a:r>
              <a:rPr sz="1800" spc="-125" dirty="0">
                <a:solidFill>
                  <a:srgbClr val="585858"/>
                </a:solidFill>
                <a:latin typeface="Trebuchet MS"/>
                <a:cs typeface="Trebuchet MS"/>
              </a:rPr>
              <a:t>gamme</a:t>
            </a:r>
            <a:r>
              <a:rPr sz="1800" spc="-165" dirty="0">
                <a:solidFill>
                  <a:srgbClr val="585858"/>
                </a:solidFill>
                <a:latin typeface="Trebuchet MS"/>
                <a:cs typeface="Trebuchet MS"/>
              </a:rPr>
              <a:t> </a:t>
            </a:r>
            <a:r>
              <a:rPr sz="1800" spc="-100" dirty="0">
                <a:solidFill>
                  <a:srgbClr val="585858"/>
                </a:solidFill>
                <a:latin typeface="Trebuchet MS"/>
                <a:cs typeface="Trebuchet MS"/>
              </a:rPr>
              <a:t>d'applications</a:t>
            </a:r>
            <a:endParaRPr sz="1800" dirty="0">
              <a:latin typeface="Trebuchet MS"/>
              <a:cs typeface="Trebuchet MS"/>
            </a:endParaRPr>
          </a:p>
          <a:p>
            <a:pPr marL="354965" marR="5715" indent="-342900">
              <a:lnSpc>
                <a:spcPct val="114999"/>
              </a:lnSpc>
              <a:spcBef>
                <a:spcPts val="5"/>
              </a:spcBef>
              <a:buFont typeface="Arial MT"/>
              <a:buChar char="●"/>
              <a:tabLst>
                <a:tab pos="354965" algn="l"/>
                <a:tab pos="355600" algn="l"/>
              </a:tabLst>
            </a:pPr>
            <a:r>
              <a:rPr sz="1800" spc="-100" dirty="0">
                <a:solidFill>
                  <a:srgbClr val="585858"/>
                </a:solidFill>
                <a:latin typeface="Trebuchet MS"/>
                <a:cs typeface="Trebuchet MS"/>
              </a:rPr>
              <a:t>Favoriser</a:t>
            </a:r>
            <a:r>
              <a:rPr sz="1800" spc="100" dirty="0">
                <a:solidFill>
                  <a:srgbClr val="585858"/>
                </a:solidFill>
                <a:latin typeface="Trebuchet MS"/>
                <a:cs typeface="Trebuchet MS"/>
              </a:rPr>
              <a:t> </a:t>
            </a:r>
            <a:r>
              <a:rPr sz="1800" spc="-120" dirty="0">
                <a:solidFill>
                  <a:srgbClr val="585858"/>
                </a:solidFill>
                <a:latin typeface="Trebuchet MS"/>
                <a:cs typeface="Trebuchet MS"/>
              </a:rPr>
              <a:t>la</a:t>
            </a:r>
            <a:r>
              <a:rPr sz="1800" spc="95" dirty="0">
                <a:solidFill>
                  <a:srgbClr val="585858"/>
                </a:solidFill>
                <a:latin typeface="Trebuchet MS"/>
                <a:cs typeface="Trebuchet MS"/>
              </a:rPr>
              <a:t> </a:t>
            </a:r>
            <a:r>
              <a:rPr sz="1800" spc="-120" dirty="0">
                <a:solidFill>
                  <a:srgbClr val="585858"/>
                </a:solidFill>
                <a:latin typeface="Trebuchet MS"/>
                <a:cs typeface="Trebuchet MS"/>
              </a:rPr>
              <a:t>conception</a:t>
            </a:r>
            <a:r>
              <a:rPr sz="1800" spc="90" dirty="0">
                <a:solidFill>
                  <a:srgbClr val="585858"/>
                </a:solidFill>
                <a:latin typeface="Trebuchet MS"/>
                <a:cs typeface="Trebuchet MS"/>
              </a:rPr>
              <a:t> </a:t>
            </a:r>
            <a:r>
              <a:rPr sz="1800" spc="-170" dirty="0">
                <a:solidFill>
                  <a:srgbClr val="585858"/>
                </a:solidFill>
                <a:latin typeface="Trebuchet MS"/>
                <a:cs typeface="Trebuchet MS"/>
              </a:rPr>
              <a:t>et</a:t>
            </a:r>
            <a:r>
              <a:rPr sz="1800" spc="85" dirty="0">
                <a:solidFill>
                  <a:srgbClr val="585858"/>
                </a:solidFill>
                <a:latin typeface="Trebuchet MS"/>
                <a:cs typeface="Trebuchet MS"/>
              </a:rPr>
              <a:t> </a:t>
            </a:r>
            <a:r>
              <a:rPr sz="1800" spc="-120" dirty="0">
                <a:solidFill>
                  <a:srgbClr val="585858"/>
                </a:solidFill>
                <a:latin typeface="Trebuchet MS"/>
                <a:cs typeface="Trebuchet MS"/>
              </a:rPr>
              <a:t>la</a:t>
            </a:r>
            <a:r>
              <a:rPr sz="1800" spc="85" dirty="0">
                <a:solidFill>
                  <a:srgbClr val="585858"/>
                </a:solidFill>
                <a:latin typeface="Trebuchet MS"/>
                <a:cs typeface="Trebuchet MS"/>
              </a:rPr>
              <a:t> </a:t>
            </a:r>
            <a:r>
              <a:rPr sz="1800" spc="-114" dirty="0">
                <a:solidFill>
                  <a:srgbClr val="585858"/>
                </a:solidFill>
                <a:latin typeface="Trebuchet MS"/>
                <a:cs typeface="Trebuchet MS"/>
              </a:rPr>
              <a:t>réutilisation</a:t>
            </a:r>
            <a:r>
              <a:rPr sz="1800" spc="100" dirty="0">
                <a:solidFill>
                  <a:srgbClr val="585858"/>
                </a:solidFill>
                <a:latin typeface="Trebuchet MS"/>
                <a:cs typeface="Trebuchet MS"/>
              </a:rPr>
              <a:t> </a:t>
            </a:r>
            <a:r>
              <a:rPr sz="1800" spc="-90" dirty="0">
                <a:solidFill>
                  <a:srgbClr val="585858"/>
                </a:solidFill>
                <a:latin typeface="Trebuchet MS"/>
                <a:cs typeface="Trebuchet MS"/>
              </a:rPr>
              <a:t>des</a:t>
            </a:r>
            <a:r>
              <a:rPr sz="1800" spc="90" dirty="0">
                <a:solidFill>
                  <a:srgbClr val="585858"/>
                </a:solidFill>
                <a:latin typeface="Trebuchet MS"/>
                <a:cs typeface="Trebuchet MS"/>
              </a:rPr>
              <a:t> </a:t>
            </a:r>
            <a:r>
              <a:rPr sz="1800" spc="-85" dirty="0">
                <a:solidFill>
                  <a:srgbClr val="585858"/>
                </a:solidFill>
                <a:latin typeface="Trebuchet MS"/>
                <a:cs typeface="Trebuchet MS"/>
              </a:rPr>
              <a:t>composants</a:t>
            </a:r>
            <a:r>
              <a:rPr sz="1800" spc="95" dirty="0">
                <a:solidFill>
                  <a:srgbClr val="585858"/>
                </a:solidFill>
                <a:latin typeface="Trebuchet MS"/>
                <a:cs typeface="Trebuchet MS"/>
              </a:rPr>
              <a:t> </a:t>
            </a:r>
            <a:r>
              <a:rPr sz="1800" spc="-245" dirty="0">
                <a:solidFill>
                  <a:srgbClr val="585858"/>
                </a:solidFill>
                <a:latin typeface="Trebuchet MS"/>
                <a:cs typeface="Trebuchet MS"/>
              </a:rPr>
              <a:t>:</a:t>
            </a:r>
            <a:r>
              <a:rPr sz="1800" spc="-210" dirty="0">
                <a:solidFill>
                  <a:srgbClr val="585858"/>
                </a:solidFill>
                <a:latin typeface="Trebuchet MS"/>
                <a:cs typeface="Trebuchet MS"/>
              </a:rPr>
              <a:t> </a:t>
            </a:r>
            <a:r>
              <a:rPr sz="1800" spc="-110" dirty="0">
                <a:solidFill>
                  <a:srgbClr val="585858"/>
                </a:solidFill>
                <a:latin typeface="Trebuchet MS"/>
                <a:cs typeface="Trebuchet MS"/>
              </a:rPr>
              <a:t>concevoir</a:t>
            </a:r>
            <a:r>
              <a:rPr sz="1800" spc="100" dirty="0">
                <a:solidFill>
                  <a:srgbClr val="585858"/>
                </a:solidFill>
                <a:latin typeface="Trebuchet MS"/>
                <a:cs typeface="Trebuchet MS"/>
              </a:rPr>
              <a:t> </a:t>
            </a:r>
            <a:r>
              <a:rPr sz="1800" spc="-75" dirty="0">
                <a:solidFill>
                  <a:srgbClr val="585858"/>
                </a:solidFill>
                <a:latin typeface="Trebuchet MS"/>
                <a:cs typeface="Trebuchet MS"/>
              </a:rPr>
              <a:t>dans</a:t>
            </a:r>
            <a:r>
              <a:rPr sz="1800" spc="90" dirty="0">
                <a:solidFill>
                  <a:srgbClr val="585858"/>
                </a:solidFill>
                <a:latin typeface="Trebuchet MS"/>
                <a:cs typeface="Trebuchet MS"/>
              </a:rPr>
              <a:t> </a:t>
            </a:r>
            <a:r>
              <a:rPr sz="1800" spc="-110" dirty="0">
                <a:solidFill>
                  <a:srgbClr val="585858"/>
                </a:solidFill>
                <a:latin typeface="Trebuchet MS"/>
                <a:cs typeface="Trebuchet MS"/>
              </a:rPr>
              <a:t>un</a:t>
            </a:r>
            <a:r>
              <a:rPr sz="1800" spc="100" dirty="0">
                <a:solidFill>
                  <a:srgbClr val="585858"/>
                </a:solidFill>
                <a:latin typeface="Trebuchet MS"/>
                <a:cs typeface="Trebuchet MS"/>
              </a:rPr>
              <a:t> </a:t>
            </a:r>
            <a:r>
              <a:rPr sz="1800" spc="-140" dirty="0">
                <a:solidFill>
                  <a:srgbClr val="585858"/>
                </a:solidFill>
                <a:latin typeface="Trebuchet MS"/>
                <a:cs typeface="Trebuchet MS"/>
              </a:rPr>
              <a:t>but</a:t>
            </a:r>
            <a:r>
              <a:rPr sz="1800" spc="95" dirty="0">
                <a:solidFill>
                  <a:srgbClr val="585858"/>
                </a:solidFill>
                <a:latin typeface="Trebuchet MS"/>
                <a:cs typeface="Trebuchet MS"/>
              </a:rPr>
              <a:t> </a:t>
            </a:r>
            <a:r>
              <a:rPr sz="1800" spc="-165" dirty="0">
                <a:solidFill>
                  <a:srgbClr val="585858"/>
                </a:solidFill>
                <a:latin typeface="Trebuchet MS"/>
                <a:cs typeface="Trebuchet MS"/>
              </a:rPr>
              <a:t>de </a:t>
            </a:r>
            <a:r>
              <a:rPr sz="1800" spc="-530" dirty="0">
                <a:solidFill>
                  <a:srgbClr val="585858"/>
                </a:solidFill>
                <a:latin typeface="Trebuchet MS"/>
                <a:cs typeface="Trebuchet MS"/>
              </a:rPr>
              <a:t> </a:t>
            </a:r>
            <a:r>
              <a:rPr sz="1800" spc="-114" dirty="0">
                <a:solidFill>
                  <a:srgbClr val="585858"/>
                </a:solidFill>
                <a:latin typeface="Trebuchet MS"/>
                <a:cs typeface="Trebuchet MS"/>
              </a:rPr>
              <a:t>réutilisation</a:t>
            </a:r>
            <a:r>
              <a:rPr sz="1800" spc="-175" dirty="0">
                <a:solidFill>
                  <a:srgbClr val="585858"/>
                </a:solidFill>
                <a:latin typeface="Trebuchet MS"/>
                <a:cs typeface="Trebuchet MS"/>
              </a:rPr>
              <a:t> </a:t>
            </a:r>
            <a:r>
              <a:rPr sz="1800" spc="-170" dirty="0">
                <a:solidFill>
                  <a:srgbClr val="585858"/>
                </a:solidFill>
                <a:latin typeface="Trebuchet MS"/>
                <a:cs typeface="Trebuchet MS"/>
              </a:rPr>
              <a:t>et</a:t>
            </a:r>
            <a:r>
              <a:rPr sz="1800" spc="-160" dirty="0">
                <a:solidFill>
                  <a:srgbClr val="585858"/>
                </a:solidFill>
                <a:latin typeface="Trebuchet MS"/>
                <a:cs typeface="Trebuchet MS"/>
              </a:rPr>
              <a:t> </a:t>
            </a:r>
            <a:r>
              <a:rPr sz="1800" spc="-105" dirty="0">
                <a:solidFill>
                  <a:srgbClr val="585858"/>
                </a:solidFill>
                <a:latin typeface="Trebuchet MS"/>
                <a:cs typeface="Trebuchet MS"/>
              </a:rPr>
              <a:t>non</a:t>
            </a:r>
            <a:r>
              <a:rPr sz="1800" spc="-160" dirty="0">
                <a:solidFill>
                  <a:srgbClr val="585858"/>
                </a:solidFill>
                <a:latin typeface="Trebuchet MS"/>
                <a:cs typeface="Trebuchet MS"/>
              </a:rPr>
              <a:t> </a:t>
            </a:r>
            <a:r>
              <a:rPr sz="1800" spc="-65" dirty="0">
                <a:solidFill>
                  <a:srgbClr val="585858"/>
                </a:solidFill>
                <a:latin typeface="Trebuchet MS"/>
                <a:cs typeface="Trebuchet MS"/>
              </a:rPr>
              <a:t>pas</a:t>
            </a:r>
            <a:r>
              <a:rPr sz="1800" spc="-155" dirty="0">
                <a:solidFill>
                  <a:srgbClr val="585858"/>
                </a:solidFill>
                <a:latin typeface="Trebuchet MS"/>
                <a:cs typeface="Trebuchet MS"/>
              </a:rPr>
              <a:t> </a:t>
            </a:r>
            <a:r>
              <a:rPr sz="1800" spc="-120" dirty="0">
                <a:solidFill>
                  <a:srgbClr val="585858"/>
                </a:solidFill>
                <a:latin typeface="Trebuchet MS"/>
                <a:cs typeface="Trebuchet MS"/>
              </a:rPr>
              <a:t>pour</a:t>
            </a:r>
            <a:r>
              <a:rPr sz="1800" spc="-165" dirty="0">
                <a:solidFill>
                  <a:srgbClr val="585858"/>
                </a:solidFill>
                <a:latin typeface="Trebuchet MS"/>
                <a:cs typeface="Trebuchet MS"/>
              </a:rPr>
              <a:t> </a:t>
            </a:r>
            <a:r>
              <a:rPr sz="1800" spc="-140" dirty="0">
                <a:solidFill>
                  <a:srgbClr val="585858"/>
                </a:solidFill>
                <a:latin typeface="Trebuchet MS"/>
                <a:cs typeface="Trebuchet MS"/>
              </a:rPr>
              <a:t>répondre</a:t>
            </a:r>
            <a:r>
              <a:rPr sz="1800" spc="-145"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10" dirty="0">
                <a:solidFill>
                  <a:srgbClr val="585858"/>
                </a:solidFill>
                <a:latin typeface="Trebuchet MS"/>
                <a:cs typeface="Trebuchet MS"/>
              </a:rPr>
              <a:t>un</a:t>
            </a:r>
            <a:r>
              <a:rPr sz="1800" spc="-160" dirty="0">
                <a:solidFill>
                  <a:srgbClr val="585858"/>
                </a:solidFill>
                <a:latin typeface="Trebuchet MS"/>
                <a:cs typeface="Trebuchet MS"/>
              </a:rPr>
              <a:t> </a:t>
            </a:r>
            <a:r>
              <a:rPr sz="1800" spc="-95" dirty="0">
                <a:solidFill>
                  <a:srgbClr val="585858"/>
                </a:solidFill>
                <a:latin typeface="Trebuchet MS"/>
                <a:cs typeface="Trebuchet MS"/>
              </a:rPr>
              <a:t>besoin</a:t>
            </a:r>
            <a:r>
              <a:rPr sz="1800" spc="-160" dirty="0">
                <a:solidFill>
                  <a:srgbClr val="585858"/>
                </a:solidFill>
                <a:latin typeface="Trebuchet MS"/>
                <a:cs typeface="Trebuchet MS"/>
              </a:rPr>
              <a:t> </a:t>
            </a:r>
            <a:r>
              <a:rPr sz="1800" spc="-135" dirty="0">
                <a:solidFill>
                  <a:srgbClr val="585858"/>
                </a:solidFill>
                <a:latin typeface="Trebuchet MS"/>
                <a:cs typeface="Trebuchet MS"/>
              </a:rPr>
              <a:t>ponctuel.</a:t>
            </a:r>
            <a:endParaRPr sz="1800" dirty="0">
              <a:latin typeface="Trebuchet MS"/>
              <a:cs typeface="Trebuchet MS"/>
            </a:endParaRPr>
          </a:p>
          <a:p>
            <a:pPr marL="355600" indent="-342900">
              <a:lnSpc>
                <a:spcPct val="100000"/>
              </a:lnSpc>
              <a:spcBef>
                <a:spcPts val="325"/>
              </a:spcBef>
              <a:buFont typeface="Arial MT"/>
              <a:buChar char="●"/>
              <a:tabLst>
                <a:tab pos="354965" algn="l"/>
                <a:tab pos="355600" algn="l"/>
              </a:tabLst>
            </a:pPr>
            <a:r>
              <a:rPr sz="1800" spc="-135" dirty="0">
                <a:solidFill>
                  <a:srgbClr val="585858"/>
                </a:solidFill>
                <a:latin typeface="Trebuchet MS"/>
                <a:cs typeface="Trebuchet MS"/>
              </a:rPr>
              <a:t>Améliorer</a:t>
            </a:r>
            <a:r>
              <a:rPr sz="1800" spc="55" dirty="0">
                <a:solidFill>
                  <a:srgbClr val="585858"/>
                </a:solidFill>
                <a:latin typeface="Trebuchet MS"/>
                <a:cs typeface="Trebuchet MS"/>
              </a:rPr>
              <a:t> </a:t>
            </a:r>
            <a:r>
              <a:rPr sz="1800" spc="-125" dirty="0">
                <a:solidFill>
                  <a:srgbClr val="585858"/>
                </a:solidFill>
                <a:latin typeface="Trebuchet MS"/>
                <a:cs typeface="Trebuchet MS"/>
              </a:rPr>
              <a:t>la</a:t>
            </a:r>
            <a:r>
              <a:rPr sz="1800" spc="55" dirty="0">
                <a:solidFill>
                  <a:srgbClr val="585858"/>
                </a:solidFill>
                <a:latin typeface="Trebuchet MS"/>
                <a:cs typeface="Trebuchet MS"/>
              </a:rPr>
              <a:t> </a:t>
            </a:r>
            <a:r>
              <a:rPr sz="1800" spc="-125" dirty="0">
                <a:solidFill>
                  <a:srgbClr val="585858"/>
                </a:solidFill>
                <a:latin typeface="Trebuchet MS"/>
                <a:cs typeface="Trebuchet MS"/>
              </a:rPr>
              <a:t>productivité</a:t>
            </a:r>
            <a:r>
              <a:rPr sz="1800" spc="45" dirty="0">
                <a:solidFill>
                  <a:srgbClr val="585858"/>
                </a:solidFill>
                <a:latin typeface="Trebuchet MS"/>
                <a:cs typeface="Trebuchet MS"/>
              </a:rPr>
              <a:t> </a:t>
            </a:r>
            <a:r>
              <a:rPr sz="1800" spc="-165" dirty="0">
                <a:solidFill>
                  <a:srgbClr val="585858"/>
                </a:solidFill>
                <a:latin typeface="Trebuchet MS"/>
                <a:cs typeface="Trebuchet MS"/>
              </a:rPr>
              <a:t>et</a:t>
            </a:r>
            <a:r>
              <a:rPr sz="1800" spc="40" dirty="0">
                <a:solidFill>
                  <a:srgbClr val="585858"/>
                </a:solidFill>
                <a:latin typeface="Trebuchet MS"/>
                <a:cs typeface="Trebuchet MS"/>
              </a:rPr>
              <a:t> </a:t>
            </a:r>
            <a:r>
              <a:rPr sz="1800" spc="-114" dirty="0">
                <a:solidFill>
                  <a:srgbClr val="585858"/>
                </a:solidFill>
                <a:latin typeface="Trebuchet MS"/>
                <a:cs typeface="Trebuchet MS"/>
              </a:rPr>
              <a:t>la</a:t>
            </a:r>
            <a:r>
              <a:rPr sz="1800" spc="50" dirty="0">
                <a:solidFill>
                  <a:srgbClr val="585858"/>
                </a:solidFill>
                <a:latin typeface="Trebuchet MS"/>
                <a:cs typeface="Trebuchet MS"/>
              </a:rPr>
              <a:t> </a:t>
            </a:r>
            <a:r>
              <a:rPr sz="1800" spc="-140" dirty="0">
                <a:solidFill>
                  <a:srgbClr val="585858"/>
                </a:solidFill>
                <a:latin typeface="Trebuchet MS"/>
                <a:cs typeface="Trebuchet MS"/>
              </a:rPr>
              <a:t>rentabilité</a:t>
            </a:r>
            <a:r>
              <a:rPr sz="1800" spc="50" dirty="0">
                <a:solidFill>
                  <a:srgbClr val="585858"/>
                </a:solidFill>
                <a:latin typeface="Trebuchet MS"/>
                <a:cs typeface="Trebuchet MS"/>
              </a:rPr>
              <a:t> </a:t>
            </a:r>
            <a:r>
              <a:rPr sz="1800" spc="-145" dirty="0">
                <a:solidFill>
                  <a:srgbClr val="585858"/>
                </a:solidFill>
                <a:latin typeface="Trebuchet MS"/>
                <a:cs typeface="Trebuchet MS"/>
              </a:rPr>
              <a:t>en</a:t>
            </a:r>
            <a:r>
              <a:rPr sz="1800" spc="50" dirty="0">
                <a:solidFill>
                  <a:srgbClr val="585858"/>
                </a:solidFill>
                <a:latin typeface="Trebuchet MS"/>
                <a:cs typeface="Trebuchet MS"/>
              </a:rPr>
              <a:t> </a:t>
            </a:r>
            <a:r>
              <a:rPr sz="1800" spc="-110" dirty="0">
                <a:solidFill>
                  <a:srgbClr val="585858"/>
                </a:solidFill>
                <a:latin typeface="Trebuchet MS"/>
                <a:cs typeface="Trebuchet MS"/>
              </a:rPr>
              <a:t>utilisant</a:t>
            </a:r>
            <a:r>
              <a:rPr sz="1800" spc="50" dirty="0">
                <a:solidFill>
                  <a:srgbClr val="585858"/>
                </a:solidFill>
                <a:latin typeface="Trebuchet MS"/>
                <a:cs typeface="Trebuchet MS"/>
              </a:rPr>
              <a:t> </a:t>
            </a:r>
            <a:r>
              <a:rPr sz="1800" spc="-80" dirty="0">
                <a:solidFill>
                  <a:srgbClr val="585858"/>
                </a:solidFill>
                <a:latin typeface="Trebuchet MS"/>
                <a:cs typeface="Trebuchet MS"/>
              </a:rPr>
              <a:t>des</a:t>
            </a:r>
            <a:r>
              <a:rPr sz="1800" spc="45" dirty="0">
                <a:solidFill>
                  <a:srgbClr val="585858"/>
                </a:solidFill>
                <a:latin typeface="Trebuchet MS"/>
                <a:cs typeface="Trebuchet MS"/>
              </a:rPr>
              <a:t> </a:t>
            </a:r>
            <a:r>
              <a:rPr sz="1800" spc="-120" dirty="0">
                <a:solidFill>
                  <a:srgbClr val="585858"/>
                </a:solidFill>
                <a:latin typeface="Trebuchet MS"/>
                <a:cs typeface="Trebuchet MS"/>
              </a:rPr>
              <a:t>bibliothèques</a:t>
            </a:r>
            <a:r>
              <a:rPr sz="1800" spc="55" dirty="0">
                <a:solidFill>
                  <a:srgbClr val="585858"/>
                </a:solidFill>
                <a:latin typeface="Trebuchet MS"/>
                <a:cs typeface="Trebuchet MS"/>
              </a:rPr>
              <a:t> </a:t>
            </a:r>
            <a:r>
              <a:rPr sz="1800" spc="-150" dirty="0">
                <a:solidFill>
                  <a:srgbClr val="585858"/>
                </a:solidFill>
                <a:latin typeface="Trebuchet MS"/>
                <a:cs typeface="Trebuchet MS"/>
              </a:rPr>
              <a:t>de</a:t>
            </a:r>
            <a:r>
              <a:rPr sz="1800" spc="50" dirty="0">
                <a:solidFill>
                  <a:srgbClr val="585858"/>
                </a:solidFill>
                <a:latin typeface="Trebuchet MS"/>
                <a:cs typeface="Trebuchet MS"/>
              </a:rPr>
              <a:t> </a:t>
            </a:r>
            <a:r>
              <a:rPr sz="1800" spc="-85" dirty="0">
                <a:solidFill>
                  <a:srgbClr val="585858"/>
                </a:solidFill>
                <a:latin typeface="Trebuchet MS"/>
                <a:cs typeface="Trebuchet MS"/>
              </a:rPr>
              <a:t>composants</a:t>
            </a:r>
            <a:endParaRPr sz="1800" dirty="0">
              <a:latin typeface="Trebuchet MS"/>
              <a:cs typeface="Trebuchet MS"/>
            </a:endParaRPr>
          </a:p>
          <a:p>
            <a:pPr marL="354965">
              <a:lnSpc>
                <a:spcPct val="100000"/>
              </a:lnSpc>
              <a:spcBef>
                <a:spcPts val="325"/>
              </a:spcBef>
            </a:pPr>
            <a:r>
              <a:rPr sz="1800" spc="-105" dirty="0">
                <a:solidFill>
                  <a:srgbClr val="585858"/>
                </a:solidFill>
                <a:latin typeface="Trebuchet MS"/>
                <a:cs typeface="Trebuchet MS"/>
              </a:rPr>
              <a:t>réutilisables</a:t>
            </a:r>
            <a:endParaRPr sz="1800" dirty="0">
              <a:latin typeface="Trebuchet MS"/>
              <a:cs typeface="Trebuchet MS"/>
            </a:endParaRPr>
          </a:p>
          <a:p>
            <a:pPr marL="355600" indent="-342900">
              <a:lnSpc>
                <a:spcPct val="100000"/>
              </a:lnSpc>
              <a:spcBef>
                <a:spcPts val="325"/>
              </a:spcBef>
              <a:buFont typeface="Arial MT"/>
              <a:buChar char="●"/>
              <a:tabLst>
                <a:tab pos="354965" algn="l"/>
                <a:tab pos="355600" algn="l"/>
              </a:tabLst>
            </a:pPr>
            <a:r>
              <a:rPr sz="1800" spc="-45" dirty="0">
                <a:solidFill>
                  <a:srgbClr val="585858"/>
                </a:solidFill>
                <a:latin typeface="Trebuchet MS"/>
                <a:cs typeface="Trebuchet MS"/>
              </a:rPr>
              <a:t>Si</a:t>
            </a:r>
            <a:r>
              <a:rPr sz="1800" spc="-85" dirty="0">
                <a:solidFill>
                  <a:srgbClr val="585858"/>
                </a:solidFill>
                <a:latin typeface="Trebuchet MS"/>
                <a:cs typeface="Trebuchet MS"/>
              </a:rPr>
              <a:t>m</a:t>
            </a:r>
            <a:r>
              <a:rPr sz="1800" spc="-114" dirty="0">
                <a:solidFill>
                  <a:srgbClr val="585858"/>
                </a:solidFill>
                <a:latin typeface="Trebuchet MS"/>
                <a:cs typeface="Trebuchet MS"/>
              </a:rPr>
              <a:t>plifi</a:t>
            </a:r>
            <a:r>
              <a:rPr sz="1800" spc="-195" dirty="0">
                <a:solidFill>
                  <a:srgbClr val="585858"/>
                </a:solidFill>
                <a:latin typeface="Trebuchet MS"/>
                <a:cs typeface="Trebuchet MS"/>
              </a:rPr>
              <a:t>e</a:t>
            </a:r>
            <a:r>
              <a:rPr sz="1800" spc="-145" dirty="0">
                <a:solidFill>
                  <a:srgbClr val="585858"/>
                </a:solidFill>
                <a:latin typeface="Trebuchet MS"/>
                <a:cs typeface="Trebuchet MS"/>
              </a:rPr>
              <a:t>r</a:t>
            </a:r>
            <a:r>
              <a:rPr sz="1800" spc="-170" dirty="0">
                <a:solidFill>
                  <a:srgbClr val="585858"/>
                </a:solidFill>
                <a:latin typeface="Trebuchet MS"/>
                <a:cs typeface="Trebuchet MS"/>
              </a:rPr>
              <a:t> </a:t>
            </a:r>
            <a:r>
              <a:rPr sz="1800" spc="-145" dirty="0">
                <a:solidFill>
                  <a:srgbClr val="585858"/>
                </a:solidFill>
                <a:latin typeface="Trebuchet MS"/>
                <a:cs typeface="Trebuchet MS"/>
              </a:rPr>
              <a:t>le</a:t>
            </a:r>
            <a:r>
              <a:rPr sz="1800" spc="-175" dirty="0">
                <a:solidFill>
                  <a:srgbClr val="585858"/>
                </a:solidFill>
                <a:latin typeface="Trebuchet MS"/>
                <a:cs typeface="Trebuchet MS"/>
              </a:rPr>
              <a:t> </a:t>
            </a:r>
            <a:r>
              <a:rPr sz="1800" spc="-65" dirty="0">
                <a:solidFill>
                  <a:srgbClr val="585858"/>
                </a:solidFill>
                <a:latin typeface="Trebuchet MS"/>
                <a:cs typeface="Trebuchet MS"/>
              </a:rPr>
              <a:t>passage</a:t>
            </a:r>
            <a:r>
              <a:rPr sz="1800" spc="-155" dirty="0">
                <a:solidFill>
                  <a:srgbClr val="585858"/>
                </a:solidFill>
                <a:latin typeface="Trebuchet MS"/>
                <a:cs typeface="Trebuchet MS"/>
              </a:rPr>
              <a:t> </a:t>
            </a:r>
            <a:r>
              <a:rPr sz="1800" spc="-90" dirty="0">
                <a:solidFill>
                  <a:srgbClr val="585858"/>
                </a:solidFill>
                <a:latin typeface="Trebuchet MS"/>
                <a:cs typeface="Trebuchet MS"/>
              </a:rPr>
              <a:t>c</a:t>
            </a:r>
            <a:r>
              <a:rPr sz="1800" spc="-130" dirty="0">
                <a:solidFill>
                  <a:srgbClr val="585858"/>
                </a:solidFill>
                <a:latin typeface="Trebuchet MS"/>
                <a:cs typeface="Trebuchet MS"/>
              </a:rPr>
              <a:t>onceptuel/physiqu</a:t>
            </a:r>
            <a:r>
              <a:rPr sz="1800" spc="-145" dirty="0">
                <a:solidFill>
                  <a:srgbClr val="585858"/>
                </a:solidFill>
                <a:latin typeface="Trebuchet MS"/>
                <a:cs typeface="Trebuchet MS"/>
              </a:rPr>
              <a:t>e</a:t>
            </a:r>
            <a:r>
              <a:rPr sz="1800" spc="-225"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20"/>
              </a:spcBef>
              <a:buFont typeface="Arial MT"/>
              <a:buChar char="●"/>
              <a:tabLst>
                <a:tab pos="354965" algn="l"/>
                <a:tab pos="355600" algn="l"/>
              </a:tabLst>
            </a:pPr>
            <a:r>
              <a:rPr sz="1800" spc="-125" dirty="0">
                <a:solidFill>
                  <a:srgbClr val="585858"/>
                </a:solidFill>
                <a:latin typeface="Trebuchet MS"/>
                <a:cs typeface="Trebuchet MS"/>
              </a:rPr>
              <a:t>Facilite</a:t>
            </a:r>
            <a:r>
              <a:rPr sz="1800" spc="-110" dirty="0">
                <a:solidFill>
                  <a:srgbClr val="585858"/>
                </a:solidFill>
                <a:latin typeface="Trebuchet MS"/>
                <a:cs typeface="Trebuchet MS"/>
              </a:rPr>
              <a:t>r</a:t>
            </a:r>
            <a:r>
              <a:rPr sz="1800" spc="-175" dirty="0">
                <a:solidFill>
                  <a:srgbClr val="585858"/>
                </a:solidFill>
                <a:latin typeface="Trebuchet MS"/>
                <a:cs typeface="Trebuchet MS"/>
              </a:rPr>
              <a:t> </a:t>
            </a:r>
            <a:r>
              <a:rPr sz="1800" spc="-145" dirty="0">
                <a:solidFill>
                  <a:srgbClr val="585858"/>
                </a:solidFill>
                <a:latin typeface="Trebuchet MS"/>
                <a:cs typeface="Trebuchet MS"/>
              </a:rPr>
              <a:t>le</a:t>
            </a:r>
            <a:r>
              <a:rPr sz="1800" spc="-160" dirty="0">
                <a:solidFill>
                  <a:srgbClr val="585858"/>
                </a:solidFill>
                <a:latin typeface="Trebuchet MS"/>
                <a:cs typeface="Trebuchet MS"/>
              </a:rPr>
              <a:t> </a:t>
            </a:r>
            <a:r>
              <a:rPr sz="1800" spc="-125" dirty="0">
                <a:solidFill>
                  <a:srgbClr val="585858"/>
                </a:solidFill>
                <a:latin typeface="Trebuchet MS"/>
                <a:cs typeface="Trebuchet MS"/>
              </a:rPr>
              <a:t>protot</a:t>
            </a:r>
            <a:r>
              <a:rPr sz="1800" spc="-145" dirty="0">
                <a:solidFill>
                  <a:srgbClr val="585858"/>
                </a:solidFill>
                <a:latin typeface="Trebuchet MS"/>
                <a:cs typeface="Trebuchet MS"/>
              </a:rPr>
              <a:t>y</a:t>
            </a:r>
            <a:r>
              <a:rPr sz="1800" spc="-90" dirty="0">
                <a:solidFill>
                  <a:srgbClr val="585858"/>
                </a:solidFill>
                <a:latin typeface="Trebuchet MS"/>
                <a:cs typeface="Trebuchet MS"/>
              </a:rPr>
              <a:t>pag</a:t>
            </a:r>
            <a:r>
              <a:rPr sz="1800" spc="-165" dirty="0">
                <a:solidFill>
                  <a:srgbClr val="585858"/>
                </a:solidFill>
                <a:latin typeface="Trebuchet MS"/>
                <a:cs typeface="Trebuchet MS"/>
              </a:rPr>
              <a:t>e</a:t>
            </a:r>
            <a:r>
              <a:rPr sz="1800" spc="-22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5" dirty="0"/>
              <a:t> </a:t>
            </a:r>
            <a:r>
              <a:rPr spc="-5" dirty="0">
                <a:solidFill>
                  <a:srgbClr val="ED795B"/>
                </a:solidFill>
              </a:rPr>
              <a:t>orientées</a:t>
            </a:r>
            <a:r>
              <a:rPr spc="30" dirty="0">
                <a:solidFill>
                  <a:srgbClr val="ED795B"/>
                </a:solidFill>
              </a:rPr>
              <a:t> </a:t>
            </a:r>
            <a:r>
              <a:rPr spc="-5" dirty="0">
                <a:solidFill>
                  <a:srgbClr val="ED795B"/>
                </a:solidFill>
              </a:rPr>
              <a:t>objets	</a:t>
            </a:r>
          </a:p>
        </p:txBody>
      </p:sp>
      <p:pic>
        <p:nvPicPr>
          <p:cNvPr id="4" name="object 4"/>
          <p:cNvPicPr/>
          <p:nvPr/>
        </p:nvPicPr>
        <p:blipFill>
          <a:blip r:embed="rId2" cstate="print"/>
          <a:stretch>
            <a:fillRect/>
          </a:stretch>
        </p:blipFill>
        <p:spPr>
          <a:xfrm>
            <a:off x="7235952" y="3317747"/>
            <a:ext cx="1237488" cy="1237488"/>
          </a:xfrm>
          <a:prstGeom prst="rect">
            <a:avLst/>
          </a:prstGeom>
        </p:spPr>
      </p:pic>
      <p:grpSp>
        <p:nvGrpSpPr>
          <p:cNvPr id="5" name="object 5"/>
          <p:cNvGrpSpPr/>
          <p:nvPr/>
        </p:nvGrpSpPr>
        <p:grpSpPr>
          <a:xfrm>
            <a:off x="7603235" y="729995"/>
            <a:ext cx="1369060" cy="1431290"/>
            <a:chOff x="7603235" y="729995"/>
            <a:chExt cx="1369060" cy="1431290"/>
          </a:xfrm>
        </p:grpSpPr>
        <p:sp>
          <p:nvSpPr>
            <p:cNvPr id="6" name="object 6"/>
            <p:cNvSpPr/>
            <p:nvPr/>
          </p:nvSpPr>
          <p:spPr>
            <a:xfrm>
              <a:off x="7603235" y="792479"/>
              <a:ext cx="1369060" cy="1369060"/>
            </a:xfrm>
            <a:custGeom>
              <a:avLst/>
              <a:gdLst/>
              <a:ahLst/>
              <a:cxnLst/>
              <a:rect l="l" t="t" r="r" b="b"/>
              <a:pathLst>
                <a:path w="1369059" h="1369060">
                  <a:moveTo>
                    <a:pt x="684276" y="0"/>
                  </a:moveTo>
                  <a:lnTo>
                    <a:pt x="635403" y="1717"/>
                  </a:lnTo>
                  <a:lnTo>
                    <a:pt x="587458" y="6794"/>
                  </a:lnTo>
                  <a:lnTo>
                    <a:pt x="540558" y="15113"/>
                  </a:lnTo>
                  <a:lnTo>
                    <a:pt x="494817" y="26560"/>
                  </a:lnTo>
                  <a:lnTo>
                    <a:pt x="450351" y="41018"/>
                  </a:lnTo>
                  <a:lnTo>
                    <a:pt x="407277" y="58372"/>
                  </a:lnTo>
                  <a:lnTo>
                    <a:pt x="365709" y="78505"/>
                  </a:lnTo>
                  <a:lnTo>
                    <a:pt x="325764" y="101303"/>
                  </a:lnTo>
                  <a:lnTo>
                    <a:pt x="287558" y="126650"/>
                  </a:lnTo>
                  <a:lnTo>
                    <a:pt x="251205" y="154429"/>
                  </a:lnTo>
                  <a:lnTo>
                    <a:pt x="216822" y="184525"/>
                  </a:lnTo>
                  <a:lnTo>
                    <a:pt x="184525" y="216822"/>
                  </a:lnTo>
                  <a:lnTo>
                    <a:pt x="154429" y="251205"/>
                  </a:lnTo>
                  <a:lnTo>
                    <a:pt x="126650" y="287558"/>
                  </a:lnTo>
                  <a:lnTo>
                    <a:pt x="101303" y="325764"/>
                  </a:lnTo>
                  <a:lnTo>
                    <a:pt x="78505" y="365709"/>
                  </a:lnTo>
                  <a:lnTo>
                    <a:pt x="58372" y="407277"/>
                  </a:lnTo>
                  <a:lnTo>
                    <a:pt x="41018" y="450351"/>
                  </a:lnTo>
                  <a:lnTo>
                    <a:pt x="26560" y="494817"/>
                  </a:lnTo>
                  <a:lnTo>
                    <a:pt x="15113" y="540558"/>
                  </a:lnTo>
                  <a:lnTo>
                    <a:pt x="6794" y="587458"/>
                  </a:lnTo>
                  <a:lnTo>
                    <a:pt x="1717" y="635403"/>
                  </a:lnTo>
                  <a:lnTo>
                    <a:pt x="0" y="684276"/>
                  </a:lnTo>
                  <a:lnTo>
                    <a:pt x="1717" y="733148"/>
                  </a:lnTo>
                  <a:lnTo>
                    <a:pt x="6794" y="781093"/>
                  </a:lnTo>
                  <a:lnTo>
                    <a:pt x="15113" y="827993"/>
                  </a:lnTo>
                  <a:lnTo>
                    <a:pt x="26560" y="873734"/>
                  </a:lnTo>
                  <a:lnTo>
                    <a:pt x="41018" y="918200"/>
                  </a:lnTo>
                  <a:lnTo>
                    <a:pt x="58372" y="961274"/>
                  </a:lnTo>
                  <a:lnTo>
                    <a:pt x="78505" y="1002842"/>
                  </a:lnTo>
                  <a:lnTo>
                    <a:pt x="101303" y="1042787"/>
                  </a:lnTo>
                  <a:lnTo>
                    <a:pt x="126650" y="1080993"/>
                  </a:lnTo>
                  <a:lnTo>
                    <a:pt x="154429" y="1117346"/>
                  </a:lnTo>
                  <a:lnTo>
                    <a:pt x="184525" y="1151729"/>
                  </a:lnTo>
                  <a:lnTo>
                    <a:pt x="216822" y="1184026"/>
                  </a:lnTo>
                  <a:lnTo>
                    <a:pt x="251205" y="1214122"/>
                  </a:lnTo>
                  <a:lnTo>
                    <a:pt x="287558" y="1241901"/>
                  </a:lnTo>
                  <a:lnTo>
                    <a:pt x="325764" y="1267248"/>
                  </a:lnTo>
                  <a:lnTo>
                    <a:pt x="365709" y="1290046"/>
                  </a:lnTo>
                  <a:lnTo>
                    <a:pt x="407277" y="1310179"/>
                  </a:lnTo>
                  <a:lnTo>
                    <a:pt x="450351" y="1327533"/>
                  </a:lnTo>
                  <a:lnTo>
                    <a:pt x="494817" y="1341991"/>
                  </a:lnTo>
                  <a:lnTo>
                    <a:pt x="540558" y="1353438"/>
                  </a:lnTo>
                  <a:lnTo>
                    <a:pt x="587458" y="1361757"/>
                  </a:lnTo>
                  <a:lnTo>
                    <a:pt x="635403" y="1366834"/>
                  </a:lnTo>
                  <a:lnTo>
                    <a:pt x="684276" y="1368552"/>
                  </a:lnTo>
                  <a:lnTo>
                    <a:pt x="733148" y="1366834"/>
                  </a:lnTo>
                  <a:lnTo>
                    <a:pt x="781093" y="1361757"/>
                  </a:lnTo>
                  <a:lnTo>
                    <a:pt x="827993" y="1353438"/>
                  </a:lnTo>
                  <a:lnTo>
                    <a:pt x="873734" y="1341991"/>
                  </a:lnTo>
                  <a:lnTo>
                    <a:pt x="918200" y="1327533"/>
                  </a:lnTo>
                  <a:lnTo>
                    <a:pt x="961274" y="1310179"/>
                  </a:lnTo>
                  <a:lnTo>
                    <a:pt x="1002842" y="1290046"/>
                  </a:lnTo>
                  <a:lnTo>
                    <a:pt x="1042787" y="1267248"/>
                  </a:lnTo>
                  <a:lnTo>
                    <a:pt x="1080993" y="1241901"/>
                  </a:lnTo>
                  <a:lnTo>
                    <a:pt x="1117346" y="1214122"/>
                  </a:lnTo>
                  <a:lnTo>
                    <a:pt x="1151729" y="1184026"/>
                  </a:lnTo>
                  <a:lnTo>
                    <a:pt x="1184026" y="1151729"/>
                  </a:lnTo>
                  <a:lnTo>
                    <a:pt x="1214122" y="1117346"/>
                  </a:lnTo>
                  <a:lnTo>
                    <a:pt x="1241901" y="1080993"/>
                  </a:lnTo>
                  <a:lnTo>
                    <a:pt x="1267248" y="1042787"/>
                  </a:lnTo>
                  <a:lnTo>
                    <a:pt x="1290046" y="1002842"/>
                  </a:lnTo>
                  <a:lnTo>
                    <a:pt x="1310179" y="961274"/>
                  </a:lnTo>
                  <a:lnTo>
                    <a:pt x="1327533" y="918200"/>
                  </a:lnTo>
                  <a:lnTo>
                    <a:pt x="1341991" y="873734"/>
                  </a:lnTo>
                  <a:lnTo>
                    <a:pt x="1353438" y="827993"/>
                  </a:lnTo>
                  <a:lnTo>
                    <a:pt x="1361757" y="781093"/>
                  </a:lnTo>
                  <a:lnTo>
                    <a:pt x="1366834" y="733148"/>
                  </a:lnTo>
                  <a:lnTo>
                    <a:pt x="1368552" y="684276"/>
                  </a:lnTo>
                  <a:lnTo>
                    <a:pt x="1366834" y="635403"/>
                  </a:lnTo>
                  <a:lnTo>
                    <a:pt x="1361757" y="587458"/>
                  </a:lnTo>
                  <a:lnTo>
                    <a:pt x="1353438" y="540558"/>
                  </a:lnTo>
                  <a:lnTo>
                    <a:pt x="1341991" y="494817"/>
                  </a:lnTo>
                  <a:lnTo>
                    <a:pt x="1327533" y="450351"/>
                  </a:lnTo>
                  <a:lnTo>
                    <a:pt x="1310179" y="407277"/>
                  </a:lnTo>
                  <a:lnTo>
                    <a:pt x="1290046" y="365709"/>
                  </a:lnTo>
                  <a:lnTo>
                    <a:pt x="1267248" y="325764"/>
                  </a:lnTo>
                  <a:lnTo>
                    <a:pt x="1241901" y="287558"/>
                  </a:lnTo>
                  <a:lnTo>
                    <a:pt x="1214122" y="251205"/>
                  </a:lnTo>
                  <a:lnTo>
                    <a:pt x="1184026" y="216822"/>
                  </a:lnTo>
                  <a:lnTo>
                    <a:pt x="1151729" y="184525"/>
                  </a:lnTo>
                  <a:lnTo>
                    <a:pt x="1117346" y="154429"/>
                  </a:lnTo>
                  <a:lnTo>
                    <a:pt x="1080993" y="126650"/>
                  </a:lnTo>
                  <a:lnTo>
                    <a:pt x="1042787" y="101303"/>
                  </a:lnTo>
                  <a:lnTo>
                    <a:pt x="1002842" y="78505"/>
                  </a:lnTo>
                  <a:lnTo>
                    <a:pt x="961274" y="58372"/>
                  </a:lnTo>
                  <a:lnTo>
                    <a:pt x="918200" y="41018"/>
                  </a:lnTo>
                  <a:lnTo>
                    <a:pt x="873734" y="26560"/>
                  </a:lnTo>
                  <a:lnTo>
                    <a:pt x="827993" y="15113"/>
                  </a:lnTo>
                  <a:lnTo>
                    <a:pt x="781093" y="6794"/>
                  </a:lnTo>
                  <a:lnTo>
                    <a:pt x="733148" y="1717"/>
                  </a:lnTo>
                  <a:lnTo>
                    <a:pt x="684276" y="0"/>
                  </a:lnTo>
                  <a:close/>
                </a:path>
              </a:pathLst>
            </a:custGeom>
            <a:solidFill>
              <a:srgbClr val="ED795B"/>
            </a:solidFill>
          </p:spPr>
          <p:txBody>
            <a:bodyPr wrap="square" lIns="0" tIns="0" rIns="0" bIns="0" rtlCol="0"/>
            <a:lstStyle/>
            <a:p>
              <a:endParaRPr/>
            </a:p>
          </p:txBody>
        </p:sp>
        <p:pic>
          <p:nvPicPr>
            <p:cNvPr id="7" name="object 7"/>
            <p:cNvPicPr/>
            <p:nvPr/>
          </p:nvPicPr>
          <p:blipFill>
            <a:blip r:embed="rId3" cstate="print"/>
            <a:stretch>
              <a:fillRect/>
            </a:stretch>
          </p:blipFill>
          <p:spPr>
            <a:xfrm>
              <a:off x="7626095" y="729995"/>
              <a:ext cx="1277111" cy="1277111"/>
            </a:xfrm>
            <a:prstGeom prst="rect">
              <a:avLst/>
            </a:prstGeom>
          </p:spPr>
        </p:pic>
      </p:grpSp>
    </p:spTree>
    <p:extLst>
      <p:ext uri="{BB962C8B-B14F-4D97-AF65-F5344CB8AC3E}">
        <p14:creationId xmlns:p14="http://schemas.microsoft.com/office/powerpoint/2010/main" val="161595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5086" y="1558035"/>
            <a:ext cx="8022590" cy="300355"/>
          </a:xfrm>
          <a:prstGeom prst="rect">
            <a:avLst/>
          </a:prstGeom>
        </p:spPr>
        <p:txBody>
          <a:bodyPr vert="horz" wrap="square" lIns="0" tIns="12700" rIns="0" bIns="0" rtlCol="0">
            <a:spAutoFit/>
          </a:bodyPr>
          <a:lstStyle/>
          <a:p>
            <a:pPr marL="355600" indent="-342900">
              <a:lnSpc>
                <a:spcPct val="100000"/>
              </a:lnSpc>
              <a:spcBef>
                <a:spcPts val="100"/>
              </a:spcBef>
              <a:buClr>
                <a:srgbClr val="585858"/>
              </a:buClr>
              <a:buFont typeface="Arial MT"/>
              <a:buChar char="●"/>
              <a:tabLst>
                <a:tab pos="354965" algn="l"/>
                <a:tab pos="355600" algn="l"/>
              </a:tabLst>
            </a:pPr>
            <a:r>
              <a:rPr sz="1800" spc="-130" dirty="0">
                <a:solidFill>
                  <a:srgbClr val="585858"/>
                </a:solidFill>
                <a:latin typeface="Trebuchet MS"/>
                <a:cs typeface="Trebuchet MS"/>
              </a:rPr>
              <a:t>Un</a:t>
            </a:r>
            <a:r>
              <a:rPr sz="1800" spc="-145" dirty="0">
                <a:solidFill>
                  <a:srgbClr val="585858"/>
                </a:solidFill>
                <a:latin typeface="Trebuchet MS"/>
                <a:cs typeface="Trebuchet MS"/>
              </a:rPr>
              <a:t> </a:t>
            </a:r>
            <a:r>
              <a:rPr sz="1800" spc="-160" dirty="0">
                <a:solidFill>
                  <a:srgbClr val="585858"/>
                </a:solidFill>
                <a:latin typeface="Trebuchet MS"/>
                <a:cs typeface="Trebuchet MS"/>
              </a:rPr>
              <a:t>projet</a:t>
            </a:r>
            <a:r>
              <a:rPr sz="1800" spc="-145" dirty="0">
                <a:solidFill>
                  <a:srgbClr val="585858"/>
                </a:solidFill>
                <a:latin typeface="Trebuchet MS"/>
                <a:cs typeface="Trebuchet MS"/>
              </a:rPr>
              <a:t> </a:t>
            </a:r>
            <a:r>
              <a:rPr sz="1800" spc="-125" dirty="0">
                <a:solidFill>
                  <a:srgbClr val="585858"/>
                </a:solidFill>
                <a:latin typeface="Trebuchet MS"/>
                <a:cs typeface="Trebuchet MS"/>
              </a:rPr>
              <a:t>informatique</a:t>
            </a:r>
            <a:r>
              <a:rPr sz="1800" spc="-180" dirty="0">
                <a:solidFill>
                  <a:srgbClr val="585858"/>
                </a:solidFill>
                <a:latin typeface="Trebuchet MS"/>
                <a:cs typeface="Trebuchet MS"/>
              </a:rPr>
              <a:t> </a:t>
            </a:r>
            <a:r>
              <a:rPr sz="1800" spc="-100" dirty="0">
                <a:solidFill>
                  <a:srgbClr val="585858"/>
                </a:solidFill>
                <a:latin typeface="Trebuchet MS"/>
                <a:cs typeface="Trebuchet MS"/>
              </a:rPr>
              <a:t>nécessite</a:t>
            </a:r>
            <a:r>
              <a:rPr sz="1800" spc="-165" dirty="0">
                <a:solidFill>
                  <a:srgbClr val="585858"/>
                </a:solidFill>
                <a:latin typeface="Trebuchet MS"/>
                <a:cs typeface="Trebuchet MS"/>
              </a:rPr>
              <a:t> </a:t>
            </a:r>
            <a:r>
              <a:rPr sz="1800" spc="-130" dirty="0">
                <a:solidFill>
                  <a:srgbClr val="585858"/>
                </a:solidFill>
                <a:latin typeface="Trebuchet MS"/>
                <a:cs typeface="Trebuchet MS"/>
              </a:rPr>
              <a:t>une</a:t>
            </a:r>
            <a:r>
              <a:rPr sz="1800" spc="-150" dirty="0">
                <a:solidFill>
                  <a:srgbClr val="585858"/>
                </a:solidFill>
                <a:latin typeface="Trebuchet MS"/>
                <a:cs typeface="Trebuchet MS"/>
              </a:rPr>
              <a:t> </a:t>
            </a:r>
            <a:r>
              <a:rPr sz="1800" spc="-90" dirty="0">
                <a:solidFill>
                  <a:srgbClr val="585858"/>
                </a:solidFill>
                <a:latin typeface="Trebuchet MS"/>
                <a:cs typeface="Trebuchet MS"/>
              </a:rPr>
              <a:t>phase</a:t>
            </a:r>
            <a:r>
              <a:rPr sz="1800" spc="-160" dirty="0">
                <a:solidFill>
                  <a:srgbClr val="585858"/>
                </a:solidFill>
                <a:latin typeface="Trebuchet MS"/>
                <a:cs typeface="Trebuchet MS"/>
              </a:rPr>
              <a:t> </a:t>
            </a:r>
            <a:r>
              <a:rPr sz="1800" spc="-150" dirty="0">
                <a:solidFill>
                  <a:srgbClr val="585858"/>
                </a:solidFill>
                <a:latin typeface="Trebuchet MS"/>
                <a:cs typeface="Trebuchet MS"/>
              </a:rPr>
              <a:t>d’analyse,</a:t>
            </a:r>
            <a:r>
              <a:rPr sz="1800" spc="-155" dirty="0">
                <a:solidFill>
                  <a:srgbClr val="585858"/>
                </a:solidFill>
                <a:latin typeface="Trebuchet MS"/>
                <a:cs typeface="Trebuchet MS"/>
              </a:rPr>
              <a:t> </a:t>
            </a:r>
            <a:r>
              <a:rPr sz="1800" spc="-80" dirty="0">
                <a:solidFill>
                  <a:srgbClr val="585858"/>
                </a:solidFill>
                <a:latin typeface="Trebuchet MS"/>
                <a:cs typeface="Trebuchet MS"/>
              </a:rPr>
              <a:t>suivi</a:t>
            </a:r>
            <a:r>
              <a:rPr sz="1800" spc="-145" dirty="0">
                <a:solidFill>
                  <a:srgbClr val="585858"/>
                </a:solidFill>
                <a:latin typeface="Trebuchet MS"/>
                <a:cs typeface="Trebuchet MS"/>
              </a:rPr>
              <a:t> </a:t>
            </a:r>
            <a:r>
              <a:rPr sz="1800" spc="-170" dirty="0">
                <a:solidFill>
                  <a:srgbClr val="585858"/>
                </a:solidFill>
                <a:latin typeface="Trebuchet MS"/>
                <a:cs typeface="Trebuchet MS"/>
              </a:rPr>
              <a:t>d’une </a:t>
            </a:r>
            <a:r>
              <a:rPr sz="1800" spc="-150" dirty="0">
                <a:solidFill>
                  <a:srgbClr val="585858"/>
                </a:solidFill>
                <a:latin typeface="Trebuchet MS"/>
                <a:cs typeface="Trebuchet MS"/>
              </a:rPr>
              <a:t>étape</a:t>
            </a:r>
            <a:r>
              <a:rPr sz="1800" spc="-155" dirty="0">
                <a:solidFill>
                  <a:srgbClr val="585858"/>
                </a:solidFill>
                <a:latin typeface="Trebuchet MS"/>
                <a:cs typeface="Trebuchet MS"/>
              </a:rPr>
              <a:t> </a:t>
            </a:r>
            <a:r>
              <a:rPr sz="1800" spc="-150" dirty="0">
                <a:solidFill>
                  <a:srgbClr val="585858"/>
                </a:solidFill>
                <a:latin typeface="Trebuchet MS"/>
                <a:cs typeface="Trebuchet MS"/>
              </a:rPr>
              <a:t>de</a:t>
            </a:r>
            <a:r>
              <a:rPr sz="1800" spc="-155" dirty="0">
                <a:solidFill>
                  <a:srgbClr val="585858"/>
                </a:solidFill>
                <a:latin typeface="Trebuchet MS"/>
                <a:cs typeface="Trebuchet MS"/>
              </a:rPr>
              <a:t> </a:t>
            </a:r>
            <a:r>
              <a:rPr sz="1800" spc="-130" dirty="0">
                <a:solidFill>
                  <a:srgbClr val="585858"/>
                </a:solidFill>
                <a:latin typeface="Trebuchet MS"/>
                <a:cs typeface="Trebuchet MS"/>
              </a:rPr>
              <a:t>conception.</a:t>
            </a:r>
            <a:endParaRPr sz="1800" dirty="0">
              <a:latin typeface="Trebuchet MS"/>
              <a:cs typeface="Trebuchet MS"/>
            </a:endParaRPr>
          </a:p>
        </p:txBody>
      </p:sp>
      <p:sp>
        <p:nvSpPr>
          <p:cNvPr id="3" name="object 3"/>
          <p:cNvSpPr txBox="1">
            <a:spLocks noGrp="1"/>
          </p:cNvSpPr>
          <p:nvPr>
            <p:ph type="title"/>
          </p:nvPr>
        </p:nvSpPr>
        <p:spPr>
          <a:xfrm>
            <a:off x="375475" y="519645"/>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spc="5" dirty="0"/>
              <a:t>P</a:t>
            </a:r>
            <a:r>
              <a:rPr spc="5" dirty="0"/>
              <a:t>rojet</a:t>
            </a:r>
            <a:r>
              <a:rPr spc="-45" dirty="0"/>
              <a:t> </a:t>
            </a:r>
            <a:r>
              <a:rPr dirty="0">
                <a:solidFill>
                  <a:srgbClr val="ED795B"/>
                </a:solidFill>
              </a:rPr>
              <a:t>informatique	</a:t>
            </a:r>
          </a:p>
        </p:txBody>
      </p:sp>
      <p:sp>
        <p:nvSpPr>
          <p:cNvPr id="4" name="object 4"/>
          <p:cNvSpPr/>
          <p:nvPr/>
        </p:nvSpPr>
        <p:spPr>
          <a:xfrm>
            <a:off x="4140708" y="2688335"/>
            <a:ext cx="803275" cy="281940"/>
          </a:xfrm>
          <a:custGeom>
            <a:avLst/>
            <a:gdLst/>
            <a:ahLst/>
            <a:cxnLst/>
            <a:rect l="l" t="t" r="r" b="b"/>
            <a:pathLst>
              <a:path w="803275" h="281939">
                <a:moveTo>
                  <a:pt x="662177" y="0"/>
                </a:moveTo>
                <a:lnTo>
                  <a:pt x="662177" y="70484"/>
                </a:lnTo>
                <a:lnTo>
                  <a:pt x="0" y="70484"/>
                </a:lnTo>
                <a:lnTo>
                  <a:pt x="0" y="211455"/>
                </a:lnTo>
                <a:lnTo>
                  <a:pt x="662177" y="211455"/>
                </a:lnTo>
                <a:lnTo>
                  <a:pt x="662177" y="281939"/>
                </a:lnTo>
                <a:lnTo>
                  <a:pt x="803147" y="140969"/>
                </a:lnTo>
                <a:lnTo>
                  <a:pt x="662177" y="0"/>
                </a:lnTo>
                <a:close/>
              </a:path>
            </a:pathLst>
          </a:custGeom>
          <a:solidFill>
            <a:srgbClr val="D7D7D7">
              <a:alpha val="78038"/>
            </a:srgbClr>
          </a:solidFill>
        </p:spPr>
        <p:txBody>
          <a:bodyPr wrap="square" lIns="0" tIns="0" rIns="0" bIns="0" rtlCol="0"/>
          <a:lstStyle/>
          <a:p>
            <a:endParaRPr/>
          </a:p>
        </p:txBody>
      </p:sp>
      <p:sp>
        <p:nvSpPr>
          <p:cNvPr id="5" name="object 5"/>
          <p:cNvSpPr txBox="1"/>
          <p:nvPr/>
        </p:nvSpPr>
        <p:spPr>
          <a:xfrm>
            <a:off x="2376042" y="3483051"/>
            <a:ext cx="1357630"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556479"/>
                </a:solidFill>
                <a:latin typeface="Roboto"/>
                <a:cs typeface="Roboto"/>
              </a:rPr>
              <a:t>ANALYSE</a:t>
            </a:r>
            <a:endParaRPr sz="2400">
              <a:latin typeface="Roboto"/>
              <a:cs typeface="Roboto"/>
            </a:endParaRPr>
          </a:p>
        </p:txBody>
      </p:sp>
      <p:sp>
        <p:nvSpPr>
          <p:cNvPr id="6" name="object 6"/>
          <p:cNvSpPr txBox="1"/>
          <p:nvPr/>
        </p:nvSpPr>
        <p:spPr>
          <a:xfrm>
            <a:off x="5078347" y="3483051"/>
            <a:ext cx="2117323"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556479"/>
                </a:solidFill>
                <a:latin typeface="Roboto"/>
                <a:cs typeface="Roboto"/>
              </a:rPr>
              <a:t>CONCEPTION</a:t>
            </a:r>
            <a:endParaRPr sz="2400" dirty="0">
              <a:latin typeface="Roboto"/>
              <a:cs typeface="Roboto"/>
            </a:endParaRPr>
          </a:p>
        </p:txBody>
      </p:sp>
      <p:pic>
        <p:nvPicPr>
          <p:cNvPr id="7" name="object 7"/>
          <p:cNvPicPr/>
          <p:nvPr/>
        </p:nvPicPr>
        <p:blipFill>
          <a:blip r:embed="rId2" cstate="print"/>
          <a:stretch>
            <a:fillRect/>
          </a:stretch>
        </p:blipFill>
        <p:spPr>
          <a:xfrm>
            <a:off x="2516123" y="2209800"/>
            <a:ext cx="1078991" cy="1080516"/>
          </a:xfrm>
          <a:prstGeom prst="rect">
            <a:avLst/>
          </a:prstGeom>
        </p:spPr>
      </p:pic>
      <p:pic>
        <p:nvPicPr>
          <p:cNvPr id="8" name="object 8"/>
          <p:cNvPicPr/>
          <p:nvPr/>
        </p:nvPicPr>
        <p:blipFill>
          <a:blip r:embed="rId3" cstate="print"/>
          <a:stretch>
            <a:fillRect/>
          </a:stretch>
        </p:blipFill>
        <p:spPr>
          <a:xfrm>
            <a:off x="5489447" y="2209800"/>
            <a:ext cx="1080516" cy="1080516"/>
          </a:xfrm>
          <a:prstGeom prst="rect">
            <a:avLst/>
          </a:prstGeom>
        </p:spPr>
      </p:pic>
    </p:spTree>
    <p:extLst>
      <p:ext uri="{BB962C8B-B14F-4D97-AF65-F5344CB8AC3E}">
        <p14:creationId xmlns:p14="http://schemas.microsoft.com/office/powerpoint/2010/main" val="2192383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8975" y="1406614"/>
            <a:ext cx="8235315" cy="3084195"/>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70" dirty="0">
                <a:solidFill>
                  <a:srgbClr val="585858"/>
                </a:solidFill>
                <a:latin typeface="Trebuchet MS"/>
                <a:cs typeface="Trebuchet MS"/>
              </a:rPr>
              <a:t>Dans</a:t>
            </a:r>
            <a:r>
              <a:rPr sz="1800" spc="-150" dirty="0">
                <a:solidFill>
                  <a:srgbClr val="585858"/>
                </a:solidFill>
                <a:latin typeface="Trebuchet MS"/>
                <a:cs typeface="Trebuchet MS"/>
              </a:rPr>
              <a:t> </a:t>
            </a:r>
            <a:r>
              <a:rPr sz="1800" spc="-155" dirty="0">
                <a:solidFill>
                  <a:srgbClr val="585858"/>
                </a:solidFill>
                <a:latin typeface="Trebuchet MS"/>
                <a:cs typeface="Trebuchet MS"/>
              </a:rPr>
              <a:t>cette</a:t>
            </a:r>
            <a:r>
              <a:rPr sz="1800" spc="-160" dirty="0">
                <a:solidFill>
                  <a:srgbClr val="585858"/>
                </a:solidFill>
                <a:latin typeface="Trebuchet MS"/>
                <a:cs typeface="Trebuchet MS"/>
              </a:rPr>
              <a:t> </a:t>
            </a:r>
            <a:r>
              <a:rPr sz="1800" spc="-130" dirty="0">
                <a:solidFill>
                  <a:srgbClr val="585858"/>
                </a:solidFill>
                <a:latin typeface="Trebuchet MS"/>
                <a:cs typeface="Trebuchet MS"/>
              </a:rPr>
              <a:t>phase,</a:t>
            </a:r>
            <a:r>
              <a:rPr sz="1800" spc="-140" dirty="0">
                <a:solidFill>
                  <a:srgbClr val="585858"/>
                </a:solidFill>
                <a:latin typeface="Trebuchet MS"/>
                <a:cs typeface="Trebuchet MS"/>
              </a:rPr>
              <a:t> </a:t>
            </a:r>
            <a:r>
              <a:rPr sz="1800" spc="-100" dirty="0">
                <a:solidFill>
                  <a:srgbClr val="585858"/>
                </a:solidFill>
                <a:latin typeface="Trebuchet MS"/>
                <a:cs typeface="Trebuchet MS"/>
              </a:rPr>
              <a:t>on</a:t>
            </a:r>
            <a:r>
              <a:rPr sz="1800" spc="-155" dirty="0">
                <a:solidFill>
                  <a:srgbClr val="585858"/>
                </a:solidFill>
                <a:latin typeface="Trebuchet MS"/>
                <a:cs typeface="Trebuchet MS"/>
              </a:rPr>
              <a:t> </a:t>
            </a:r>
            <a:r>
              <a:rPr sz="1800" spc="-130" dirty="0">
                <a:solidFill>
                  <a:srgbClr val="585858"/>
                </a:solidFill>
                <a:latin typeface="Trebuchet MS"/>
                <a:cs typeface="Trebuchet MS"/>
              </a:rPr>
              <a:t>cherche</a:t>
            </a:r>
            <a:r>
              <a:rPr sz="1800" spc="-140" dirty="0">
                <a:solidFill>
                  <a:srgbClr val="585858"/>
                </a:solidFill>
                <a:latin typeface="Trebuchet MS"/>
                <a:cs typeface="Trebuchet MS"/>
              </a:rPr>
              <a:t> </a:t>
            </a:r>
            <a:r>
              <a:rPr sz="1800" spc="-155" dirty="0">
                <a:solidFill>
                  <a:srgbClr val="585858"/>
                </a:solidFill>
                <a:latin typeface="Trebuchet MS"/>
                <a:cs typeface="Trebuchet MS"/>
              </a:rPr>
              <a:t>d’abord</a:t>
            </a:r>
            <a:r>
              <a:rPr sz="1800" spc="-140" dirty="0">
                <a:solidFill>
                  <a:srgbClr val="585858"/>
                </a:solidFill>
                <a:latin typeface="Trebuchet MS"/>
                <a:cs typeface="Trebuchet MS"/>
              </a:rPr>
              <a:t> </a:t>
            </a:r>
            <a:r>
              <a:rPr sz="1800" spc="-110" dirty="0">
                <a:solidFill>
                  <a:srgbClr val="585858"/>
                </a:solidFill>
                <a:latin typeface="Trebuchet MS"/>
                <a:cs typeface="Trebuchet MS"/>
              </a:rPr>
              <a:t>à</a:t>
            </a:r>
            <a:r>
              <a:rPr sz="1800" spc="-155" dirty="0">
                <a:solidFill>
                  <a:srgbClr val="585858"/>
                </a:solidFill>
                <a:latin typeface="Trebuchet MS"/>
                <a:cs typeface="Trebuchet MS"/>
              </a:rPr>
              <a:t> </a:t>
            </a:r>
            <a:r>
              <a:rPr sz="1800" spc="-130" dirty="0">
                <a:solidFill>
                  <a:srgbClr val="585858"/>
                </a:solidFill>
                <a:latin typeface="Trebuchet MS"/>
                <a:cs typeface="Trebuchet MS"/>
              </a:rPr>
              <a:t>bien</a:t>
            </a:r>
            <a:r>
              <a:rPr sz="1800" spc="-165" dirty="0">
                <a:solidFill>
                  <a:srgbClr val="585858"/>
                </a:solidFill>
                <a:latin typeface="Trebuchet MS"/>
                <a:cs typeface="Trebuchet MS"/>
              </a:rPr>
              <a:t> </a:t>
            </a:r>
            <a:r>
              <a:rPr sz="1800" spc="-135" dirty="0">
                <a:solidFill>
                  <a:srgbClr val="585858"/>
                </a:solidFill>
                <a:latin typeface="Trebuchet MS"/>
                <a:cs typeface="Trebuchet MS"/>
              </a:rPr>
              <a:t>comprendre </a:t>
            </a:r>
            <a:r>
              <a:rPr sz="1800" spc="-165" dirty="0">
                <a:solidFill>
                  <a:srgbClr val="585858"/>
                </a:solidFill>
                <a:latin typeface="Trebuchet MS"/>
                <a:cs typeface="Trebuchet MS"/>
              </a:rPr>
              <a:t>et</a:t>
            </a:r>
            <a:r>
              <a:rPr sz="1800" spc="-160" dirty="0">
                <a:solidFill>
                  <a:srgbClr val="585858"/>
                </a:solidFill>
                <a:latin typeface="Trebuchet MS"/>
                <a:cs typeface="Trebuchet MS"/>
              </a:rPr>
              <a:t> </a:t>
            </a:r>
            <a:r>
              <a:rPr sz="1800" spc="-110" dirty="0">
                <a:solidFill>
                  <a:srgbClr val="585858"/>
                </a:solidFill>
                <a:latin typeface="Trebuchet MS"/>
                <a:cs typeface="Trebuchet MS"/>
              </a:rPr>
              <a:t>à</a:t>
            </a:r>
            <a:r>
              <a:rPr sz="1800" spc="-150" dirty="0">
                <a:solidFill>
                  <a:srgbClr val="585858"/>
                </a:solidFill>
                <a:latin typeface="Trebuchet MS"/>
                <a:cs typeface="Trebuchet MS"/>
              </a:rPr>
              <a:t> </a:t>
            </a:r>
            <a:r>
              <a:rPr sz="1800" spc="-140" dirty="0">
                <a:solidFill>
                  <a:srgbClr val="585858"/>
                </a:solidFill>
                <a:latin typeface="Trebuchet MS"/>
                <a:cs typeface="Trebuchet MS"/>
              </a:rPr>
              <a:t>décrire </a:t>
            </a:r>
            <a:r>
              <a:rPr sz="1800" spc="-150" dirty="0">
                <a:solidFill>
                  <a:srgbClr val="585858"/>
                </a:solidFill>
                <a:latin typeface="Trebuchet MS"/>
                <a:cs typeface="Trebuchet MS"/>
              </a:rPr>
              <a:t>de</a:t>
            </a:r>
            <a:r>
              <a:rPr sz="1800" spc="-155" dirty="0">
                <a:solidFill>
                  <a:srgbClr val="585858"/>
                </a:solidFill>
                <a:latin typeface="Trebuchet MS"/>
                <a:cs typeface="Trebuchet MS"/>
              </a:rPr>
              <a:t> </a:t>
            </a:r>
            <a:r>
              <a:rPr sz="1800" spc="-105" dirty="0">
                <a:solidFill>
                  <a:srgbClr val="585858"/>
                </a:solidFill>
                <a:latin typeface="Trebuchet MS"/>
                <a:cs typeface="Trebuchet MS"/>
              </a:rPr>
              <a:t>façon</a:t>
            </a:r>
            <a:r>
              <a:rPr sz="1800" spc="-155" dirty="0">
                <a:solidFill>
                  <a:srgbClr val="585858"/>
                </a:solidFill>
                <a:latin typeface="Trebuchet MS"/>
                <a:cs typeface="Trebuchet MS"/>
              </a:rPr>
              <a:t> </a:t>
            </a:r>
            <a:r>
              <a:rPr sz="1800" spc="-110" dirty="0">
                <a:solidFill>
                  <a:srgbClr val="585858"/>
                </a:solidFill>
                <a:latin typeface="Trebuchet MS"/>
                <a:cs typeface="Trebuchet MS"/>
              </a:rPr>
              <a:t>précise</a:t>
            </a:r>
            <a:r>
              <a:rPr sz="1800" spc="-135" dirty="0">
                <a:solidFill>
                  <a:srgbClr val="585858"/>
                </a:solidFill>
                <a:latin typeface="Trebuchet MS"/>
                <a:cs typeface="Trebuchet MS"/>
              </a:rPr>
              <a:t> </a:t>
            </a:r>
            <a:r>
              <a:rPr sz="1800" spc="-80" dirty="0">
                <a:solidFill>
                  <a:srgbClr val="585858"/>
                </a:solidFill>
                <a:latin typeface="Trebuchet MS"/>
                <a:cs typeface="Trebuchet MS"/>
              </a:rPr>
              <a:t>les</a:t>
            </a:r>
            <a:endParaRPr sz="1800" dirty="0">
              <a:latin typeface="Trebuchet MS"/>
              <a:cs typeface="Trebuchet MS"/>
            </a:endParaRPr>
          </a:p>
          <a:p>
            <a:pPr marL="354965">
              <a:lnSpc>
                <a:spcPct val="100000"/>
              </a:lnSpc>
              <a:spcBef>
                <a:spcPts val="330"/>
              </a:spcBef>
            </a:pPr>
            <a:r>
              <a:rPr sz="1800" spc="-75" dirty="0">
                <a:solidFill>
                  <a:srgbClr val="585858"/>
                </a:solidFill>
                <a:latin typeface="Trebuchet MS"/>
                <a:cs typeface="Trebuchet MS"/>
              </a:rPr>
              <a:t>besoins</a:t>
            </a:r>
            <a:r>
              <a:rPr sz="1800" spc="-165" dirty="0">
                <a:solidFill>
                  <a:srgbClr val="585858"/>
                </a:solidFill>
                <a:latin typeface="Trebuchet MS"/>
                <a:cs typeface="Trebuchet MS"/>
              </a:rPr>
              <a:t> </a:t>
            </a:r>
            <a:r>
              <a:rPr sz="1800" spc="-80" dirty="0">
                <a:solidFill>
                  <a:srgbClr val="585858"/>
                </a:solidFill>
                <a:latin typeface="Trebuchet MS"/>
                <a:cs typeface="Trebuchet MS"/>
              </a:rPr>
              <a:t>des</a:t>
            </a:r>
            <a:r>
              <a:rPr sz="1800" spc="-150" dirty="0">
                <a:solidFill>
                  <a:srgbClr val="585858"/>
                </a:solidFill>
                <a:latin typeface="Trebuchet MS"/>
                <a:cs typeface="Trebuchet MS"/>
              </a:rPr>
              <a:t> </a:t>
            </a:r>
            <a:r>
              <a:rPr sz="1800" spc="-100" dirty="0">
                <a:solidFill>
                  <a:srgbClr val="585858"/>
                </a:solidFill>
                <a:latin typeface="Trebuchet MS"/>
                <a:cs typeface="Trebuchet MS"/>
              </a:rPr>
              <a:t>utilisateurs</a:t>
            </a:r>
            <a:r>
              <a:rPr sz="1800" spc="-175" dirty="0">
                <a:solidFill>
                  <a:srgbClr val="585858"/>
                </a:solidFill>
                <a:latin typeface="Trebuchet MS"/>
                <a:cs typeface="Trebuchet MS"/>
              </a:rPr>
              <a:t> </a:t>
            </a:r>
            <a:r>
              <a:rPr sz="1800" spc="-105" dirty="0">
                <a:solidFill>
                  <a:srgbClr val="585858"/>
                </a:solidFill>
                <a:latin typeface="Trebuchet MS"/>
                <a:cs typeface="Trebuchet MS"/>
              </a:rPr>
              <a:t>ou</a:t>
            </a:r>
            <a:r>
              <a:rPr sz="1800" spc="-155" dirty="0">
                <a:solidFill>
                  <a:srgbClr val="585858"/>
                </a:solidFill>
                <a:latin typeface="Trebuchet MS"/>
                <a:cs typeface="Trebuchet MS"/>
              </a:rPr>
              <a:t> </a:t>
            </a:r>
            <a:r>
              <a:rPr sz="1800" spc="-80" dirty="0">
                <a:solidFill>
                  <a:srgbClr val="585858"/>
                </a:solidFill>
                <a:latin typeface="Trebuchet MS"/>
                <a:cs typeface="Trebuchet MS"/>
              </a:rPr>
              <a:t>des</a:t>
            </a:r>
            <a:r>
              <a:rPr sz="1800" spc="-150" dirty="0">
                <a:solidFill>
                  <a:srgbClr val="585858"/>
                </a:solidFill>
                <a:latin typeface="Trebuchet MS"/>
                <a:cs typeface="Trebuchet MS"/>
              </a:rPr>
              <a:t> </a:t>
            </a:r>
            <a:r>
              <a:rPr sz="1800" spc="-90" dirty="0">
                <a:solidFill>
                  <a:srgbClr val="585858"/>
                </a:solidFill>
                <a:latin typeface="Trebuchet MS"/>
                <a:cs typeface="Trebuchet MS"/>
              </a:rPr>
              <a:t>c</a:t>
            </a:r>
            <a:r>
              <a:rPr sz="1800" spc="-105" dirty="0">
                <a:solidFill>
                  <a:srgbClr val="585858"/>
                </a:solidFill>
                <a:latin typeface="Trebuchet MS"/>
                <a:cs typeface="Trebuchet MS"/>
              </a:rPr>
              <a:t>lient</a:t>
            </a:r>
            <a:r>
              <a:rPr sz="1800" spc="-114" dirty="0">
                <a:solidFill>
                  <a:srgbClr val="585858"/>
                </a:solidFill>
                <a:latin typeface="Trebuchet MS"/>
                <a:cs typeface="Trebuchet MS"/>
              </a:rPr>
              <a:t>s</a:t>
            </a:r>
            <a:r>
              <a:rPr sz="1800" spc="-225" dirty="0">
                <a:solidFill>
                  <a:srgbClr val="585858"/>
                </a:solidFill>
                <a:latin typeface="Trebuchet MS"/>
                <a:cs typeface="Trebuchet MS"/>
              </a:rPr>
              <a:t>.</a:t>
            </a:r>
            <a:endParaRPr sz="1800" dirty="0">
              <a:latin typeface="Trebuchet MS"/>
              <a:cs typeface="Trebuchet MS"/>
            </a:endParaRPr>
          </a:p>
          <a:p>
            <a:pPr marL="812165" lvl="1" indent="-317500">
              <a:lnSpc>
                <a:spcPct val="100000"/>
              </a:lnSpc>
              <a:spcBef>
                <a:spcPts val="1910"/>
              </a:spcBef>
              <a:buChar char="○"/>
              <a:tabLst>
                <a:tab pos="812165" algn="l"/>
                <a:tab pos="812800" algn="l"/>
              </a:tabLst>
            </a:pPr>
            <a:r>
              <a:rPr sz="1400" dirty="0">
                <a:solidFill>
                  <a:srgbClr val="585858"/>
                </a:solidFill>
                <a:latin typeface="Arial MT"/>
                <a:cs typeface="Arial MT"/>
              </a:rPr>
              <a:t>Que</a:t>
            </a:r>
            <a:r>
              <a:rPr sz="1400" spc="-30" dirty="0">
                <a:solidFill>
                  <a:srgbClr val="585858"/>
                </a:solidFill>
                <a:latin typeface="Arial MT"/>
                <a:cs typeface="Arial MT"/>
              </a:rPr>
              <a:t> </a:t>
            </a:r>
            <a:r>
              <a:rPr sz="1400" dirty="0">
                <a:solidFill>
                  <a:srgbClr val="585858"/>
                </a:solidFill>
                <a:latin typeface="Arial MT"/>
                <a:cs typeface="Arial MT"/>
              </a:rPr>
              <a:t>souhaitent-ils</a:t>
            </a:r>
            <a:r>
              <a:rPr sz="1400" spc="-45" dirty="0">
                <a:solidFill>
                  <a:srgbClr val="585858"/>
                </a:solidFill>
                <a:latin typeface="Arial MT"/>
                <a:cs typeface="Arial MT"/>
              </a:rPr>
              <a:t> </a:t>
            </a:r>
            <a:r>
              <a:rPr sz="1400" dirty="0">
                <a:solidFill>
                  <a:srgbClr val="585858"/>
                </a:solidFill>
                <a:latin typeface="Arial MT"/>
                <a:cs typeface="Arial MT"/>
              </a:rPr>
              <a:t>faire</a:t>
            </a:r>
            <a:r>
              <a:rPr sz="1400" spc="-40" dirty="0">
                <a:solidFill>
                  <a:srgbClr val="585858"/>
                </a:solidFill>
                <a:latin typeface="Arial MT"/>
                <a:cs typeface="Arial MT"/>
              </a:rPr>
              <a:t> </a:t>
            </a:r>
            <a:r>
              <a:rPr sz="1400" spc="-5" dirty="0">
                <a:solidFill>
                  <a:srgbClr val="585858"/>
                </a:solidFill>
                <a:latin typeface="Arial MT"/>
                <a:cs typeface="Arial MT"/>
              </a:rPr>
              <a:t>avec</a:t>
            </a:r>
            <a:r>
              <a:rPr sz="1400" spc="-10" dirty="0">
                <a:solidFill>
                  <a:srgbClr val="585858"/>
                </a:solidFill>
                <a:latin typeface="Arial MT"/>
                <a:cs typeface="Arial MT"/>
              </a:rPr>
              <a:t> </a:t>
            </a:r>
            <a:r>
              <a:rPr sz="1400" dirty="0">
                <a:solidFill>
                  <a:srgbClr val="585858"/>
                </a:solidFill>
                <a:latin typeface="Arial MT"/>
                <a:cs typeface="Arial MT"/>
              </a:rPr>
              <a:t>le</a:t>
            </a:r>
            <a:r>
              <a:rPr sz="1400" spc="-20" dirty="0">
                <a:solidFill>
                  <a:srgbClr val="585858"/>
                </a:solidFill>
                <a:latin typeface="Arial MT"/>
                <a:cs typeface="Arial MT"/>
              </a:rPr>
              <a:t> </a:t>
            </a:r>
            <a:r>
              <a:rPr sz="1400" dirty="0">
                <a:solidFill>
                  <a:srgbClr val="585858"/>
                </a:solidFill>
                <a:latin typeface="Arial MT"/>
                <a:cs typeface="Arial MT"/>
              </a:rPr>
              <a:t>logiciel</a:t>
            </a:r>
            <a:r>
              <a:rPr sz="1400" spc="-30" dirty="0">
                <a:solidFill>
                  <a:srgbClr val="585858"/>
                </a:solidFill>
                <a:latin typeface="Arial MT"/>
                <a:cs typeface="Arial MT"/>
              </a:rPr>
              <a:t> </a:t>
            </a:r>
            <a:r>
              <a:rPr sz="1400" dirty="0">
                <a:solidFill>
                  <a:srgbClr val="585858"/>
                </a:solidFill>
                <a:latin typeface="Arial MT"/>
                <a:cs typeface="Arial MT"/>
              </a:rPr>
              <a:t>?</a:t>
            </a:r>
            <a:endParaRPr sz="1400" dirty="0">
              <a:latin typeface="Arial MT"/>
              <a:cs typeface="Arial MT"/>
            </a:endParaRPr>
          </a:p>
          <a:p>
            <a:pPr lvl="1">
              <a:lnSpc>
                <a:spcPct val="100000"/>
              </a:lnSpc>
              <a:spcBef>
                <a:spcPts val="1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dirty="0">
                <a:solidFill>
                  <a:srgbClr val="585858"/>
                </a:solidFill>
                <a:latin typeface="Arial MT"/>
                <a:cs typeface="Arial MT"/>
              </a:rPr>
              <a:t>Quelles</a:t>
            </a:r>
            <a:r>
              <a:rPr sz="1400" spc="-30" dirty="0">
                <a:solidFill>
                  <a:srgbClr val="585858"/>
                </a:solidFill>
                <a:latin typeface="Arial MT"/>
                <a:cs typeface="Arial MT"/>
              </a:rPr>
              <a:t> </a:t>
            </a:r>
            <a:r>
              <a:rPr sz="1400" spc="-5" dirty="0">
                <a:solidFill>
                  <a:srgbClr val="585858"/>
                </a:solidFill>
                <a:latin typeface="Arial MT"/>
                <a:cs typeface="Arial MT"/>
              </a:rPr>
              <a:t>fonctionnalités</a:t>
            </a:r>
            <a:r>
              <a:rPr sz="1400" spc="-50" dirty="0">
                <a:solidFill>
                  <a:srgbClr val="585858"/>
                </a:solidFill>
                <a:latin typeface="Arial MT"/>
                <a:cs typeface="Arial MT"/>
              </a:rPr>
              <a:t> </a:t>
            </a:r>
            <a:r>
              <a:rPr sz="1400" dirty="0">
                <a:solidFill>
                  <a:srgbClr val="585858"/>
                </a:solidFill>
                <a:latin typeface="Arial MT"/>
                <a:cs typeface="Arial MT"/>
              </a:rPr>
              <a:t>veulent-ils</a:t>
            </a:r>
            <a:r>
              <a:rPr sz="1400" spc="-25" dirty="0">
                <a:solidFill>
                  <a:srgbClr val="585858"/>
                </a:solidFill>
                <a:latin typeface="Arial MT"/>
                <a:cs typeface="Arial MT"/>
              </a:rPr>
              <a:t> </a:t>
            </a:r>
            <a:r>
              <a:rPr sz="1400" dirty="0">
                <a:solidFill>
                  <a:srgbClr val="585858"/>
                </a:solidFill>
                <a:latin typeface="Arial MT"/>
                <a:cs typeface="Arial MT"/>
              </a:rPr>
              <a:t>?</a:t>
            </a:r>
            <a:endParaRPr sz="1400" dirty="0">
              <a:latin typeface="Arial MT"/>
              <a:cs typeface="Arial MT"/>
            </a:endParaRPr>
          </a:p>
          <a:p>
            <a:pPr lvl="1">
              <a:lnSpc>
                <a:spcPct val="100000"/>
              </a:lnSpc>
              <a:spcBef>
                <a:spcPts val="2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dirty="0">
                <a:solidFill>
                  <a:srgbClr val="585858"/>
                </a:solidFill>
                <a:latin typeface="Arial MT"/>
                <a:cs typeface="Arial MT"/>
              </a:rPr>
              <a:t>Pour</a:t>
            </a:r>
            <a:r>
              <a:rPr sz="1400" spc="-40" dirty="0">
                <a:solidFill>
                  <a:srgbClr val="585858"/>
                </a:solidFill>
                <a:latin typeface="Arial MT"/>
                <a:cs typeface="Arial MT"/>
              </a:rPr>
              <a:t> </a:t>
            </a:r>
            <a:r>
              <a:rPr sz="1400" dirty="0">
                <a:solidFill>
                  <a:srgbClr val="585858"/>
                </a:solidFill>
                <a:latin typeface="Arial MT"/>
                <a:cs typeface="Arial MT"/>
              </a:rPr>
              <a:t>quel</a:t>
            </a:r>
            <a:r>
              <a:rPr sz="1400" spc="-35" dirty="0">
                <a:solidFill>
                  <a:srgbClr val="585858"/>
                </a:solidFill>
                <a:latin typeface="Arial MT"/>
                <a:cs typeface="Arial MT"/>
              </a:rPr>
              <a:t> </a:t>
            </a:r>
            <a:r>
              <a:rPr sz="1400" dirty="0">
                <a:solidFill>
                  <a:srgbClr val="585858"/>
                </a:solidFill>
                <a:latin typeface="Arial MT"/>
                <a:cs typeface="Arial MT"/>
              </a:rPr>
              <a:t>usage</a:t>
            </a:r>
            <a:r>
              <a:rPr sz="1400" spc="-55" dirty="0">
                <a:solidFill>
                  <a:srgbClr val="585858"/>
                </a:solidFill>
                <a:latin typeface="Arial MT"/>
                <a:cs typeface="Arial MT"/>
              </a:rPr>
              <a:t> </a:t>
            </a:r>
            <a:r>
              <a:rPr sz="1400" dirty="0">
                <a:solidFill>
                  <a:srgbClr val="585858"/>
                </a:solidFill>
                <a:latin typeface="Arial MT"/>
                <a:cs typeface="Arial MT"/>
              </a:rPr>
              <a:t>?</a:t>
            </a:r>
            <a:endParaRPr sz="1400" dirty="0">
              <a:latin typeface="Arial MT"/>
              <a:cs typeface="Arial MT"/>
            </a:endParaRPr>
          </a:p>
          <a:p>
            <a:pPr lvl="1">
              <a:lnSpc>
                <a:spcPct val="100000"/>
              </a:lnSpc>
              <a:spcBef>
                <a:spcPts val="1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spc="-5" dirty="0">
                <a:solidFill>
                  <a:srgbClr val="585858"/>
                </a:solidFill>
                <a:latin typeface="Arial MT"/>
                <a:cs typeface="Arial MT"/>
              </a:rPr>
              <a:t>Comment</a:t>
            </a:r>
            <a:r>
              <a:rPr sz="1400" spc="-45" dirty="0">
                <a:solidFill>
                  <a:srgbClr val="585858"/>
                </a:solidFill>
                <a:latin typeface="Arial MT"/>
                <a:cs typeface="Arial MT"/>
              </a:rPr>
              <a:t> </a:t>
            </a:r>
            <a:r>
              <a:rPr sz="1400" spc="-5" dirty="0">
                <a:solidFill>
                  <a:srgbClr val="585858"/>
                </a:solidFill>
                <a:latin typeface="Arial MT"/>
                <a:cs typeface="Arial MT"/>
              </a:rPr>
              <a:t>l’action</a:t>
            </a:r>
            <a:r>
              <a:rPr sz="1400" spc="-40" dirty="0">
                <a:solidFill>
                  <a:srgbClr val="585858"/>
                </a:solidFill>
                <a:latin typeface="Arial MT"/>
                <a:cs typeface="Arial MT"/>
              </a:rPr>
              <a:t> </a:t>
            </a:r>
            <a:r>
              <a:rPr sz="1400" dirty="0">
                <a:solidFill>
                  <a:srgbClr val="585858"/>
                </a:solidFill>
                <a:latin typeface="Arial MT"/>
                <a:cs typeface="Arial MT"/>
              </a:rPr>
              <a:t>devrait-elle</a:t>
            </a:r>
            <a:r>
              <a:rPr sz="1400" spc="-40" dirty="0">
                <a:solidFill>
                  <a:srgbClr val="585858"/>
                </a:solidFill>
                <a:latin typeface="Arial MT"/>
                <a:cs typeface="Arial MT"/>
              </a:rPr>
              <a:t> </a:t>
            </a:r>
            <a:r>
              <a:rPr sz="1400" dirty="0">
                <a:solidFill>
                  <a:srgbClr val="585858"/>
                </a:solidFill>
                <a:latin typeface="Arial MT"/>
                <a:cs typeface="Arial MT"/>
              </a:rPr>
              <a:t>fonctionner</a:t>
            </a:r>
            <a:r>
              <a:rPr sz="1400" spc="-55" dirty="0">
                <a:solidFill>
                  <a:srgbClr val="585858"/>
                </a:solidFill>
                <a:latin typeface="Arial MT"/>
                <a:cs typeface="Arial MT"/>
              </a:rPr>
              <a:t> </a:t>
            </a:r>
            <a:r>
              <a:rPr sz="1400" dirty="0">
                <a:solidFill>
                  <a:srgbClr val="585858"/>
                </a:solidFill>
                <a:latin typeface="Arial MT"/>
                <a:cs typeface="Arial MT"/>
              </a:rPr>
              <a:t>?</a:t>
            </a:r>
            <a:endParaRPr sz="1400" dirty="0">
              <a:latin typeface="Arial MT"/>
              <a:cs typeface="Arial MT"/>
            </a:endParaRPr>
          </a:p>
          <a:p>
            <a:pPr marL="354965" marR="5080" indent="-342900">
              <a:lnSpc>
                <a:spcPts val="2480"/>
              </a:lnSpc>
              <a:spcBef>
                <a:spcPts val="55"/>
              </a:spcBef>
              <a:buFont typeface="Arial MT"/>
              <a:buChar char="●"/>
              <a:tabLst>
                <a:tab pos="354965" algn="l"/>
                <a:tab pos="355600" algn="l"/>
              </a:tabLst>
            </a:pPr>
            <a:r>
              <a:rPr sz="1800" spc="-155" dirty="0">
                <a:solidFill>
                  <a:srgbClr val="585858"/>
                </a:solidFill>
                <a:latin typeface="Trebuchet MS"/>
                <a:cs typeface="Trebuchet MS"/>
              </a:rPr>
              <a:t>C’est </a:t>
            </a:r>
            <a:r>
              <a:rPr sz="1800" spc="-130" dirty="0">
                <a:solidFill>
                  <a:srgbClr val="585858"/>
                </a:solidFill>
                <a:latin typeface="Trebuchet MS"/>
                <a:cs typeface="Trebuchet MS"/>
              </a:rPr>
              <a:t>ce </a:t>
            </a:r>
            <a:r>
              <a:rPr sz="1800" spc="-160" dirty="0">
                <a:solidFill>
                  <a:srgbClr val="585858"/>
                </a:solidFill>
                <a:latin typeface="Trebuchet MS"/>
                <a:cs typeface="Trebuchet MS"/>
              </a:rPr>
              <a:t>qu’on </a:t>
            </a:r>
            <a:r>
              <a:rPr sz="1800" spc="-140" dirty="0">
                <a:solidFill>
                  <a:srgbClr val="585858"/>
                </a:solidFill>
                <a:latin typeface="Trebuchet MS"/>
                <a:cs typeface="Trebuchet MS"/>
              </a:rPr>
              <a:t>appelle </a:t>
            </a:r>
            <a:r>
              <a:rPr sz="1800" spc="-195" dirty="0">
                <a:solidFill>
                  <a:srgbClr val="585858"/>
                </a:solidFill>
                <a:latin typeface="Trebuchet MS"/>
                <a:cs typeface="Trebuchet MS"/>
              </a:rPr>
              <a:t>« </a:t>
            </a:r>
            <a:r>
              <a:rPr sz="1800" b="1" spc="-155" dirty="0">
                <a:solidFill>
                  <a:srgbClr val="585858"/>
                </a:solidFill>
                <a:latin typeface="Trebuchet MS"/>
                <a:cs typeface="Trebuchet MS"/>
              </a:rPr>
              <a:t>l’analyse </a:t>
            </a:r>
            <a:r>
              <a:rPr sz="1800" b="1" spc="-125" dirty="0">
                <a:solidFill>
                  <a:srgbClr val="585858"/>
                </a:solidFill>
                <a:latin typeface="Trebuchet MS"/>
                <a:cs typeface="Trebuchet MS"/>
              </a:rPr>
              <a:t>des </a:t>
            </a:r>
            <a:r>
              <a:rPr sz="1800" b="1" spc="-120" dirty="0">
                <a:solidFill>
                  <a:srgbClr val="585858"/>
                </a:solidFill>
                <a:latin typeface="Trebuchet MS"/>
                <a:cs typeface="Trebuchet MS"/>
              </a:rPr>
              <a:t>besoins </a:t>
            </a:r>
            <a:r>
              <a:rPr sz="1800" spc="-210" dirty="0">
                <a:solidFill>
                  <a:srgbClr val="585858"/>
                </a:solidFill>
                <a:latin typeface="Trebuchet MS"/>
                <a:cs typeface="Trebuchet MS"/>
              </a:rPr>
              <a:t>». </a:t>
            </a:r>
            <a:r>
              <a:rPr sz="1800" spc="-95" dirty="0">
                <a:solidFill>
                  <a:srgbClr val="585858"/>
                </a:solidFill>
                <a:latin typeface="Trebuchet MS"/>
                <a:cs typeface="Trebuchet MS"/>
              </a:rPr>
              <a:t>Après </a:t>
            </a:r>
            <a:r>
              <a:rPr sz="1800" spc="-114" dirty="0">
                <a:solidFill>
                  <a:srgbClr val="585858"/>
                </a:solidFill>
                <a:latin typeface="Trebuchet MS"/>
                <a:cs typeface="Trebuchet MS"/>
              </a:rPr>
              <a:t>validation </a:t>
            </a:r>
            <a:r>
              <a:rPr sz="1800" spc="-150" dirty="0">
                <a:solidFill>
                  <a:srgbClr val="585858"/>
                </a:solidFill>
                <a:latin typeface="Trebuchet MS"/>
                <a:cs typeface="Trebuchet MS"/>
              </a:rPr>
              <a:t>de </a:t>
            </a:r>
            <a:r>
              <a:rPr sz="1800" spc="-135" dirty="0">
                <a:solidFill>
                  <a:srgbClr val="585858"/>
                </a:solidFill>
                <a:latin typeface="Trebuchet MS"/>
                <a:cs typeface="Trebuchet MS"/>
              </a:rPr>
              <a:t>notre </a:t>
            </a:r>
            <a:r>
              <a:rPr sz="1800" spc="-110" dirty="0">
                <a:solidFill>
                  <a:srgbClr val="585858"/>
                </a:solidFill>
                <a:latin typeface="Trebuchet MS"/>
                <a:cs typeface="Trebuchet MS"/>
              </a:rPr>
              <a:t>compréhension </a:t>
            </a:r>
            <a:r>
              <a:rPr sz="1800" spc="-530" dirty="0">
                <a:solidFill>
                  <a:srgbClr val="585858"/>
                </a:solidFill>
                <a:latin typeface="Trebuchet MS"/>
                <a:cs typeface="Trebuchet MS"/>
              </a:rPr>
              <a:t> </a:t>
            </a:r>
            <a:r>
              <a:rPr sz="1800" spc="-120" dirty="0">
                <a:solidFill>
                  <a:srgbClr val="585858"/>
                </a:solidFill>
                <a:latin typeface="Trebuchet MS"/>
                <a:cs typeface="Trebuchet MS"/>
              </a:rPr>
              <a:t>du</a:t>
            </a:r>
            <a:r>
              <a:rPr sz="1800" spc="-155" dirty="0">
                <a:solidFill>
                  <a:srgbClr val="585858"/>
                </a:solidFill>
                <a:latin typeface="Trebuchet MS"/>
                <a:cs typeface="Trebuchet MS"/>
              </a:rPr>
              <a:t> </a:t>
            </a:r>
            <a:r>
              <a:rPr sz="1800" spc="-125" dirty="0">
                <a:solidFill>
                  <a:srgbClr val="585858"/>
                </a:solidFill>
                <a:latin typeface="Trebuchet MS"/>
                <a:cs typeface="Trebuchet MS"/>
              </a:rPr>
              <a:t>besoin,</a:t>
            </a:r>
            <a:r>
              <a:rPr sz="1800" spc="-160" dirty="0">
                <a:solidFill>
                  <a:srgbClr val="585858"/>
                </a:solidFill>
                <a:latin typeface="Trebuchet MS"/>
                <a:cs typeface="Trebuchet MS"/>
              </a:rPr>
              <a:t> </a:t>
            </a:r>
            <a:r>
              <a:rPr sz="1800" spc="-65" dirty="0">
                <a:solidFill>
                  <a:srgbClr val="585858"/>
                </a:solidFill>
                <a:latin typeface="Trebuchet MS"/>
                <a:cs typeface="Trebuchet MS"/>
              </a:rPr>
              <a:t>nous</a:t>
            </a:r>
            <a:r>
              <a:rPr sz="1800" spc="-145" dirty="0">
                <a:solidFill>
                  <a:srgbClr val="585858"/>
                </a:solidFill>
                <a:latin typeface="Trebuchet MS"/>
                <a:cs typeface="Trebuchet MS"/>
              </a:rPr>
              <a:t> </a:t>
            </a:r>
            <a:r>
              <a:rPr sz="1800" spc="-85" dirty="0">
                <a:solidFill>
                  <a:srgbClr val="585858"/>
                </a:solidFill>
                <a:latin typeface="Trebuchet MS"/>
                <a:cs typeface="Trebuchet MS"/>
              </a:rPr>
              <a:t>imaginons</a:t>
            </a:r>
            <a:r>
              <a:rPr sz="1800" spc="-180" dirty="0">
                <a:solidFill>
                  <a:srgbClr val="585858"/>
                </a:solidFill>
                <a:latin typeface="Trebuchet MS"/>
                <a:cs typeface="Trebuchet MS"/>
              </a:rPr>
              <a:t> </a:t>
            </a:r>
            <a:r>
              <a:rPr sz="1800" spc="-120" dirty="0">
                <a:solidFill>
                  <a:srgbClr val="585858"/>
                </a:solidFill>
                <a:latin typeface="Trebuchet MS"/>
                <a:cs typeface="Trebuchet MS"/>
              </a:rPr>
              <a:t>la</a:t>
            </a:r>
            <a:r>
              <a:rPr sz="1800" spc="-150" dirty="0">
                <a:solidFill>
                  <a:srgbClr val="585858"/>
                </a:solidFill>
                <a:latin typeface="Trebuchet MS"/>
                <a:cs typeface="Trebuchet MS"/>
              </a:rPr>
              <a:t> </a:t>
            </a:r>
            <a:r>
              <a:rPr sz="1800" spc="-114" dirty="0">
                <a:solidFill>
                  <a:srgbClr val="585858"/>
                </a:solidFill>
                <a:latin typeface="Trebuchet MS"/>
                <a:cs typeface="Trebuchet MS"/>
              </a:rPr>
              <a:t>solution.</a:t>
            </a:r>
            <a:r>
              <a:rPr sz="1800" spc="-175" dirty="0">
                <a:solidFill>
                  <a:srgbClr val="585858"/>
                </a:solidFill>
                <a:latin typeface="Trebuchet MS"/>
                <a:cs typeface="Trebuchet MS"/>
              </a:rPr>
              <a:t> </a:t>
            </a:r>
            <a:r>
              <a:rPr sz="1800" spc="-155" dirty="0">
                <a:solidFill>
                  <a:srgbClr val="585858"/>
                </a:solidFill>
                <a:latin typeface="Trebuchet MS"/>
                <a:cs typeface="Trebuchet MS"/>
              </a:rPr>
              <a:t>C’est</a:t>
            </a:r>
            <a:r>
              <a:rPr sz="1800" spc="-150" dirty="0">
                <a:solidFill>
                  <a:srgbClr val="585858"/>
                </a:solidFill>
                <a:latin typeface="Trebuchet MS"/>
                <a:cs typeface="Trebuchet MS"/>
              </a:rPr>
              <a:t> </a:t>
            </a:r>
            <a:r>
              <a:rPr sz="1800" spc="-120" dirty="0">
                <a:solidFill>
                  <a:srgbClr val="585858"/>
                </a:solidFill>
                <a:latin typeface="Trebuchet MS"/>
                <a:cs typeface="Trebuchet MS"/>
              </a:rPr>
              <a:t>la</a:t>
            </a:r>
            <a:r>
              <a:rPr sz="1800" spc="-170" dirty="0">
                <a:solidFill>
                  <a:srgbClr val="585858"/>
                </a:solidFill>
                <a:latin typeface="Trebuchet MS"/>
                <a:cs typeface="Trebuchet MS"/>
              </a:rPr>
              <a:t> </a:t>
            </a:r>
            <a:r>
              <a:rPr sz="1800" spc="-140" dirty="0">
                <a:solidFill>
                  <a:srgbClr val="585858"/>
                </a:solidFill>
                <a:latin typeface="Trebuchet MS"/>
                <a:cs typeface="Trebuchet MS"/>
              </a:rPr>
              <a:t>partie</a:t>
            </a:r>
            <a:r>
              <a:rPr sz="1800" spc="-160" dirty="0">
                <a:solidFill>
                  <a:srgbClr val="585858"/>
                </a:solidFill>
                <a:latin typeface="Trebuchet MS"/>
                <a:cs typeface="Trebuchet MS"/>
              </a:rPr>
              <a:t> </a:t>
            </a:r>
            <a:r>
              <a:rPr sz="1800" b="1" spc="-135" dirty="0">
                <a:solidFill>
                  <a:srgbClr val="585858"/>
                </a:solidFill>
                <a:latin typeface="Trebuchet MS"/>
                <a:cs typeface="Trebuchet MS"/>
              </a:rPr>
              <a:t>analyse</a:t>
            </a:r>
            <a:r>
              <a:rPr sz="1800" b="1" spc="-155" dirty="0">
                <a:solidFill>
                  <a:srgbClr val="585858"/>
                </a:solidFill>
                <a:latin typeface="Trebuchet MS"/>
                <a:cs typeface="Trebuchet MS"/>
              </a:rPr>
              <a:t> </a:t>
            </a:r>
            <a:r>
              <a:rPr sz="1800" b="1" spc="-195" dirty="0">
                <a:solidFill>
                  <a:srgbClr val="585858"/>
                </a:solidFill>
                <a:latin typeface="Trebuchet MS"/>
                <a:cs typeface="Trebuchet MS"/>
              </a:rPr>
              <a:t>de</a:t>
            </a:r>
            <a:r>
              <a:rPr sz="1800" b="1" spc="-140" dirty="0">
                <a:solidFill>
                  <a:srgbClr val="585858"/>
                </a:solidFill>
                <a:latin typeface="Trebuchet MS"/>
                <a:cs typeface="Trebuchet MS"/>
              </a:rPr>
              <a:t> </a:t>
            </a:r>
            <a:r>
              <a:rPr sz="1800" b="1" spc="-114" dirty="0">
                <a:solidFill>
                  <a:srgbClr val="585858"/>
                </a:solidFill>
                <a:latin typeface="Trebuchet MS"/>
                <a:cs typeface="Trebuchet MS"/>
              </a:rPr>
              <a:t>la</a:t>
            </a:r>
            <a:r>
              <a:rPr sz="1800" b="1" spc="-145" dirty="0">
                <a:solidFill>
                  <a:srgbClr val="585858"/>
                </a:solidFill>
                <a:latin typeface="Trebuchet MS"/>
                <a:cs typeface="Trebuchet MS"/>
              </a:rPr>
              <a:t> </a:t>
            </a:r>
            <a:r>
              <a:rPr sz="1800" b="1" spc="-140" dirty="0">
                <a:solidFill>
                  <a:srgbClr val="585858"/>
                </a:solidFill>
                <a:latin typeface="Trebuchet MS"/>
                <a:cs typeface="Trebuchet MS"/>
              </a:rPr>
              <a:t>solution</a:t>
            </a:r>
            <a:r>
              <a:rPr sz="1800" spc="-140"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spc="-30" dirty="0"/>
              <a:t>La</a:t>
            </a:r>
            <a:r>
              <a:rPr spc="-20" dirty="0"/>
              <a:t> </a:t>
            </a:r>
            <a:r>
              <a:rPr spc="-5" dirty="0"/>
              <a:t>phase</a:t>
            </a:r>
            <a:r>
              <a:rPr dirty="0"/>
              <a:t> </a:t>
            </a:r>
            <a:r>
              <a:rPr spc="-30" dirty="0"/>
              <a:t>d’</a:t>
            </a:r>
            <a:r>
              <a:rPr spc="-30" dirty="0">
                <a:solidFill>
                  <a:srgbClr val="ED795B"/>
                </a:solidFill>
              </a:rPr>
              <a:t>analyse	</a:t>
            </a:r>
          </a:p>
        </p:txBody>
      </p:sp>
      <p:pic>
        <p:nvPicPr>
          <p:cNvPr id="4" name="object 4"/>
          <p:cNvPicPr/>
          <p:nvPr/>
        </p:nvPicPr>
        <p:blipFill>
          <a:blip r:embed="rId2" cstate="print"/>
          <a:stretch>
            <a:fillRect/>
          </a:stretch>
        </p:blipFill>
        <p:spPr>
          <a:xfrm>
            <a:off x="7232904" y="1905000"/>
            <a:ext cx="1440179" cy="1440180"/>
          </a:xfrm>
          <a:prstGeom prst="rect">
            <a:avLst/>
          </a:prstGeom>
        </p:spPr>
      </p:pic>
    </p:spTree>
    <p:extLst>
      <p:ext uri="{BB962C8B-B14F-4D97-AF65-F5344CB8AC3E}">
        <p14:creationId xmlns:p14="http://schemas.microsoft.com/office/powerpoint/2010/main" val="4121358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3735" y="1376732"/>
            <a:ext cx="8250555" cy="1919605"/>
          </a:xfrm>
          <a:prstGeom prst="rect">
            <a:avLst/>
          </a:prstGeom>
        </p:spPr>
        <p:txBody>
          <a:bodyPr vert="horz" wrap="square" lIns="0" tIns="13335" rIns="0" bIns="0" rtlCol="0">
            <a:spAutoFit/>
          </a:bodyPr>
          <a:lstStyle/>
          <a:p>
            <a:pPr marL="354965" marR="5715" indent="-342900" algn="just">
              <a:lnSpc>
                <a:spcPct val="114999"/>
              </a:lnSpc>
              <a:spcBef>
                <a:spcPts val="105"/>
              </a:spcBef>
              <a:buClr>
                <a:srgbClr val="585858"/>
              </a:buClr>
              <a:buFont typeface="Arial MT"/>
              <a:buChar char="●"/>
              <a:tabLst>
                <a:tab pos="355600" algn="l"/>
              </a:tabLst>
            </a:pPr>
            <a:r>
              <a:rPr sz="1800" spc="-70" dirty="0">
                <a:solidFill>
                  <a:srgbClr val="585858"/>
                </a:solidFill>
                <a:latin typeface="Trebuchet MS"/>
                <a:cs typeface="Trebuchet MS"/>
              </a:rPr>
              <a:t>Dans </a:t>
            </a:r>
            <a:r>
              <a:rPr sz="1800" spc="-155" dirty="0">
                <a:solidFill>
                  <a:srgbClr val="585858"/>
                </a:solidFill>
                <a:latin typeface="Trebuchet MS"/>
                <a:cs typeface="Trebuchet MS"/>
              </a:rPr>
              <a:t>cette </a:t>
            </a:r>
            <a:r>
              <a:rPr sz="1800" spc="-135" dirty="0">
                <a:solidFill>
                  <a:srgbClr val="585858"/>
                </a:solidFill>
                <a:latin typeface="Trebuchet MS"/>
                <a:cs typeface="Trebuchet MS"/>
              </a:rPr>
              <a:t>phase, </a:t>
            </a:r>
            <a:r>
              <a:rPr sz="1800" spc="-100" dirty="0">
                <a:solidFill>
                  <a:srgbClr val="585858"/>
                </a:solidFill>
                <a:latin typeface="Trebuchet MS"/>
                <a:cs typeface="Trebuchet MS"/>
              </a:rPr>
              <a:t>on </a:t>
            </a:r>
            <a:r>
              <a:rPr sz="1800" spc="-140" dirty="0">
                <a:solidFill>
                  <a:srgbClr val="585858"/>
                </a:solidFill>
                <a:latin typeface="Trebuchet MS"/>
                <a:cs typeface="Trebuchet MS"/>
              </a:rPr>
              <a:t>apporte </a:t>
            </a:r>
            <a:r>
              <a:rPr sz="1800" spc="-85" dirty="0">
                <a:solidFill>
                  <a:srgbClr val="585858"/>
                </a:solidFill>
                <a:latin typeface="Trebuchet MS"/>
                <a:cs typeface="Trebuchet MS"/>
              </a:rPr>
              <a:t>plus </a:t>
            </a:r>
            <a:r>
              <a:rPr sz="1800" spc="-150" dirty="0">
                <a:solidFill>
                  <a:srgbClr val="585858"/>
                </a:solidFill>
                <a:latin typeface="Trebuchet MS"/>
                <a:cs typeface="Trebuchet MS"/>
              </a:rPr>
              <a:t>de </a:t>
            </a:r>
            <a:r>
              <a:rPr sz="1800" spc="-110" dirty="0">
                <a:solidFill>
                  <a:srgbClr val="585858"/>
                </a:solidFill>
                <a:latin typeface="Trebuchet MS"/>
                <a:cs typeface="Trebuchet MS"/>
              </a:rPr>
              <a:t>détails à </a:t>
            </a:r>
            <a:r>
              <a:rPr sz="1800" spc="-114" dirty="0">
                <a:solidFill>
                  <a:srgbClr val="585858"/>
                </a:solidFill>
                <a:latin typeface="Trebuchet MS"/>
                <a:cs typeface="Trebuchet MS"/>
              </a:rPr>
              <a:t>la </a:t>
            </a:r>
            <a:r>
              <a:rPr sz="1800" spc="-100" dirty="0">
                <a:solidFill>
                  <a:srgbClr val="585858"/>
                </a:solidFill>
                <a:latin typeface="Trebuchet MS"/>
                <a:cs typeface="Trebuchet MS"/>
              </a:rPr>
              <a:t>solution </a:t>
            </a:r>
            <a:r>
              <a:rPr sz="1800" spc="-165" dirty="0">
                <a:solidFill>
                  <a:srgbClr val="585858"/>
                </a:solidFill>
                <a:latin typeface="Trebuchet MS"/>
                <a:cs typeface="Trebuchet MS"/>
              </a:rPr>
              <a:t>et </a:t>
            </a:r>
            <a:r>
              <a:rPr sz="1800" spc="-100" dirty="0">
                <a:solidFill>
                  <a:srgbClr val="585858"/>
                </a:solidFill>
                <a:latin typeface="Trebuchet MS"/>
                <a:cs typeface="Trebuchet MS"/>
              </a:rPr>
              <a:t>on </a:t>
            </a:r>
            <a:r>
              <a:rPr sz="1800" spc="-130" dirty="0">
                <a:solidFill>
                  <a:srgbClr val="585858"/>
                </a:solidFill>
                <a:latin typeface="Trebuchet MS"/>
                <a:cs typeface="Trebuchet MS"/>
              </a:rPr>
              <a:t>cherche </a:t>
            </a:r>
            <a:r>
              <a:rPr sz="1800" spc="-110" dirty="0">
                <a:solidFill>
                  <a:srgbClr val="585858"/>
                </a:solidFill>
                <a:latin typeface="Trebuchet MS"/>
                <a:cs typeface="Trebuchet MS"/>
              </a:rPr>
              <a:t>à </a:t>
            </a:r>
            <a:r>
              <a:rPr sz="1800" spc="-125" dirty="0">
                <a:solidFill>
                  <a:srgbClr val="585858"/>
                </a:solidFill>
                <a:latin typeface="Trebuchet MS"/>
                <a:cs typeface="Trebuchet MS"/>
              </a:rPr>
              <a:t>clarifier </a:t>
            </a:r>
            <a:r>
              <a:rPr sz="1800" spc="-80" dirty="0">
                <a:solidFill>
                  <a:srgbClr val="585858"/>
                </a:solidFill>
                <a:latin typeface="Trebuchet MS"/>
                <a:cs typeface="Trebuchet MS"/>
              </a:rPr>
              <a:t>des </a:t>
            </a:r>
            <a:r>
              <a:rPr sz="1800" spc="-75" dirty="0">
                <a:solidFill>
                  <a:srgbClr val="585858"/>
                </a:solidFill>
                <a:latin typeface="Trebuchet MS"/>
                <a:cs typeface="Trebuchet MS"/>
              </a:rPr>
              <a:t> </a:t>
            </a:r>
            <a:r>
              <a:rPr sz="1800" spc="-85" dirty="0">
                <a:solidFill>
                  <a:srgbClr val="585858"/>
                </a:solidFill>
                <a:latin typeface="Trebuchet MS"/>
                <a:cs typeface="Trebuchet MS"/>
              </a:rPr>
              <a:t>aspects</a:t>
            </a:r>
            <a:r>
              <a:rPr sz="1800" spc="-130" dirty="0">
                <a:solidFill>
                  <a:srgbClr val="585858"/>
                </a:solidFill>
                <a:latin typeface="Trebuchet MS"/>
                <a:cs typeface="Trebuchet MS"/>
              </a:rPr>
              <a:t> techniques,</a:t>
            </a:r>
            <a:r>
              <a:rPr sz="1800" spc="-145" dirty="0">
                <a:solidFill>
                  <a:srgbClr val="585858"/>
                </a:solidFill>
                <a:latin typeface="Trebuchet MS"/>
                <a:cs typeface="Trebuchet MS"/>
              </a:rPr>
              <a:t> </a:t>
            </a:r>
            <a:r>
              <a:rPr sz="1800" spc="-100" dirty="0">
                <a:solidFill>
                  <a:srgbClr val="585858"/>
                </a:solidFill>
                <a:latin typeface="Trebuchet MS"/>
                <a:cs typeface="Trebuchet MS"/>
              </a:rPr>
              <a:t>tels</a:t>
            </a:r>
            <a:r>
              <a:rPr sz="1800" spc="-130" dirty="0">
                <a:solidFill>
                  <a:srgbClr val="585858"/>
                </a:solidFill>
                <a:latin typeface="Trebuchet MS"/>
                <a:cs typeface="Trebuchet MS"/>
              </a:rPr>
              <a:t> </a:t>
            </a:r>
            <a:r>
              <a:rPr sz="1800" spc="-140" dirty="0">
                <a:solidFill>
                  <a:srgbClr val="585858"/>
                </a:solidFill>
                <a:latin typeface="Trebuchet MS"/>
                <a:cs typeface="Trebuchet MS"/>
              </a:rPr>
              <a:t>que </a:t>
            </a:r>
            <a:r>
              <a:rPr sz="1800" spc="-130" dirty="0">
                <a:solidFill>
                  <a:srgbClr val="585858"/>
                </a:solidFill>
                <a:latin typeface="Trebuchet MS"/>
                <a:cs typeface="Trebuchet MS"/>
              </a:rPr>
              <a:t>l’installation</a:t>
            </a:r>
            <a:r>
              <a:rPr sz="1800" spc="-145" dirty="0">
                <a:solidFill>
                  <a:srgbClr val="585858"/>
                </a:solidFill>
                <a:latin typeface="Trebuchet MS"/>
                <a:cs typeface="Trebuchet MS"/>
              </a:rPr>
              <a:t> </a:t>
            </a:r>
            <a:r>
              <a:rPr sz="1800" spc="-80" dirty="0">
                <a:solidFill>
                  <a:srgbClr val="585858"/>
                </a:solidFill>
                <a:latin typeface="Trebuchet MS"/>
                <a:cs typeface="Trebuchet MS"/>
              </a:rPr>
              <a:t>des</a:t>
            </a:r>
            <a:r>
              <a:rPr sz="1800" spc="-125" dirty="0">
                <a:solidFill>
                  <a:srgbClr val="585858"/>
                </a:solidFill>
                <a:latin typeface="Trebuchet MS"/>
                <a:cs typeface="Trebuchet MS"/>
              </a:rPr>
              <a:t> différentes </a:t>
            </a:r>
            <a:r>
              <a:rPr sz="1800" spc="-110" dirty="0">
                <a:solidFill>
                  <a:srgbClr val="585858"/>
                </a:solidFill>
                <a:latin typeface="Trebuchet MS"/>
                <a:cs typeface="Trebuchet MS"/>
              </a:rPr>
              <a:t>parties</a:t>
            </a:r>
            <a:r>
              <a:rPr sz="1800" spc="-145" dirty="0">
                <a:solidFill>
                  <a:srgbClr val="585858"/>
                </a:solidFill>
                <a:latin typeface="Trebuchet MS"/>
                <a:cs typeface="Trebuchet MS"/>
              </a:rPr>
              <a:t> </a:t>
            </a:r>
            <a:r>
              <a:rPr sz="1800" spc="-105" dirty="0">
                <a:solidFill>
                  <a:srgbClr val="585858"/>
                </a:solidFill>
                <a:latin typeface="Trebuchet MS"/>
                <a:cs typeface="Trebuchet MS"/>
              </a:rPr>
              <a:t>logicielles</a:t>
            </a:r>
            <a:r>
              <a:rPr sz="1800" spc="-130" dirty="0">
                <a:solidFill>
                  <a:srgbClr val="585858"/>
                </a:solidFill>
                <a:latin typeface="Trebuchet MS"/>
                <a:cs typeface="Trebuchet MS"/>
              </a:rPr>
              <a:t> </a:t>
            </a:r>
            <a:r>
              <a:rPr sz="1800" spc="-110" dirty="0">
                <a:solidFill>
                  <a:srgbClr val="585858"/>
                </a:solidFill>
                <a:latin typeface="Trebuchet MS"/>
                <a:cs typeface="Trebuchet MS"/>
              </a:rPr>
              <a:t>à</a:t>
            </a:r>
            <a:r>
              <a:rPr sz="1800" spc="-140" dirty="0">
                <a:solidFill>
                  <a:srgbClr val="585858"/>
                </a:solidFill>
                <a:latin typeface="Trebuchet MS"/>
                <a:cs typeface="Trebuchet MS"/>
              </a:rPr>
              <a:t> </a:t>
            </a:r>
            <a:r>
              <a:rPr sz="1800" spc="-114" dirty="0">
                <a:solidFill>
                  <a:srgbClr val="585858"/>
                </a:solidFill>
                <a:latin typeface="Trebuchet MS"/>
                <a:cs typeface="Trebuchet MS"/>
              </a:rPr>
              <a:t>installer</a:t>
            </a:r>
            <a:r>
              <a:rPr sz="1800" spc="-140" dirty="0">
                <a:solidFill>
                  <a:srgbClr val="585858"/>
                </a:solidFill>
                <a:latin typeface="Trebuchet MS"/>
                <a:cs typeface="Trebuchet MS"/>
              </a:rPr>
              <a:t> </a:t>
            </a:r>
            <a:r>
              <a:rPr sz="1800" spc="-75" dirty="0">
                <a:solidFill>
                  <a:srgbClr val="585858"/>
                </a:solidFill>
                <a:latin typeface="Trebuchet MS"/>
                <a:cs typeface="Trebuchet MS"/>
              </a:rPr>
              <a:t>sur </a:t>
            </a:r>
            <a:r>
              <a:rPr sz="1800" spc="-530" dirty="0">
                <a:solidFill>
                  <a:srgbClr val="585858"/>
                </a:solidFill>
                <a:latin typeface="Trebuchet MS"/>
                <a:cs typeface="Trebuchet MS"/>
              </a:rPr>
              <a:t> </a:t>
            </a:r>
            <a:r>
              <a:rPr sz="1800" spc="-120" dirty="0">
                <a:solidFill>
                  <a:srgbClr val="585858"/>
                </a:solidFill>
                <a:latin typeface="Trebuchet MS"/>
                <a:cs typeface="Trebuchet MS"/>
              </a:rPr>
              <a:t>du</a:t>
            </a:r>
            <a:r>
              <a:rPr sz="1800" spc="-165" dirty="0">
                <a:solidFill>
                  <a:srgbClr val="585858"/>
                </a:solidFill>
                <a:latin typeface="Trebuchet MS"/>
                <a:cs typeface="Trebuchet MS"/>
              </a:rPr>
              <a:t> </a:t>
            </a:r>
            <a:r>
              <a:rPr sz="1800" spc="-155" dirty="0">
                <a:solidFill>
                  <a:srgbClr val="585858"/>
                </a:solidFill>
                <a:latin typeface="Trebuchet MS"/>
                <a:cs typeface="Trebuchet MS"/>
              </a:rPr>
              <a:t>matériel.</a:t>
            </a:r>
            <a:endParaRPr sz="1800" dirty="0">
              <a:latin typeface="Trebuchet MS"/>
              <a:cs typeface="Trebuchet MS"/>
            </a:endParaRPr>
          </a:p>
          <a:p>
            <a:pPr marL="354965" indent="-342900" algn="just">
              <a:lnSpc>
                <a:spcPct val="100000"/>
              </a:lnSpc>
              <a:spcBef>
                <a:spcPts val="320"/>
              </a:spcBef>
              <a:buFont typeface="Arial MT"/>
              <a:buChar char="●"/>
              <a:tabLst>
                <a:tab pos="355600" algn="l"/>
              </a:tabLst>
            </a:pPr>
            <a:r>
              <a:rPr sz="1800" spc="-95" dirty="0">
                <a:solidFill>
                  <a:srgbClr val="585858"/>
                </a:solidFill>
                <a:latin typeface="Trebuchet MS"/>
                <a:cs typeface="Trebuchet MS"/>
              </a:rPr>
              <a:t>Pour</a:t>
            </a:r>
            <a:r>
              <a:rPr sz="1800" spc="-100" dirty="0">
                <a:solidFill>
                  <a:srgbClr val="585858"/>
                </a:solidFill>
                <a:latin typeface="Trebuchet MS"/>
                <a:cs typeface="Trebuchet MS"/>
              </a:rPr>
              <a:t> </a:t>
            </a:r>
            <a:r>
              <a:rPr sz="1800" spc="-120" dirty="0">
                <a:solidFill>
                  <a:srgbClr val="585858"/>
                </a:solidFill>
                <a:latin typeface="Trebuchet MS"/>
                <a:cs typeface="Trebuchet MS"/>
              </a:rPr>
              <a:t>réaliser</a:t>
            </a:r>
            <a:r>
              <a:rPr sz="1800" spc="-95" dirty="0">
                <a:solidFill>
                  <a:srgbClr val="585858"/>
                </a:solidFill>
                <a:latin typeface="Trebuchet MS"/>
                <a:cs typeface="Trebuchet MS"/>
              </a:rPr>
              <a:t> </a:t>
            </a:r>
            <a:r>
              <a:rPr sz="1800" spc="-70" dirty="0">
                <a:solidFill>
                  <a:srgbClr val="585858"/>
                </a:solidFill>
                <a:latin typeface="Trebuchet MS"/>
                <a:cs typeface="Trebuchet MS"/>
              </a:rPr>
              <a:t>ces</a:t>
            </a:r>
            <a:r>
              <a:rPr sz="1800" spc="-95" dirty="0">
                <a:solidFill>
                  <a:srgbClr val="585858"/>
                </a:solidFill>
                <a:latin typeface="Trebuchet MS"/>
                <a:cs typeface="Trebuchet MS"/>
              </a:rPr>
              <a:t> </a:t>
            </a:r>
            <a:r>
              <a:rPr sz="1800" spc="-130" dirty="0">
                <a:solidFill>
                  <a:srgbClr val="585858"/>
                </a:solidFill>
                <a:latin typeface="Trebuchet MS"/>
                <a:cs typeface="Trebuchet MS"/>
              </a:rPr>
              <a:t>deux</a:t>
            </a:r>
            <a:r>
              <a:rPr sz="1800" spc="-100" dirty="0">
                <a:solidFill>
                  <a:srgbClr val="585858"/>
                </a:solidFill>
                <a:latin typeface="Trebuchet MS"/>
                <a:cs typeface="Trebuchet MS"/>
              </a:rPr>
              <a:t> </a:t>
            </a:r>
            <a:r>
              <a:rPr sz="1800" spc="-70" dirty="0">
                <a:solidFill>
                  <a:srgbClr val="585858"/>
                </a:solidFill>
                <a:latin typeface="Trebuchet MS"/>
                <a:cs typeface="Trebuchet MS"/>
              </a:rPr>
              <a:t>phases</a:t>
            </a:r>
            <a:r>
              <a:rPr sz="1800" spc="-95" dirty="0">
                <a:solidFill>
                  <a:srgbClr val="585858"/>
                </a:solidFill>
                <a:latin typeface="Trebuchet MS"/>
                <a:cs typeface="Trebuchet MS"/>
              </a:rPr>
              <a:t> </a:t>
            </a:r>
            <a:r>
              <a:rPr sz="1800" spc="-75" dirty="0">
                <a:solidFill>
                  <a:srgbClr val="585858"/>
                </a:solidFill>
                <a:latin typeface="Trebuchet MS"/>
                <a:cs typeface="Trebuchet MS"/>
              </a:rPr>
              <a:t>dans</a:t>
            </a:r>
            <a:r>
              <a:rPr sz="1800" spc="-95" dirty="0">
                <a:solidFill>
                  <a:srgbClr val="585858"/>
                </a:solidFill>
                <a:latin typeface="Trebuchet MS"/>
                <a:cs typeface="Trebuchet MS"/>
              </a:rPr>
              <a:t> </a:t>
            </a:r>
            <a:r>
              <a:rPr sz="1800" spc="-110" dirty="0">
                <a:solidFill>
                  <a:srgbClr val="585858"/>
                </a:solidFill>
                <a:latin typeface="Trebuchet MS"/>
                <a:cs typeface="Trebuchet MS"/>
              </a:rPr>
              <a:t>un</a:t>
            </a:r>
            <a:r>
              <a:rPr sz="1800" spc="-90" dirty="0">
                <a:solidFill>
                  <a:srgbClr val="585858"/>
                </a:solidFill>
                <a:latin typeface="Trebuchet MS"/>
                <a:cs typeface="Trebuchet MS"/>
              </a:rPr>
              <a:t> </a:t>
            </a:r>
            <a:r>
              <a:rPr sz="1800" spc="-160" dirty="0">
                <a:solidFill>
                  <a:srgbClr val="585858"/>
                </a:solidFill>
                <a:latin typeface="Trebuchet MS"/>
                <a:cs typeface="Trebuchet MS"/>
              </a:rPr>
              <a:t>projet</a:t>
            </a:r>
            <a:r>
              <a:rPr sz="1800" spc="-105" dirty="0">
                <a:solidFill>
                  <a:srgbClr val="585858"/>
                </a:solidFill>
                <a:latin typeface="Trebuchet MS"/>
                <a:cs typeface="Trebuchet MS"/>
              </a:rPr>
              <a:t> </a:t>
            </a:r>
            <a:r>
              <a:rPr sz="1800" spc="-145" dirty="0">
                <a:solidFill>
                  <a:srgbClr val="585858"/>
                </a:solidFill>
                <a:latin typeface="Trebuchet MS"/>
                <a:cs typeface="Trebuchet MS"/>
              </a:rPr>
              <a:t>informatique,</a:t>
            </a:r>
            <a:r>
              <a:rPr sz="1800" spc="-110" dirty="0">
                <a:solidFill>
                  <a:srgbClr val="585858"/>
                </a:solidFill>
                <a:latin typeface="Trebuchet MS"/>
                <a:cs typeface="Trebuchet MS"/>
              </a:rPr>
              <a:t> </a:t>
            </a:r>
            <a:r>
              <a:rPr sz="1800" spc="-65" dirty="0">
                <a:solidFill>
                  <a:srgbClr val="585858"/>
                </a:solidFill>
                <a:latin typeface="Trebuchet MS"/>
                <a:cs typeface="Trebuchet MS"/>
              </a:rPr>
              <a:t>nous</a:t>
            </a:r>
            <a:r>
              <a:rPr sz="1800" spc="-95" dirty="0">
                <a:solidFill>
                  <a:srgbClr val="585858"/>
                </a:solidFill>
                <a:latin typeface="Trebuchet MS"/>
                <a:cs typeface="Trebuchet MS"/>
              </a:rPr>
              <a:t> </a:t>
            </a:r>
            <a:r>
              <a:rPr sz="1800" spc="-85" dirty="0">
                <a:solidFill>
                  <a:srgbClr val="585858"/>
                </a:solidFill>
                <a:latin typeface="Trebuchet MS"/>
                <a:cs typeface="Trebuchet MS"/>
              </a:rPr>
              <a:t>utilisons</a:t>
            </a:r>
            <a:r>
              <a:rPr sz="1800" spc="-95" dirty="0">
                <a:solidFill>
                  <a:srgbClr val="585858"/>
                </a:solidFill>
                <a:latin typeface="Trebuchet MS"/>
                <a:cs typeface="Trebuchet MS"/>
              </a:rPr>
              <a:t> </a:t>
            </a:r>
            <a:r>
              <a:rPr sz="1800" spc="-85" dirty="0">
                <a:solidFill>
                  <a:srgbClr val="585858"/>
                </a:solidFill>
                <a:latin typeface="Trebuchet MS"/>
                <a:cs typeface="Trebuchet MS"/>
              </a:rPr>
              <a:t>des</a:t>
            </a:r>
            <a:r>
              <a:rPr sz="1800" spc="-95" dirty="0">
                <a:solidFill>
                  <a:srgbClr val="585858"/>
                </a:solidFill>
                <a:latin typeface="Trebuchet MS"/>
                <a:cs typeface="Trebuchet MS"/>
              </a:rPr>
              <a:t> </a:t>
            </a:r>
            <a:r>
              <a:rPr sz="1800" spc="-145" dirty="0">
                <a:solidFill>
                  <a:srgbClr val="585858"/>
                </a:solidFill>
                <a:latin typeface="Trebuchet MS"/>
                <a:cs typeface="Trebuchet MS"/>
              </a:rPr>
              <a:t>méthodes,</a:t>
            </a:r>
            <a:endParaRPr sz="1800" dirty="0">
              <a:latin typeface="Trebuchet MS"/>
              <a:cs typeface="Trebuchet MS"/>
            </a:endParaRPr>
          </a:p>
          <a:p>
            <a:pPr marL="354965" marR="5715" algn="just">
              <a:lnSpc>
                <a:spcPct val="114999"/>
              </a:lnSpc>
              <a:spcBef>
                <a:spcPts val="5"/>
              </a:spcBef>
            </a:pPr>
            <a:r>
              <a:rPr sz="1800" spc="-80" dirty="0">
                <a:solidFill>
                  <a:srgbClr val="585858"/>
                </a:solidFill>
                <a:latin typeface="Trebuchet MS"/>
                <a:cs typeface="Trebuchet MS"/>
              </a:rPr>
              <a:t>des</a:t>
            </a:r>
            <a:r>
              <a:rPr sz="1800" spc="-75" dirty="0">
                <a:solidFill>
                  <a:srgbClr val="585858"/>
                </a:solidFill>
                <a:latin typeface="Trebuchet MS"/>
                <a:cs typeface="Trebuchet MS"/>
              </a:rPr>
              <a:t> </a:t>
            </a:r>
            <a:r>
              <a:rPr sz="1800" spc="-100" dirty="0">
                <a:solidFill>
                  <a:srgbClr val="585858"/>
                </a:solidFill>
                <a:latin typeface="Trebuchet MS"/>
                <a:cs typeface="Trebuchet MS"/>
              </a:rPr>
              <a:t>conventions</a:t>
            </a:r>
            <a:r>
              <a:rPr sz="1800" spc="-95" dirty="0">
                <a:solidFill>
                  <a:srgbClr val="585858"/>
                </a:solidFill>
                <a:latin typeface="Trebuchet MS"/>
                <a:cs typeface="Trebuchet MS"/>
              </a:rPr>
              <a:t> </a:t>
            </a:r>
            <a:r>
              <a:rPr sz="1800" spc="-170" dirty="0">
                <a:solidFill>
                  <a:srgbClr val="585858"/>
                </a:solidFill>
                <a:latin typeface="Trebuchet MS"/>
                <a:cs typeface="Trebuchet MS"/>
              </a:rPr>
              <a:t>et</a:t>
            </a:r>
            <a:r>
              <a:rPr sz="1800" spc="-165" dirty="0">
                <a:solidFill>
                  <a:srgbClr val="585858"/>
                </a:solidFill>
                <a:latin typeface="Trebuchet MS"/>
                <a:cs typeface="Trebuchet MS"/>
              </a:rPr>
              <a:t> </a:t>
            </a:r>
            <a:r>
              <a:rPr sz="1800" spc="-90" dirty="0">
                <a:solidFill>
                  <a:srgbClr val="585858"/>
                </a:solidFill>
                <a:latin typeface="Trebuchet MS"/>
                <a:cs typeface="Trebuchet MS"/>
              </a:rPr>
              <a:t>des</a:t>
            </a:r>
            <a:r>
              <a:rPr sz="1800" spc="-85" dirty="0">
                <a:solidFill>
                  <a:srgbClr val="585858"/>
                </a:solidFill>
                <a:latin typeface="Trebuchet MS"/>
                <a:cs typeface="Trebuchet MS"/>
              </a:rPr>
              <a:t> </a:t>
            </a:r>
            <a:r>
              <a:rPr sz="1800" spc="-114" dirty="0">
                <a:solidFill>
                  <a:srgbClr val="585858"/>
                </a:solidFill>
                <a:latin typeface="Trebuchet MS"/>
                <a:cs typeface="Trebuchet MS"/>
              </a:rPr>
              <a:t>notations.</a:t>
            </a:r>
            <a:r>
              <a:rPr sz="1800" spc="-110" dirty="0">
                <a:solidFill>
                  <a:srgbClr val="585858"/>
                </a:solidFill>
                <a:latin typeface="Trebuchet MS"/>
                <a:cs typeface="Trebuchet MS"/>
              </a:rPr>
              <a:t> </a:t>
            </a:r>
            <a:r>
              <a:rPr sz="1800" spc="-70" dirty="0">
                <a:solidFill>
                  <a:srgbClr val="585858"/>
                </a:solidFill>
                <a:latin typeface="Trebuchet MS"/>
                <a:cs typeface="Trebuchet MS"/>
              </a:rPr>
              <a:t>UML </a:t>
            </a:r>
            <a:r>
              <a:rPr sz="1800" spc="-125" dirty="0">
                <a:solidFill>
                  <a:srgbClr val="585858"/>
                </a:solidFill>
                <a:latin typeface="Trebuchet MS"/>
                <a:cs typeface="Trebuchet MS"/>
              </a:rPr>
              <a:t>fait</a:t>
            </a:r>
            <a:r>
              <a:rPr sz="1800" spc="-120" dirty="0">
                <a:solidFill>
                  <a:srgbClr val="585858"/>
                </a:solidFill>
                <a:latin typeface="Trebuchet MS"/>
                <a:cs typeface="Trebuchet MS"/>
              </a:rPr>
              <a:t> </a:t>
            </a:r>
            <a:r>
              <a:rPr sz="1800" spc="-140" dirty="0">
                <a:solidFill>
                  <a:srgbClr val="585858"/>
                </a:solidFill>
                <a:latin typeface="Trebuchet MS"/>
                <a:cs typeface="Trebuchet MS"/>
              </a:rPr>
              <a:t>partie</a:t>
            </a:r>
            <a:r>
              <a:rPr sz="1800" spc="-135" dirty="0">
                <a:solidFill>
                  <a:srgbClr val="585858"/>
                </a:solidFill>
                <a:latin typeface="Trebuchet MS"/>
                <a:cs typeface="Trebuchet MS"/>
              </a:rPr>
              <a:t> </a:t>
            </a:r>
            <a:r>
              <a:rPr sz="1800" spc="-80" dirty="0">
                <a:solidFill>
                  <a:srgbClr val="585858"/>
                </a:solidFill>
                <a:latin typeface="Trebuchet MS"/>
                <a:cs typeface="Trebuchet MS"/>
              </a:rPr>
              <a:t>des</a:t>
            </a:r>
            <a:r>
              <a:rPr sz="1800" spc="-75" dirty="0">
                <a:solidFill>
                  <a:srgbClr val="585858"/>
                </a:solidFill>
                <a:latin typeface="Trebuchet MS"/>
                <a:cs typeface="Trebuchet MS"/>
              </a:rPr>
              <a:t> </a:t>
            </a:r>
            <a:r>
              <a:rPr sz="1800" spc="-105" dirty="0">
                <a:solidFill>
                  <a:srgbClr val="585858"/>
                </a:solidFill>
                <a:latin typeface="Trebuchet MS"/>
                <a:cs typeface="Trebuchet MS"/>
              </a:rPr>
              <a:t>notations</a:t>
            </a:r>
            <a:r>
              <a:rPr sz="1800" spc="-100" dirty="0">
                <a:solidFill>
                  <a:srgbClr val="585858"/>
                </a:solidFill>
                <a:latin typeface="Trebuchet MS"/>
                <a:cs typeface="Trebuchet MS"/>
              </a:rPr>
              <a:t> </a:t>
            </a:r>
            <a:r>
              <a:rPr sz="1800" spc="-80" dirty="0">
                <a:solidFill>
                  <a:srgbClr val="585858"/>
                </a:solidFill>
                <a:latin typeface="Trebuchet MS"/>
                <a:cs typeface="Trebuchet MS"/>
              </a:rPr>
              <a:t>les</a:t>
            </a:r>
            <a:r>
              <a:rPr sz="1800" spc="-75" dirty="0">
                <a:solidFill>
                  <a:srgbClr val="585858"/>
                </a:solidFill>
                <a:latin typeface="Trebuchet MS"/>
                <a:cs typeface="Trebuchet MS"/>
              </a:rPr>
              <a:t> </a:t>
            </a:r>
            <a:r>
              <a:rPr sz="1800" spc="-80" dirty="0">
                <a:solidFill>
                  <a:srgbClr val="585858"/>
                </a:solidFill>
                <a:latin typeface="Trebuchet MS"/>
                <a:cs typeface="Trebuchet MS"/>
              </a:rPr>
              <a:t>plus</a:t>
            </a:r>
            <a:r>
              <a:rPr sz="1800" spc="-75" dirty="0">
                <a:solidFill>
                  <a:srgbClr val="585858"/>
                </a:solidFill>
                <a:latin typeface="Trebuchet MS"/>
                <a:cs typeface="Trebuchet MS"/>
              </a:rPr>
              <a:t> </a:t>
            </a:r>
            <a:r>
              <a:rPr sz="1800" spc="-100" dirty="0">
                <a:solidFill>
                  <a:srgbClr val="585858"/>
                </a:solidFill>
                <a:latin typeface="Trebuchet MS"/>
                <a:cs typeface="Trebuchet MS"/>
              </a:rPr>
              <a:t>utilisées </a:t>
            </a:r>
            <a:r>
              <a:rPr sz="1800" spc="-95" dirty="0">
                <a:solidFill>
                  <a:srgbClr val="585858"/>
                </a:solidFill>
                <a:latin typeface="Trebuchet MS"/>
                <a:cs typeface="Trebuchet MS"/>
              </a:rPr>
              <a:t> </a:t>
            </a:r>
            <a:r>
              <a:rPr sz="1800" spc="-160" dirty="0">
                <a:solidFill>
                  <a:srgbClr val="585858"/>
                </a:solidFill>
                <a:latin typeface="Trebuchet MS"/>
                <a:cs typeface="Trebuchet MS"/>
              </a:rPr>
              <a:t>aujourd’hui.</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spc="-30" dirty="0"/>
              <a:t>La</a:t>
            </a:r>
            <a:r>
              <a:rPr spc="-10" dirty="0"/>
              <a:t> </a:t>
            </a:r>
            <a:r>
              <a:rPr spc="-5" dirty="0"/>
              <a:t>phase</a:t>
            </a:r>
            <a:r>
              <a:rPr spc="5" dirty="0"/>
              <a:t> </a:t>
            </a:r>
            <a:r>
              <a:rPr dirty="0"/>
              <a:t>de</a:t>
            </a:r>
            <a:r>
              <a:rPr spc="10" dirty="0"/>
              <a:t> </a:t>
            </a:r>
            <a:r>
              <a:rPr spc="-5" dirty="0">
                <a:solidFill>
                  <a:srgbClr val="ED795B"/>
                </a:solidFill>
              </a:rPr>
              <a:t>conception	</a:t>
            </a:r>
          </a:p>
        </p:txBody>
      </p:sp>
      <p:pic>
        <p:nvPicPr>
          <p:cNvPr id="4" name="object 4"/>
          <p:cNvPicPr/>
          <p:nvPr/>
        </p:nvPicPr>
        <p:blipFill>
          <a:blip r:embed="rId2" cstate="print"/>
          <a:stretch>
            <a:fillRect/>
          </a:stretch>
        </p:blipFill>
        <p:spPr>
          <a:xfrm>
            <a:off x="3852671" y="3020567"/>
            <a:ext cx="1438655" cy="1440180"/>
          </a:xfrm>
          <a:prstGeom prst="rect">
            <a:avLst/>
          </a:prstGeom>
        </p:spPr>
      </p:pic>
    </p:spTree>
    <p:extLst>
      <p:ext uri="{BB962C8B-B14F-4D97-AF65-F5344CB8AC3E}">
        <p14:creationId xmlns:p14="http://schemas.microsoft.com/office/powerpoint/2010/main" val="1611545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2465" y="1344929"/>
            <a:ext cx="8251825" cy="1604010"/>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130" dirty="0">
                <a:solidFill>
                  <a:srgbClr val="585858"/>
                </a:solidFill>
                <a:latin typeface="Trebuchet MS"/>
                <a:cs typeface="Trebuchet MS"/>
              </a:rPr>
              <a:t>UML,</a:t>
            </a:r>
            <a:r>
              <a:rPr sz="1800" spc="85" dirty="0">
                <a:solidFill>
                  <a:srgbClr val="585858"/>
                </a:solidFill>
                <a:latin typeface="Trebuchet MS"/>
                <a:cs typeface="Trebuchet MS"/>
              </a:rPr>
              <a:t> </a:t>
            </a:r>
            <a:r>
              <a:rPr sz="1800" spc="-145" dirty="0">
                <a:solidFill>
                  <a:srgbClr val="585858"/>
                </a:solidFill>
                <a:latin typeface="Trebuchet MS"/>
                <a:cs typeface="Trebuchet MS"/>
              </a:rPr>
              <a:t>c’est</a:t>
            </a:r>
            <a:r>
              <a:rPr sz="1800" spc="70" dirty="0">
                <a:solidFill>
                  <a:srgbClr val="585858"/>
                </a:solidFill>
                <a:latin typeface="Trebuchet MS"/>
                <a:cs typeface="Trebuchet MS"/>
              </a:rPr>
              <a:t> </a:t>
            </a:r>
            <a:r>
              <a:rPr sz="1800" spc="-150" dirty="0">
                <a:solidFill>
                  <a:srgbClr val="585858"/>
                </a:solidFill>
                <a:latin typeface="Trebuchet MS"/>
                <a:cs typeface="Trebuchet MS"/>
              </a:rPr>
              <a:t>l’acronyme</a:t>
            </a:r>
            <a:r>
              <a:rPr sz="1800" spc="70" dirty="0">
                <a:solidFill>
                  <a:srgbClr val="585858"/>
                </a:solidFill>
                <a:latin typeface="Trebuchet MS"/>
                <a:cs typeface="Trebuchet MS"/>
              </a:rPr>
              <a:t> </a:t>
            </a:r>
            <a:r>
              <a:rPr sz="1800" spc="-80" dirty="0">
                <a:solidFill>
                  <a:srgbClr val="585858"/>
                </a:solidFill>
                <a:latin typeface="Trebuchet MS"/>
                <a:cs typeface="Trebuchet MS"/>
              </a:rPr>
              <a:t>anglais</a:t>
            </a:r>
            <a:r>
              <a:rPr sz="1800" spc="75" dirty="0">
                <a:solidFill>
                  <a:srgbClr val="585858"/>
                </a:solidFill>
                <a:latin typeface="Trebuchet MS"/>
                <a:cs typeface="Trebuchet MS"/>
              </a:rPr>
              <a:t> </a:t>
            </a:r>
            <a:r>
              <a:rPr sz="1800" spc="-125" dirty="0">
                <a:solidFill>
                  <a:srgbClr val="585858"/>
                </a:solidFill>
                <a:latin typeface="Trebuchet MS"/>
                <a:cs typeface="Trebuchet MS"/>
              </a:rPr>
              <a:t>pour</a:t>
            </a:r>
            <a:r>
              <a:rPr sz="1800" spc="80" dirty="0">
                <a:solidFill>
                  <a:srgbClr val="585858"/>
                </a:solidFill>
                <a:latin typeface="Trebuchet MS"/>
                <a:cs typeface="Trebuchet MS"/>
              </a:rPr>
              <a:t> </a:t>
            </a:r>
            <a:r>
              <a:rPr sz="1800" spc="-190" dirty="0">
                <a:solidFill>
                  <a:srgbClr val="585858"/>
                </a:solidFill>
                <a:latin typeface="Trebuchet MS"/>
                <a:cs typeface="Trebuchet MS"/>
              </a:rPr>
              <a:t>«</a:t>
            </a:r>
            <a:r>
              <a:rPr sz="1800" spc="75" dirty="0">
                <a:solidFill>
                  <a:srgbClr val="585858"/>
                </a:solidFill>
                <a:latin typeface="Trebuchet MS"/>
                <a:cs typeface="Trebuchet MS"/>
              </a:rPr>
              <a:t> </a:t>
            </a:r>
            <a:r>
              <a:rPr sz="1800" spc="-135" dirty="0">
                <a:solidFill>
                  <a:srgbClr val="585858"/>
                </a:solidFill>
                <a:latin typeface="Trebuchet MS"/>
                <a:cs typeface="Trebuchet MS"/>
              </a:rPr>
              <a:t>Unified</a:t>
            </a:r>
            <a:r>
              <a:rPr sz="1800" spc="75" dirty="0">
                <a:solidFill>
                  <a:srgbClr val="585858"/>
                </a:solidFill>
                <a:latin typeface="Trebuchet MS"/>
                <a:cs typeface="Trebuchet MS"/>
              </a:rPr>
              <a:t> </a:t>
            </a:r>
            <a:r>
              <a:rPr sz="1800" spc="-95" dirty="0">
                <a:solidFill>
                  <a:srgbClr val="585858"/>
                </a:solidFill>
                <a:latin typeface="Trebuchet MS"/>
                <a:cs typeface="Trebuchet MS"/>
              </a:rPr>
              <a:t>Modeling</a:t>
            </a:r>
            <a:r>
              <a:rPr sz="1800" spc="80" dirty="0">
                <a:solidFill>
                  <a:srgbClr val="585858"/>
                </a:solidFill>
                <a:latin typeface="Trebuchet MS"/>
                <a:cs typeface="Trebuchet MS"/>
              </a:rPr>
              <a:t> </a:t>
            </a:r>
            <a:r>
              <a:rPr sz="1800" spc="-100" dirty="0">
                <a:solidFill>
                  <a:srgbClr val="585858"/>
                </a:solidFill>
                <a:latin typeface="Trebuchet MS"/>
                <a:cs typeface="Trebuchet MS"/>
              </a:rPr>
              <a:t>Language</a:t>
            </a:r>
            <a:r>
              <a:rPr sz="1800" spc="65" dirty="0">
                <a:solidFill>
                  <a:srgbClr val="585858"/>
                </a:solidFill>
                <a:latin typeface="Trebuchet MS"/>
                <a:cs typeface="Trebuchet MS"/>
              </a:rPr>
              <a:t> </a:t>
            </a:r>
            <a:r>
              <a:rPr sz="1800" spc="-215" dirty="0">
                <a:solidFill>
                  <a:srgbClr val="585858"/>
                </a:solidFill>
                <a:latin typeface="Trebuchet MS"/>
                <a:cs typeface="Trebuchet MS"/>
              </a:rPr>
              <a:t>».</a:t>
            </a:r>
            <a:r>
              <a:rPr sz="1800" spc="80" dirty="0">
                <a:solidFill>
                  <a:srgbClr val="585858"/>
                </a:solidFill>
                <a:latin typeface="Trebuchet MS"/>
                <a:cs typeface="Trebuchet MS"/>
              </a:rPr>
              <a:t> </a:t>
            </a:r>
            <a:r>
              <a:rPr sz="1800" spc="-155" dirty="0">
                <a:solidFill>
                  <a:srgbClr val="585858"/>
                </a:solidFill>
                <a:latin typeface="Trebuchet MS"/>
                <a:cs typeface="Trebuchet MS"/>
              </a:rPr>
              <a:t>On</a:t>
            </a:r>
            <a:r>
              <a:rPr sz="1800" spc="75" dirty="0">
                <a:solidFill>
                  <a:srgbClr val="585858"/>
                </a:solidFill>
                <a:latin typeface="Trebuchet MS"/>
                <a:cs typeface="Trebuchet MS"/>
              </a:rPr>
              <a:t> </a:t>
            </a:r>
            <a:r>
              <a:rPr sz="1800" spc="-145" dirty="0">
                <a:solidFill>
                  <a:srgbClr val="585858"/>
                </a:solidFill>
                <a:latin typeface="Trebuchet MS"/>
                <a:cs typeface="Trebuchet MS"/>
              </a:rPr>
              <a:t>le</a:t>
            </a:r>
            <a:r>
              <a:rPr sz="1800" spc="60" dirty="0">
                <a:solidFill>
                  <a:srgbClr val="585858"/>
                </a:solidFill>
                <a:latin typeface="Trebuchet MS"/>
                <a:cs typeface="Trebuchet MS"/>
              </a:rPr>
              <a:t> </a:t>
            </a:r>
            <a:r>
              <a:rPr sz="1800" spc="-135" dirty="0">
                <a:solidFill>
                  <a:srgbClr val="585858"/>
                </a:solidFill>
                <a:latin typeface="Trebuchet MS"/>
                <a:cs typeface="Trebuchet MS"/>
              </a:rPr>
              <a:t>traduit</a:t>
            </a:r>
            <a:r>
              <a:rPr sz="1800" spc="75" dirty="0">
                <a:solidFill>
                  <a:srgbClr val="585858"/>
                </a:solidFill>
                <a:latin typeface="Trebuchet MS"/>
                <a:cs typeface="Trebuchet MS"/>
              </a:rPr>
              <a:t> </a:t>
            </a:r>
            <a:r>
              <a:rPr sz="1800" spc="-135" dirty="0">
                <a:solidFill>
                  <a:srgbClr val="585858"/>
                </a:solidFill>
                <a:latin typeface="Trebuchet MS"/>
                <a:cs typeface="Trebuchet MS"/>
              </a:rPr>
              <a:t>par</a:t>
            </a:r>
            <a:r>
              <a:rPr sz="1800" spc="80" dirty="0">
                <a:solidFill>
                  <a:srgbClr val="585858"/>
                </a:solidFill>
                <a:latin typeface="Trebuchet MS"/>
                <a:cs typeface="Trebuchet MS"/>
              </a:rPr>
              <a:t> </a:t>
            </a:r>
            <a:r>
              <a:rPr sz="1800" spc="-190" dirty="0">
                <a:solidFill>
                  <a:srgbClr val="585858"/>
                </a:solidFill>
                <a:latin typeface="Trebuchet MS"/>
                <a:cs typeface="Trebuchet MS"/>
              </a:rPr>
              <a:t>«</a:t>
            </a:r>
            <a:endParaRPr sz="1800" dirty="0">
              <a:latin typeface="Trebuchet MS"/>
              <a:cs typeface="Trebuchet MS"/>
            </a:endParaRPr>
          </a:p>
          <a:p>
            <a:pPr marL="354965">
              <a:lnSpc>
                <a:spcPct val="100000"/>
              </a:lnSpc>
              <a:spcBef>
                <a:spcPts val="330"/>
              </a:spcBef>
            </a:pPr>
            <a:r>
              <a:rPr sz="1800" spc="-95" dirty="0">
                <a:solidFill>
                  <a:srgbClr val="585858"/>
                </a:solidFill>
                <a:latin typeface="Trebuchet MS"/>
                <a:cs typeface="Trebuchet MS"/>
              </a:rPr>
              <a:t>Langage</a:t>
            </a:r>
            <a:r>
              <a:rPr sz="1800" spc="-165"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spc="-114" dirty="0">
                <a:solidFill>
                  <a:srgbClr val="585858"/>
                </a:solidFill>
                <a:latin typeface="Trebuchet MS"/>
                <a:cs typeface="Trebuchet MS"/>
              </a:rPr>
              <a:t>modélisation</a:t>
            </a:r>
            <a:r>
              <a:rPr sz="1800" spc="-190" dirty="0">
                <a:solidFill>
                  <a:srgbClr val="585858"/>
                </a:solidFill>
                <a:latin typeface="Trebuchet MS"/>
                <a:cs typeface="Trebuchet MS"/>
              </a:rPr>
              <a:t> </a:t>
            </a:r>
            <a:r>
              <a:rPr sz="1800" spc="-120" dirty="0">
                <a:solidFill>
                  <a:srgbClr val="585858"/>
                </a:solidFill>
                <a:latin typeface="Trebuchet MS"/>
                <a:cs typeface="Trebuchet MS"/>
              </a:rPr>
              <a:t>unifié</a:t>
            </a:r>
            <a:r>
              <a:rPr sz="1800" spc="-170" dirty="0">
                <a:solidFill>
                  <a:srgbClr val="585858"/>
                </a:solidFill>
                <a:latin typeface="Trebuchet MS"/>
                <a:cs typeface="Trebuchet MS"/>
              </a:rPr>
              <a:t> </a:t>
            </a:r>
            <a:r>
              <a:rPr sz="1800" spc="-210"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20"/>
              </a:spcBef>
              <a:buFont typeface="Arial MT"/>
              <a:buChar char="●"/>
              <a:tabLst>
                <a:tab pos="354965" algn="l"/>
                <a:tab pos="355600" algn="l"/>
              </a:tabLst>
            </a:pPr>
            <a:r>
              <a:rPr sz="1800" spc="-70" dirty="0">
                <a:solidFill>
                  <a:srgbClr val="585858"/>
                </a:solidFill>
                <a:latin typeface="Trebuchet MS"/>
                <a:cs typeface="Trebuchet MS"/>
              </a:rPr>
              <a:t>UML</a:t>
            </a:r>
            <a:r>
              <a:rPr sz="1800" spc="50" dirty="0">
                <a:solidFill>
                  <a:srgbClr val="585858"/>
                </a:solidFill>
                <a:latin typeface="Trebuchet MS"/>
                <a:cs typeface="Trebuchet MS"/>
              </a:rPr>
              <a:t> </a:t>
            </a:r>
            <a:r>
              <a:rPr sz="1800" spc="-95" dirty="0">
                <a:solidFill>
                  <a:srgbClr val="585858"/>
                </a:solidFill>
                <a:latin typeface="Trebuchet MS"/>
                <a:cs typeface="Trebuchet MS"/>
              </a:rPr>
              <a:t>est</a:t>
            </a:r>
            <a:r>
              <a:rPr sz="1800" spc="55" dirty="0">
                <a:solidFill>
                  <a:srgbClr val="585858"/>
                </a:solidFill>
                <a:latin typeface="Trebuchet MS"/>
                <a:cs typeface="Trebuchet MS"/>
              </a:rPr>
              <a:t> </a:t>
            </a:r>
            <a:r>
              <a:rPr sz="1800" spc="-145" dirty="0">
                <a:solidFill>
                  <a:srgbClr val="585858"/>
                </a:solidFill>
                <a:latin typeface="Trebuchet MS"/>
                <a:cs typeface="Trebuchet MS"/>
              </a:rPr>
              <a:t>né</a:t>
            </a:r>
            <a:r>
              <a:rPr sz="1800" spc="45" dirty="0">
                <a:solidFill>
                  <a:srgbClr val="585858"/>
                </a:solidFill>
                <a:latin typeface="Trebuchet MS"/>
                <a:cs typeface="Trebuchet MS"/>
              </a:rPr>
              <a:t> </a:t>
            </a:r>
            <a:r>
              <a:rPr sz="1800" spc="-150" dirty="0">
                <a:solidFill>
                  <a:srgbClr val="585858"/>
                </a:solidFill>
                <a:latin typeface="Trebuchet MS"/>
                <a:cs typeface="Trebuchet MS"/>
              </a:rPr>
              <a:t>de</a:t>
            </a:r>
            <a:r>
              <a:rPr sz="1800" spc="30" dirty="0">
                <a:solidFill>
                  <a:srgbClr val="585858"/>
                </a:solidFill>
                <a:latin typeface="Trebuchet MS"/>
                <a:cs typeface="Trebuchet MS"/>
              </a:rPr>
              <a:t> </a:t>
            </a:r>
            <a:r>
              <a:rPr sz="1800" spc="-120" dirty="0">
                <a:solidFill>
                  <a:srgbClr val="585858"/>
                </a:solidFill>
                <a:latin typeface="Trebuchet MS"/>
                <a:cs typeface="Trebuchet MS"/>
              </a:rPr>
              <a:t>la</a:t>
            </a:r>
            <a:r>
              <a:rPr sz="1800" spc="50" dirty="0">
                <a:solidFill>
                  <a:srgbClr val="585858"/>
                </a:solidFill>
                <a:latin typeface="Trebuchet MS"/>
                <a:cs typeface="Trebuchet MS"/>
              </a:rPr>
              <a:t> </a:t>
            </a:r>
            <a:r>
              <a:rPr sz="1800" spc="-85" dirty="0">
                <a:solidFill>
                  <a:srgbClr val="585858"/>
                </a:solidFill>
                <a:latin typeface="Trebuchet MS"/>
                <a:cs typeface="Trebuchet MS"/>
              </a:rPr>
              <a:t>fusion</a:t>
            </a:r>
            <a:r>
              <a:rPr sz="1800" spc="35" dirty="0">
                <a:solidFill>
                  <a:srgbClr val="585858"/>
                </a:solidFill>
                <a:latin typeface="Trebuchet MS"/>
                <a:cs typeface="Trebuchet MS"/>
              </a:rPr>
              <a:t> </a:t>
            </a:r>
            <a:r>
              <a:rPr sz="1800" spc="-80" dirty="0">
                <a:solidFill>
                  <a:srgbClr val="585858"/>
                </a:solidFill>
                <a:latin typeface="Trebuchet MS"/>
                <a:cs typeface="Trebuchet MS"/>
              </a:rPr>
              <a:t>des</a:t>
            </a:r>
            <a:r>
              <a:rPr sz="1800" spc="60" dirty="0">
                <a:solidFill>
                  <a:srgbClr val="585858"/>
                </a:solidFill>
                <a:latin typeface="Trebuchet MS"/>
                <a:cs typeface="Trebuchet MS"/>
              </a:rPr>
              <a:t> </a:t>
            </a:r>
            <a:r>
              <a:rPr sz="1800" spc="-90" dirty="0">
                <a:solidFill>
                  <a:srgbClr val="585858"/>
                </a:solidFill>
                <a:latin typeface="Trebuchet MS"/>
                <a:cs typeface="Trebuchet MS"/>
              </a:rPr>
              <a:t>trois</a:t>
            </a:r>
            <a:r>
              <a:rPr sz="1800" spc="25" dirty="0">
                <a:solidFill>
                  <a:srgbClr val="585858"/>
                </a:solidFill>
                <a:latin typeface="Trebuchet MS"/>
                <a:cs typeface="Trebuchet MS"/>
              </a:rPr>
              <a:t> </a:t>
            </a:r>
            <a:r>
              <a:rPr sz="1800" spc="-120" dirty="0">
                <a:solidFill>
                  <a:srgbClr val="585858"/>
                </a:solidFill>
                <a:latin typeface="Trebuchet MS"/>
                <a:cs typeface="Trebuchet MS"/>
              </a:rPr>
              <a:t>méthodes</a:t>
            </a:r>
            <a:r>
              <a:rPr sz="1800" spc="55" dirty="0">
                <a:solidFill>
                  <a:srgbClr val="585858"/>
                </a:solidFill>
                <a:latin typeface="Trebuchet MS"/>
                <a:cs typeface="Trebuchet MS"/>
              </a:rPr>
              <a:t> </a:t>
            </a:r>
            <a:r>
              <a:rPr sz="1800" spc="-120" dirty="0">
                <a:solidFill>
                  <a:srgbClr val="585858"/>
                </a:solidFill>
                <a:latin typeface="Trebuchet MS"/>
                <a:cs typeface="Trebuchet MS"/>
              </a:rPr>
              <a:t>qui</a:t>
            </a:r>
            <a:r>
              <a:rPr sz="1800" spc="45" dirty="0">
                <a:solidFill>
                  <a:srgbClr val="585858"/>
                </a:solidFill>
                <a:latin typeface="Trebuchet MS"/>
                <a:cs typeface="Trebuchet MS"/>
              </a:rPr>
              <a:t> </a:t>
            </a:r>
            <a:r>
              <a:rPr sz="1800" spc="-125" dirty="0">
                <a:solidFill>
                  <a:srgbClr val="585858"/>
                </a:solidFill>
                <a:latin typeface="Trebuchet MS"/>
                <a:cs typeface="Trebuchet MS"/>
              </a:rPr>
              <a:t>ont</a:t>
            </a:r>
            <a:r>
              <a:rPr sz="1800" spc="50" dirty="0">
                <a:solidFill>
                  <a:srgbClr val="585858"/>
                </a:solidFill>
                <a:latin typeface="Trebuchet MS"/>
                <a:cs typeface="Trebuchet MS"/>
              </a:rPr>
              <a:t> </a:t>
            </a:r>
            <a:r>
              <a:rPr sz="1800" spc="-125" dirty="0">
                <a:solidFill>
                  <a:srgbClr val="585858"/>
                </a:solidFill>
                <a:latin typeface="Trebuchet MS"/>
                <a:cs typeface="Trebuchet MS"/>
              </a:rPr>
              <a:t>influencé</a:t>
            </a:r>
            <a:r>
              <a:rPr sz="1800" spc="40" dirty="0">
                <a:solidFill>
                  <a:srgbClr val="585858"/>
                </a:solidFill>
                <a:latin typeface="Trebuchet MS"/>
                <a:cs typeface="Trebuchet MS"/>
              </a:rPr>
              <a:t> </a:t>
            </a:r>
            <a:r>
              <a:rPr sz="1800" spc="-125" dirty="0">
                <a:solidFill>
                  <a:srgbClr val="585858"/>
                </a:solidFill>
                <a:latin typeface="Trebuchet MS"/>
                <a:cs typeface="Trebuchet MS"/>
              </a:rPr>
              <a:t>la</a:t>
            </a:r>
            <a:r>
              <a:rPr sz="1800" spc="50" dirty="0">
                <a:solidFill>
                  <a:srgbClr val="585858"/>
                </a:solidFill>
                <a:latin typeface="Trebuchet MS"/>
                <a:cs typeface="Trebuchet MS"/>
              </a:rPr>
              <a:t> </a:t>
            </a:r>
            <a:r>
              <a:rPr sz="1800" spc="-110" dirty="0">
                <a:solidFill>
                  <a:srgbClr val="585858"/>
                </a:solidFill>
                <a:latin typeface="Trebuchet MS"/>
                <a:cs typeface="Trebuchet MS"/>
              </a:rPr>
              <a:t>modélisation</a:t>
            </a:r>
            <a:r>
              <a:rPr sz="1800" spc="45" dirty="0">
                <a:solidFill>
                  <a:srgbClr val="585858"/>
                </a:solidFill>
                <a:latin typeface="Trebuchet MS"/>
                <a:cs typeface="Trebuchet MS"/>
              </a:rPr>
              <a:t> </a:t>
            </a:r>
            <a:r>
              <a:rPr sz="1800" spc="-165" dirty="0">
                <a:solidFill>
                  <a:srgbClr val="585858"/>
                </a:solidFill>
                <a:latin typeface="Trebuchet MS"/>
                <a:cs typeface="Trebuchet MS"/>
              </a:rPr>
              <a:t>objet</a:t>
            </a:r>
            <a:r>
              <a:rPr sz="1800" spc="45" dirty="0">
                <a:solidFill>
                  <a:srgbClr val="585858"/>
                </a:solidFill>
                <a:latin typeface="Trebuchet MS"/>
                <a:cs typeface="Trebuchet MS"/>
              </a:rPr>
              <a:t> </a:t>
            </a:r>
            <a:r>
              <a:rPr sz="1800" spc="-110" dirty="0">
                <a:solidFill>
                  <a:srgbClr val="585858"/>
                </a:solidFill>
                <a:latin typeface="Trebuchet MS"/>
                <a:cs typeface="Trebuchet MS"/>
              </a:rPr>
              <a:t>au</a:t>
            </a:r>
            <a:endParaRPr sz="1800" dirty="0">
              <a:latin typeface="Trebuchet MS"/>
              <a:cs typeface="Trebuchet MS"/>
            </a:endParaRPr>
          </a:p>
          <a:p>
            <a:pPr marL="354965">
              <a:lnSpc>
                <a:spcPct val="100000"/>
              </a:lnSpc>
              <a:spcBef>
                <a:spcPts val="325"/>
              </a:spcBef>
            </a:pPr>
            <a:r>
              <a:rPr sz="1800" spc="-130" dirty="0">
                <a:solidFill>
                  <a:srgbClr val="585858"/>
                </a:solidFill>
                <a:latin typeface="Trebuchet MS"/>
                <a:cs typeface="Trebuchet MS"/>
              </a:rPr>
              <a:t>milieu</a:t>
            </a:r>
            <a:r>
              <a:rPr sz="1800" spc="-195" dirty="0">
                <a:solidFill>
                  <a:srgbClr val="585858"/>
                </a:solidFill>
                <a:latin typeface="Trebuchet MS"/>
                <a:cs typeface="Trebuchet MS"/>
              </a:rPr>
              <a:t> </a:t>
            </a:r>
            <a:r>
              <a:rPr sz="1800" spc="-80" dirty="0">
                <a:solidFill>
                  <a:srgbClr val="585858"/>
                </a:solidFill>
                <a:latin typeface="Trebuchet MS"/>
                <a:cs typeface="Trebuchet MS"/>
              </a:rPr>
              <a:t>des</a:t>
            </a:r>
            <a:r>
              <a:rPr sz="1800" spc="-155" dirty="0">
                <a:solidFill>
                  <a:srgbClr val="585858"/>
                </a:solidFill>
                <a:latin typeface="Trebuchet MS"/>
                <a:cs typeface="Trebuchet MS"/>
              </a:rPr>
              <a:t> </a:t>
            </a:r>
            <a:r>
              <a:rPr sz="1800" spc="-110" dirty="0">
                <a:solidFill>
                  <a:srgbClr val="585858"/>
                </a:solidFill>
                <a:latin typeface="Trebuchet MS"/>
                <a:cs typeface="Trebuchet MS"/>
              </a:rPr>
              <a:t>année</a:t>
            </a:r>
            <a:r>
              <a:rPr sz="1800" spc="-80" dirty="0">
                <a:solidFill>
                  <a:srgbClr val="585858"/>
                </a:solidFill>
                <a:latin typeface="Trebuchet MS"/>
                <a:cs typeface="Trebuchet MS"/>
              </a:rPr>
              <a:t>s</a:t>
            </a:r>
            <a:r>
              <a:rPr sz="1800" spc="-165" dirty="0">
                <a:solidFill>
                  <a:srgbClr val="585858"/>
                </a:solidFill>
                <a:latin typeface="Trebuchet MS"/>
                <a:cs typeface="Trebuchet MS"/>
              </a:rPr>
              <a:t> </a:t>
            </a:r>
            <a:r>
              <a:rPr sz="1800" spc="-70" dirty="0">
                <a:solidFill>
                  <a:srgbClr val="585858"/>
                </a:solidFill>
                <a:latin typeface="Trebuchet MS"/>
                <a:cs typeface="Trebuchet MS"/>
              </a:rPr>
              <a:t>9</a:t>
            </a:r>
            <a:r>
              <a:rPr sz="1800" spc="-65" dirty="0">
                <a:solidFill>
                  <a:srgbClr val="585858"/>
                </a:solidFill>
                <a:latin typeface="Trebuchet MS"/>
                <a:cs typeface="Trebuchet MS"/>
              </a:rPr>
              <a:t>0</a:t>
            </a:r>
            <a:r>
              <a:rPr sz="1800" spc="-165" dirty="0">
                <a:solidFill>
                  <a:srgbClr val="585858"/>
                </a:solidFill>
                <a:latin typeface="Trebuchet MS"/>
                <a:cs typeface="Trebuchet MS"/>
              </a:rPr>
              <a:t> </a:t>
            </a:r>
            <a:r>
              <a:rPr sz="1800" spc="-245" dirty="0">
                <a:solidFill>
                  <a:srgbClr val="585858"/>
                </a:solidFill>
                <a:latin typeface="Trebuchet MS"/>
                <a:cs typeface="Trebuchet MS"/>
              </a:rPr>
              <a:t>:</a:t>
            </a:r>
            <a:r>
              <a:rPr sz="1800" spc="-160" dirty="0">
                <a:solidFill>
                  <a:srgbClr val="585858"/>
                </a:solidFill>
                <a:latin typeface="Trebuchet MS"/>
                <a:cs typeface="Trebuchet MS"/>
              </a:rPr>
              <a:t> </a:t>
            </a:r>
            <a:r>
              <a:rPr sz="1800" spc="-120" dirty="0">
                <a:solidFill>
                  <a:srgbClr val="585858"/>
                </a:solidFill>
                <a:latin typeface="Trebuchet MS"/>
                <a:cs typeface="Trebuchet MS"/>
              </a:rPr>
              <a:t>OM</a:t>
            </a:r>
            <a:r>
              <a:rPr sz="1800" spc="-95" dirty="0">
                <a:solidFill>
                  <a:srgbClr val="585858"/>
                </a:solidFill>
                <a:latin typeface="Trebuchet MS"/>
                <a:cs typeface="Trebuchet MS"/>
              </a:rPr>
              <a:t>T</a:t>
            </a:r>
            <a:r>
              <a:rPr sz="1800" spc="-315" dirty="0">
                <a:solidFill>
                  <a:srgbClr val="585858"/>
                </a:solidFill>
                <a:latin typeface="Trebuchet MS"/>
                <a:cs typeface="Trebuchet MS"/>
              </a:rPr>
              <a:t>,</a:t>
            </a:r>
            <a:r>
              <a:rPr sz="1800" spc="-160" dirty="0">
                <a:solidFill>
                  <a:srgbClr val="585858"/>
                </a:solidFill>
                <a:latin typeface="Trebuchet MS"/>
                <a:cs typeface="Trebuchet MS"/>
              </a:rPr>
              <a:t> </a:t>
            </a:r>
            <a:r>
              <a:rPr sz="1800" spc="-80" dirty="0">
                <a:solidFill>
                  <a:srgbClr val="585858"/>
                </a:solidFill>
                <a:latin typeface="Trebuchet MS"/>
                <a:cs typeface="Trebuchet MS"/>
              </a:rPr>
              <a:t>Booch</a:t>
            </a:r>
            <a:r>
              <a:rPr sz="1800" spc="-155" dirty="0">
                <a:solidFill>
                  <a:srgbClr val="585858"/>
                </a:solidFill>
                <a:latin typeface="Trebuchet MS"/>
                <a:cs typeface="Trebuchet MS"/>
              </a:rPr>
              <a:t> </a:t>
            </a:r>
            <a:r>
              <a:rPr sz="1800" spc="-195" dirty="0">
                <a:solidFill>
                  <a:srgbClr val="585858"/>
                </a:solidFill>
                <a:latin typeface="Trebuchet MS"/>
                <a:cs typeface="Trebuchet MS"/>
              </a:rPr>
              <a:t>e</a:t>
            </a:r>
            <a:r>
              <a:rPr sz="1800" spc="-140" dirty="0">
                <a:solidFill>
                  <a:srgbClr val="585858"/>
                </a:solidFill>
                <a:latin typeface="Trebuchet MS"/>
                <a:cs typeface="Trebuchet MS"/>
              </a:rPr>
              <a:t>t</a:t>
            </a:r>
            <a:r>
              <a:rPr sz="1800" spc="-160" dirty="0">
                <a:solidFill>
                  <a:srgbClr val="585858"/>
                </a:solidFill>
                <a:latin typeface="Trebuchet MS"/>
                <a:cs typeface="Trebuchet MS"/>
              </a:rPr>
              <a:t> </a:t>
            </a:r>
            <a:r>
              <a:rPr sz="1800" spc="-100" dirty="0">
                <a:solidFill>
                  <a:srgbClr val="585858"/>
                </a:solidFill>
                <a:latin typeface="Trebuchet MS"/>
                <a:cs typeface="Trebuchet MS"/>
              </a:rPr>
              <a:t>OOS</a:t>
            </a:r>
            <a:r>
              <a:rPr sz="1800" spc="-80" dirty="0">
                <a:solidFill>
                  <a:srgbClr val="585858"/>
                </a:solidFill>
                <a:latin typeface="Trebuchet MS"/>
                <a:cs typeface="Trebuchet MS"/>
              </a:rPr>
              <a:t>E</a:t>
            </a:r>
            <a:r>
              <a:rPr sz="1800" spc="-225" dirty="0">
                <a:solidFill>
                  <a:srgbClr val="585858"/>
                </a:solidFill>
                <a:latin typeface="Trebuchet MS"/>
                <a:cs typeface="Trebuchet MS"/>
              </a:rPr>
              <a:t>.</a:t>
            </a:r>
            <a:endParaRPr sz="1800" dirty="0">
              <a:latin typeface="Trebuchet MS"/>
              <a:cs typeface="Trebuchet MS"/>
            </a:endParaRPr>
          </a:p>
          <a:p>
            <a:pPr marL="403860" indent="-391795">
              <a:lnSpc>
                <a:spcPct val="100000"/>
              </a:lnSpc>
              <a:spcBef>
                <a:spcPts val="330"/>
              </a:spcBef>
              <a:buFont typeface="Arial MT"/>
              <a:buChar char="●"/>
              <a:tabLst>
                <a:tab pos="403860" algn="l"/>
                <a:tab pos="404495" algn="l"/>
              </a:tabLst>
            </a:pPr>
            <a:r>
              <a:rPr sz="1800" spc="-80" dirty="0">
                <a:solidFill>
                  <a:srgbClr val="585858"/>
                </a:solidFill>
                <a:latin typeface="Trebuchet MS"/>
                <a:cs typeface="Trebuchet MS"/>
              </a:rPr>
              <a:t>I</a:t>
            </a:r>
            <a:r>
              <a:rPr sz="1800" spc="-90" dirty="0">
                <a:solidFill>
                  <a:srgbClr val="585858"/>
                </a:solidFill>
                <a:latin typeface="Trebuchet MS"/>
                <a:cs typeface="Trebuchet MS"/>
              </a:rPr>
              <a:t>l</a:t>
            </a:r>
            <a:r>
              <a:rPr sz="1800" spc="-170" dirty="0">
                <a:solidFill>
                  <a:srgbClr val="585858"/>
                </a:solidFill>
                <a:latin typeface="Trebuchet MS"/>
                <a:cs typeface="Trebuchet MS"/>
              </a:rPr>
              <a:t> </a:t>
            </a:r>
            <a:r>
              <a:rPr sz="1800" spc="-105" dirty="0">
                <a:solidFill>
                  <a:srgbClr val="585858"/>
                </a:solidFill>
                <a:latin typeface="Trebuchet MS"/>
                <a:cs typeface="Trebuchet MS"/>
              </a:rPr>
              <a:t>es</a:t>
            </a:r>
            <a:r>
              <a:rPr sz="1800" spc="-80" dirty="0">
                <a:solidFill>
                  <a:srgbClr val="585858"/>
                </a:solidFill>
                <a:latin typeface="Trebuchet MS"/>
                <a:cs typeface="Trebuchet MS"/>
              </a:rPr>
              <a:t>t</a:t>
            </a:r>
            <a:r>
              <a:rPr sz="1800" spc="-155" dirty="0">
                <a:solidFill>
                  <a:srgbClr val="585858"/>
                </a:solidFill>
                <a:latin typeface="Trebuchet MS"/>
                <a:cs typeface="Trebuchet MS"/>
              </a:rPr>
              <a:t> </a:t>
            </a:r>
            <a:r>
              <a:rPr sz="1800" spc="-100" dirty="0">
                <a:solidFill>
                  <a:srgbClr val="585858"/>
                </a:solidFill>
                <a:latin typeface="Trebuchet MS"/>
                <a:cs typeface="Trebuchet MS"/>
              </a:rPr>
              <a:t>proposé</a:t>
            </a:r>
            <a:r>
              <a:rPr sz="1800" spc="-150" dirty="0">
                <a:solidFill>
                  <a:srgbClr val="585858"/>
                </a:solidFill>
                <a:latin typeface="Trebuchet MS"/>
                <a:cs typeface="Trebuchet MS"/>
              </a:rPr>
              <a:t> </a:t>
            </a:r>
            <a:r>
              <a:rPr sz="1800" spc="-130" dirty="0">
                <a:solidFill>
                  <a:srgbClr val="585858"/>
                </a:solidFill>
                <a:latin typeface="Trebuchet MS"/>
                <a:cs typeface="Trebuchet MS"/>
              </a:rPr>
              <a:t>par</a:t>
            </a:r>
            <a:r>
              <a:rPr sz="1800" spc="-155" dirty="0">
                <a:solidFill>
                  <a:srgbClr val="585858"/>
                </a:solidFill>
                <a:latin typeface="Trebuchet MS"/>
                <a:cs typeface="Trebuchet MS"/>
              </a:rPr>
              <a:t> </a:t>
            </a:r>
            <a:r>
              <a:rPr sz="1800" spc="-245" dirty="0">
                <a:solidFill>
                  <a:srgbClr val="585858"/>
                </a:solidFill>
                <a:latin typeface="Trebuchet MS"/>
                <a:cs typeface="Trebuchet MS"/>
              </a:rPr>
              <a:t>:</a:t>
            </a:r>
            <a:r>
              <a:rPr sz="1800" spc="-160" dirty="0">
                <a:solidFill>
                  <a:srgbClr val="585858"/>
                </a:solidFill>
                <a:latin typeface="Trebuchet MS"/>
                <a:cs typeface="Trebuchet MS"/>
              </a:rPr>
              <a:t> </a:t>
            </a:r>
            <a:r>
              <a:rPr sz="1800" spc="-130" dirty="0">
                <a:solidFill>
                  <a:srgbClr val="585858"/>
                </a:solidFill>
                <a:latin typeface="Trebuchet MS"/>
                <a:cs typeface="Trebuchet MS"/>
              </a:rPr>
              <a:t>Grady</a:t>
            </a:r>
            <a:r>
              <a:rPr sz="1800" spc="-150" dirty="0">
                <a:solidFill>
                  <a:srgbClr val="585858"/>
                </a:solidFill>
                <a:latin typeface="Trebuchet MS"/>
                <a:cs typeface="Trebuchet MS"/>
              </a:rPr>
              <a:t> </a:t>
            </a:r>
            <a:r>
              <a:rPr sz="1800" spc="-80" dirty="0">
                <a:solidFill>
                  <a:srgbClr val="585858"/>
                </a:solidFill>
                <a:latin typeface="Trebuchet MS"/>
                <a:cs typeface="Trebuchet MS"/>
              </a:rPr>
              <a:t>Booc</a:t>
            </a:r>
            <a:r>
              <a:rPr sz="1800" spc="-110" dirty="0">
                <a:solidFill>
                  <a:srgbClr val="585858"/>
                </a:solidFill>
                <a:latin typeface="Trebuchet MS"/>
                <a:cs typeface="Trebuchet MS"/>
              </a:rPr>
              <a:t>h</a:t>
            </a:r>
            <a:r>
              <a:rPr sz="1800" spc="-315" dirty="0">
                <a:solidFill>
                  <a:srgbClr val="585858"/>
                </a:solidFill>
                <a:latin typeface="Trebuchet MS"/>
                <a:cs typeface="Trebuchet MS"/>
              </a:rPr>
              <a:t>,</a:t>
            </a:r>
            <a:r>
              <a:rPr sz="1800" spc="-150" dirty="0">
                <a:solidFill>
                  <a:srgbClr val="585858"/>
                </a:solidFill>
                <a:latin typeface="Trebuchet MS"/>
                <a:cs typeface="Trebuchet MS"/>
              </a:rPr>
              <a:t> </a:t>
            </a:r>
            <a:r>
              <a:rPr sz="1800" dirty="0">
                <a:solidFill>
                  <a:srgbClr val="585858"/>
                </a:solidFill>
                <a:latin typeface="Trebuchet MS"/>
                <a:cs typeface="Trebuchet MS"/>
              </a:rPr>
              <a:t>J</a:t>
            </a:r>
            <a:r>
              <a:rPr sz="1800" spc="-110" dirty="0">
                <a:solidFill>
                  <a:srgbClr val="585858"/>
                </a:solidFill>
                <a:latin typeface="Trebuchet MS"/>
                <a:cs typeface="Trebuchet MS"/>
              </a:rPr>
              <a:t>ame</a:t>
            </a:r>
            <a:r>
              <a:rPr sz="1800" spc="-65" dirty="0">
                <a:solidFill>
                  <a:srgbClr val="585858"/>
                </a:solidFill>
                <a:latin typeface="Trebuchet MS"/>
                <a:cs typeface="Trebuchet MS"/>
              </a:rPr>
              <a:t>s</a:t>
            </a:r>
            <a:r>
              <a:rPr sz="1800" spc="-145" dirty="0">
                <a:solidFill>
                  <a:srgbClr val="585858"/>
                </a:solidFill>
                <a:latin typeface="Trebuchet MS"/>
                <a:cs typeface="Trebuchet MS"/>
              </a:rPr>
              <a:t> </a:t>
            </a:r>
            <a:r>
              <a:rPr sz="1800" spc="-114" dirty="0">
                <a:solidFill>
                  <a:srgbClr val="585858"/>
                </a:solidFill>
                <a:latin typeface="Trebuchet MS"/>
                <a:cs typeface="Trebuchet MS"/>
              </a:rPr>
              <a:t>Rumb</a:t>
            </a:r>
            <a:r>
              <a:rPr sz="1800" spc="-95" dirty="0">
                <a:solidFill>
                  <a:srgbClr val="585858"/>
                </a:solidFill>
                <a:latin typeface="Trebuchet MS"/>
                <a:cs typeface="Trebuchet MS"/>
              </a:rPr>
              <a:t>a</a:t>
            </a:r>
            <a:r>
              <a:rPr sz="1800" spc="-85" dirty="0">
                <a:solidFill>
                  <a:srgbClr val="585858"/>
                </a:solidFill>
                <a:latin typeface="Trebuchet MS"/>
                <a:cs typeface="Trebuchet MS"/>
              </a:rPr>
              <a:t>ugh</a:t>
            </a:r>
            <a:r>
              <a:rPr sz="1800" spc="-160" dirty="0">
                <a:solidFill>
                  <a:srgbClr val="585858"/>
                </a:solidFill>
                <a:latin typeface="Trebuchet MS"/>
                <a:cs typeface="Trebuchet MS"/>
              </a:rPr>
              <a:t> </a:t>
            </a:r>
            <a:r>
              <a:rPr sz="1800" spc="-195" dirty="0">
                <a:solidFill>
                  <a:srgbClr val="585858"/>
                </a:solidFill>
                <a:latin typeface="Trebuchet MS"/>
                <a:cs typeface="Trebuchet MS"/>
              </a:rPr>
              <a:t>e</a:t>
            </a:r>
            <a:r>
              <a:rPr sz="1800" spc="-140" dirty="0">
                <a:solidFill>
                  <a:srgbClr val="585858"/>
                </a:solidFill>
                <a:latin typeface="Trebuchet MS"/>
                <a:cs typeface="Trebuchet MS"/>
              </a:rPr>
              <a:t>t</a:t>
            </a:r>
            <a:r>
              <a:rPr sz="1800" spc="-160" dirty="0">
                <a:solidFill>
                  <a:srgbClr val="585858"/>
                </a:solidFill>
                <a:latin typeface="Trebuchet MS"/>
                <a:cs typeface="Trebuchet MS"/>
              </a:rPr>
              <a:t> </a:t>
            </a:r>
            <a:r>
              <a:rPr sz="1800" spc="-55" dirty="0">
                <a:solidFill>
                  <a:srgbClr val="585858"/>
                </a:solidFill>
                <a:latin typeface="Trebuchet MS"/>
                <a:cs typeface="Trebuchet MS"/>
              </a:rPr>
              <a:t>I</a:t>
            </a:r>
            <a:r>
              <a:rPr sz="1800" spc="-120" dirty="0">
                <a:solidFill>
                  <a:srgbClr val="585858"/>
                </a:solidFill>
                <a:latin typeface="Trebuchet MS"/>
                <a:cs typeface="Trebuchet MS"/>
              </a:rPr>
              <a:t>var</a:t>
            </a:r>
            <a:r>
              <a:rPr sz="1800" spc="-155" dirty="0">
                <a:solidFill>
                  <a:srgbClr val="585858"/>
                </a:solidFill>
                <a:latin typeface="Trebuchet MS"/>
                <a:cs typeface="Trebuchet MS"/>
              </a:rPr>
              <a:t> </a:t>
            </a:r>
            <a:r>
              <a:rPr sz="1800" dirty="0">
                <a:solidFill>
                  <a:srgbClr val="585858"/>
                </a:solidFill>
                <a:latin typeface="Trebuchet MS"/>
                <a:cs typeface="Trebuchet MS"/>
              </a:rPr>
              <a:t>J</a:t>
            </a:r>
            <a:r>
              <a:rPr sz="1800" spc="-80" dirty="0">
                <a:solidFill>
                  <a:srgbClr val="585858"/>
                </a:solidFill>
                <a:latin typeface="Trebuchet MS"/>
                <a:cs typeface="Trebuchet MS"/>
              </a:rPr>
              <a:t>acob</a:t>
            </a:r>
            <a:r>
              <a:rPr sz="1800" spc="-70" dirty="0">
                <a:solidFill>
                  <a:srgbClr val="585858"/>
                </a:solidFill>
                <a:latin typeface="Trebuchet MS"/>
                <a:cs typeface="Trebuchet MS"/>
              </a:rPr>
              <a:t>s</a:t>
            </a:r>
            <a:r>
              <a:rPr sz="1800" spc="-100" dirty="0">
                <a:solidFill>
                  <a:srgbClr val="585858"/>
                </a:solidFill>
                <a:latin typeface="Trebuchet MS"/>
                <a:cs typeface="Trebuchet MS"/>
              </a:rPr>
              <a:t>on</a:t>
            </a:r>
            <a:r>
              <a:rPr sz="1800" spc="-22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spc="-10" dirty="0"/>
              <a:t>L</a:t>
            </a:r>
            <a:r>
              <a:rPr spc="-10" dirty="0"/>
              <a:t>angage</a:t>
            </a:r>
            <a:r>
              <a:rPr spc="-45" dirty="0"/>
              <a:t> </a:t>
            </a:r>
            <a:r>
              <a:rPr spc="-15" dirty="0">
                <a:solidFill>
                  <a:srgbClr val="ED795B"/>
                </a:solidFill>
              </a:rPr>
              <a:t>UML	</a:t>
            </a:r>
          </a:p>
        </p:txBody>
      </p:sp>
      <p:pic>
        <p:nvPicPr>
          <p:cNvPr id="4" name="object 4"/>
          <p:cNvPicPr/>
          <p:nvPr/>
        </p:nvPicPr>
        <p:blipFill>
          <a:blip r:embed="rId2" cstate="print"/>
          <a:stretch>
            <a:fillRect/>
          </a:stretch>
        </p:blipFill>
        <p:spPr>
          <a:xfrm>
            <a:off x="1652016" y="2948939"/>
            <a:ext cx="1143000" cy="1620012"/>
          </a:xfrm>
          <a:prstGeom prst="rect">
            <a:avLst/>
          </a:prstGeom>
        </p:spPr>
      </p:pic>
      <p:pic>
        <p:nvPicPr>
          <p:cNvPr id="5" name="object 5"/>
          <p:cNvPicPr/>
          <p:nvPr/>
        </p:nvPicPr>
        <p:blipFill>
          <a:blip r:embed="rId3" cstate="print"/>
          <a:stretch>
            <a:fillRect/>
          </a:stretch>
        </p:blipFill>
        <p:spPr>
          <a:xfrm>
            <a:off x="3424428" y="2948939"/>
            <a:ext cx="1569720" cy="1620012"/>
          </a:xfrm>
          <a:prstGeom prst="rect">
            <a:avLst/>
          </a:prstGeom>
        </p:spPr>
      </p:pic>
      <p:pic>
        <p:nvPicPr>
          <p:cNvPr id="6" name="object 6"/>
          <p:cNvPicPr/>
          <p:nvPr/>
        </p:nvPicPr>
        <p:blipFill>
          <a:blip r:embed="rId4" cstate="print"/>
          <a:stretch>
            <a:fillRect/>
          </a:stretch>
        </p:blipFill>
        <p:spPr>
          <a:xfrm>
            <a:off x="5827776" y="2948939"/>
            <a:ext cx="1620012" cy="1620012"/>
          </a:xfrm>
          <a:prstGeom prst="rect">
            <a:avLst/>
          </a:prstGeom>
        </p:spPr>
      </p:pic>
    </p:spTree>
    <p:extLst>
      <p:ext uri="{BB962C8B-B14F-4D97-AF65-F5344CB8AC3E}">
        <p14:creationId xmlns:p14="http://schemas.microsoft.com/office/powerpoint/2010/main" val="28121826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1190" y="1364779"/>
            <a:ext cx="8252459" cy="2235200"/>
          </a:xfrm>
          <a:prstGeom prst="rect">
            <a:avLst/>
          </a:prstGeom>
        </p:spPr>
        <p:txBody>
          <a:bodyPr vert="horz" wrap="square" lIns="0" tIns="53975" rIns="0" bIns="0" rtlCol="0">
            <a:spAutoFit/>
          </a:bodyPr>
          <a:lstStyle/>
          <a:p>
            <a:pPr marL="355600" indent="-342900" algn="just">
              <a:lnSpc>
                <a:spcPct val="100000"/>
              </a:lnSpc>
              <a:spcBef>
                <a:spcPts val="425"/>
              </a:spcBef>
              <a:buClr>
                <a:srgbClr val="585858"/>
              </a:buClr>
              <a:buFont typeface="Arial MT"/>
              <a:buChar char="●"/>
              <a:tabLst>
                <a:tab pos="355600" algn="l"/>
              </a:tabLst>
            </a:pPr>
            <a:r>
              <a:rPr sz="1800" spc="-70" dirty="0">
                <a:solidFill>
                  <a:srgbClr val="585858"/>
                </a:solidFill>
                <a:latin typeface="Trebuchet MS"/>
                <a:cs typeface="Trebuchet MS"/>
              </a:rPr>
              <a:t>UML</a:t>
            </a:r>
            <a:r>
              <a:rPr sz="1800" spc="375" dirty="0">
                <a:solidFill>
                  <a:srgbClr val="585858"/>
                </a:solidFill>
                <a:latin typeface="Trebuchet MS"/>
                <a:cs typeface="Trebuchet MS"/>
              </a:rPr>
              <a:t> </a:t>
            </a:r>
            <a:r>
              <a:rPr sz="1800" spc="-95" dirty="0">
                <a:solidFill>
                  <a:srgbClr val="585858"/>
                </a:solidFill>
                <a:latin typeface="Trebuchet MS"/>
                <a:cs typeface="Trebuchet MS"/>
              </a:rPr>
              <a:t>est</a:t>
            </a:r>
            <a:r>
              <a:rPr sz="1800" spc="360" dirty="0">
                <a:solidFill>
                  <a:srgbClr val="585858"/>
                </a:solidFill>
                <a:latin typeface="Trebuchet MS"/>
                <a:cs typeface="Trebuchet MS"/>
              </a:rPr>
              <a:t> </a:t>
            </a:r>
            <a:r>
              <a:rPr sz="1800" spc="-105" dirty="0">
                <a:solidFill>
                  <a:srgbClr val="585858"/>
                </a:solidFill>
                <a:latin typeface="Trebuchet MS"/>
                <a:cs typeface="Trebuchet MS"/>
              </a:rPr>
              <a:t>surtout</a:t>
            </a:r>
            <a:r>
              <a:rPr sz="1800" spc="375" dirty="0">
                <a:solidFill>
                  <a:srgbClr val="585858"/>
                </a:solidFill>
                <a:latin typeface="Trebuchet MS"/>
                <a:cs typeface="Trebuchet MS"/>
              </a:rPr>
              <a:t> </a:t>
            </a:r>
            <a:r>
              <a:rPr sz="1800" spc="-110" dirty="0">
                <a:solidFill>
                  <a:srgbClr val="585858"/>
                </a:solidFill>
                <a:latin typeface="Trebuchet MS"/>
                <a:cs typeface="Trebuchet MS"/>
              </a:rPr>
              <a:t>utilisé</a:t>
            </a:r>
            <a:r>
              <a:rPr sz="1800" spc="350" dirty="0">
                <a:solidFill>
                  <a:srgbClr val="585858"/>
                </a:solidFill>
                <a:latin typeface="Trebuchet MS"/>
                <a:cs typeface="Trebuchet MS"/>
              </a:rPr>
              <a:t> </a:t>
            </a:r>
            <a:r>
              <a:rPr sz="1800" spc="-125" dirty="0">
                <a:solidFill>
                  <a:srgbClr val="585858"/>
                </a:solidFill>
                <a:latin typeface="Trebuchet MS"/>
                <a:cs typeface="Trebuchet MS"/>
              </a:rPr>
              <a:t>lorsqu’on</a:t>
            </a:r>
            <a:r>
              <a:rPr sz="1800" spc="365" dirty="0">
                <a:solidFill>
                  <a:srgbClr val="585858"/>
                </a:solidFill>
                <a:latin typeface="Trebuchet MS"/>
                <a:cs typeface="Trebuchet MS"/>
              </a:rPr>
              <a:t> </a:t>
            </a:r>
            <a:r>
              <a:rPr sz="1800" spc="-130" dirty="0">
                <a:solidFill>
                  <a:srgbClr val="585858"/>
                </a:solidFill>
                <a:latin typeface="Trebuchet MS"/>
                <a:cs typeface="Trebuchet MS"/>
              </a:rPr>
              <a:t>prévoit</a:t>
            </a:r>
            <a:r>
              <a:rPr sz="1800" spc="375" dirty="0">
                <a:solidFill>
                  <a:srgbClr val="585858"/>
                </a:solidFill>
                <a:latin typeface="Trebuchet MS"/>
                <a:cs typeface="Trebuchet MS"/>
              </a:rPr>
              <a:t> </a:t>
            </a:r>
            <a:r>
              <a:rPr sz="1800" spc="-155" dirty="0">
                <a:solidFill>
                  <a:srgbClr val="585858"/>
                </a:solidFill>
                <a:latin typeface="Trebuchet MS"/>
                <a:cs typeface="Trebuchet MS"/>
              </a:rPr>
              <a:t>de</a:t>
            </a:r>
            <a:r>
              <a:rPr sz="1800" spc="370" dirty="0">
                <a:solidFill>
                  <a:srgbClr val="585858"/>
                </a:solidFill>
                <a:latin typeface="Trebuchet MS"/>
                <a:cs typeface="Trebuchet MS"/>
              </a:rPr>
              <a:t> </a:t>
            </a:r>
            <a:r>
              <a:rPr sz="1800" spc="-140" dirty="0">
                <a:solidFill>
                  <a:srgbClr val="585858"/>
                </a:solidFill>
                <a:latin typeface="Trebuchet MS"/>
                <a:cs typeface="Trebuchet MS"/>
              </a:rPr>
              <a:t>développer</a:t>
            </a:r>
            <a:r>
              <a:rPr sz="1800" spc="365" dirty="0">
                <a:solidFill>
                  <a:srgbClr val="585858"/>
                </a:solidFill>
                <a:latin typeface="Trebuchet MS"/>
                <a:cs typeface="Trebuchet MS"/>
              </a:rPr>
              <a:t> </a:t>
            </a:r>
            <a:r>
              <a:rPr sz="1800" spc="-80" dirty="0">
                <a:solidFill>
                  <a:srgbClr val="585858"/>
                </a:solidFill>
                <a:latin typeface="Trebuchet MS"/>
                <a:cs typeface="Trebuchet MS"/>
              </a:rPr>
              <a:t>des</a:t>
            </a:r>
            <a:r>
              <a:rPr sz="1800" spc="370" dirty="0">
                <a:solidFill>
                  <a:srgbClr val="585858"/>
                </a:solidFill>
                <a:latin typeface="Trebuchet MS"/>
                <a:cs typeface="Trebuchet MS"/>
              </a:rPr>
              <a:t> </a:t>
            </a:r>
            <a:r>
              <a:rPr sz="1800" spc="-105" dirty="0">
                <a:solidFill>
                  <a:srgbClr val="585858"/>
                </a:solidFill>
                <a:latin typeface="Trebuchet MS"/>
                <a:cs typeface="Trebuchet MS"/>
              </a:rPr>
              <a:t>applications</a:t>
            </a:r>
            <a:r>
              <a:rPr sz="1800" spc="370" dirty="0">
                <a:solidFill>
                  <a:srgbClr val="585858"/>
                </a:solidFill>
                <a:latin typeface="Trebuchet MS"/>
                <a:cs typeface="Trebuchet MS"/>
              </a:rPr>
              <a:t> </a:t>
            </a:r>
            <a:r>
              <a:rPr sz="1800" spc="-120" dirty="0">
                <a:solidFill>
                  <a:srgbClr val="585858"/>
                </a:solidFill>
                <a:latin typeface="Trebuchet MS"/>
                <a:cs typeface="Trebuchet MS"/>
              </a:rPr>
              <a:t>avec</a:t>
            </a:r>
            <a:r>
              <a:rPr sz="1800" spc="350" dirty="0">
                <a:solidFill>
                  <a:srgbClr val="585858"/>
                </a:solidFill>
                <a:latin typeface="Trebuchet MS"/>
                <a:cs typeface="Trebuchet MS"/>
              </a:rPr>
              <a:t> </a:t>
            </a:r>
            <a:r>
              <a:rPr sz="1800" spc="-130" dirty="0">
                <a:solidFill>
                  <a:srgbClr val="585858"/>
                </a:solidFill>
                <a:latin typeface="Trebuchet MS"/>
                <a:cs typeface="Trebuchet MS"/>
              </a:rPr>
              <a:t>une</a:t>
            </a:r>
            <a:endParaRPr sz="1800" dirty="0">
              <a:latin typeface="Trebuchet MS"/>
              <a:cs typeface="Trebuchet MS"/>
            </a:endParaRPr>
          </a:p>
          <a:p>
            <a:pPr marL="354965" algn="just">
              <a:lnSpc>
                <a:spcPct val="100000"/>
              </a:lnSpc>
              <a:spcBef>
                <a:spcPts val="330"/>
              </a:spcBef>
            </a:pPr>
            <a:r>
              <a:rPr sz="1800" spc="-135" dirty="0">
                <a:solidFill>
                  <a:srgbClr val="585858"/>
                </a:solidFill>
                <a:latin typeface="Trebuchet MS"/>
                <a:cs typeface="Trebuchet MS"/>
              </a:rPr>
              <a:t>démarche</a:t>
            </a:r>
            <a:r>
              <a:rPr sz="1800" spc="-155" dirty="0">
                <a:solidFill>
                  <a:srgbClr val="585858"/>
                </a:solidFill>
                <a:latin typeface="Trebuchet MS"/>
                <a:cs typeface="Trebuchet MS"/>
              </a:rPr>
              <a:t> </a:t>
            </a:r>
            <a:r>
              <a:rPr sz="1800" spc="-160" dirty="0">
                <a:solidFill>
                  <a:srgbClr val="585858"/>
                </a:solidFill>
                <a:latin typeface="Trebuchet MS"/>
                <a:cs typeface="Trebuchet MS"/>
              </a:rPr>
              <a:t>objet </a:t>
            </a:r>
            <a:r>
              <a:rPr sz="1800" spc="-145" dirty="0">
                <a:solidFill>
                  <a:srgbClr val="585858"/>
                </a:solidFill>
                <a:latin typeface="Trebuchet MS"/>
                <a:cs typeface="Trebuchet MS"/>
              </a:rPr>
              <a:t>(développement</a:t>
            </a:r>
            <a:r>
              <a:rPr sz="1800" spc="-170" dirty="0">
                <a:solidFill>
                  <a:srgbClr val="585858"/>
                </a:solidFill>
                <a:latin typeface="Trebuchet MS"/>
                <a:cs typeface="Trebuchet MS"/>
              </a:rPr>
              <a:t> </a:t>
            </a:r>
            <a:r>
              <a:rPr sz="1800" spc="-140" dirty="0">
                <a:solidFill>
                  <a:srgbClr val="585858"/>
                </a:solidFill>
                <a:latin typeface="Trebuchet MS"/>
                <a:cs typeface="Trebuchet MS"/>
              </a:rPr>
              <a:t>en</a:t>
            </a:r>
            <a:r>
              <a:rPr sz="1800" spc="-155" dirty="0">
                <a:solidFill>
                  <a:srgbClr val="585858"/>
                </a:solidFill>
                <a:latin typeface="Trebuchet MS"/>
                <a:cs typeface="Trebuchet MS"/>
              </a:rPr>
              <a:t> </a:t>
            </a:r>
            <a:r>
              <a:rPr sz="1800" spc="-130" dirty="0">
                <a:solidFill>
                  <a:srgbClr val="585858"/>
                </a:solidFill>
                <a:latin typeface="Trebuchet MS"/>
                <a:cs typeface="Trebuchet MS"/>
              </a:rPr>
              <a:t>Java,</a:t>
            </a:r>
            <a:r>
              <a:rPr sz="1800" spc="-135" dirty="0">
                <a:solidFill>
                  <a:srgbClr val="585858"/>
                </a:solidFill>
                <a:latin typeface="Trebuchet MS"/>
                <a:cs typeface="Trebuchet MS"/>
              </a:rPr>
              <a:t> </a:t>
            </a:r>
            <a:r>
              <a:rPr sz="1800" spc="-140" dirty="0">
                <a:solidFill>
                  <a:srgbClr val="585858"/>
                </a:solidFill>
                <a:latin typeface="Trebuchet MS"/>
                <a:cs typeface="Trebuchet MS"/>
              </a:rPr>
              <a:t>en</a:t>
            </a:r>
            <a:r>
              <a:rPr sz="1800" spc="-155" dirty="0">
                <a:solidFill>
                  <a:srgbClr val="585858"/>
                </a:solidFill>
                <a:latin typeface="Trebuchet MS"/>
                <a:cs typeface="Trebuchet MS"/>
              </a:rPr>
              <a:t> </a:t>
            </a:r>
            <a:r>
              <a:rPr sz="1800" spc="-140" dirty="0">
                <a:solidFill>
                  <a:srgbClr val="585858"/>
                </a:solidFill>
                <a:latin typeface="Trebuchet MS"/>
                <a:cs typeface="Trebuchet MS"/>
              </a:rPr>
              <a:t>C++,</a:t>
            </a:r>
            <a:r>
              <a:rPr sz="1800" spc="-160" dirty="0">
                <a:solidFill>
                  <a:srgbClr val="585858"/>
                </a:solidFill>
                <a:latin typeface="Trebuchet MS"/>
                <a:cs typeface="Trebuchet MS"/>
              </a:rPr>
              <a:t> </a:t>
            </a:r>
            <a:r>
              <a:rPr sz="1800" spc="-170" dirty="0">
                <a:solidFill>
                  <a:srgbClr val="585858"/>
                </a:solidFill>
                <a:latin typeface="Trebuchet MS"/>
                <a:cs typeface="Trebuchet MS"/>
              </a:rPr>
              <a:t>etc.).</a:t>
            </a:r>
            <a:endParaRPr sz="1800" dirty="0">
              <a:latin typeface="Trebuchet MS"/>
              <a:cs typeface="Trebuchet MS"/>
            </a:endParaRPr>
          </a:p>
          <a:p>
            <a:pPr marL="355600" indent="-342900" algn="just">
              <a:lnSpc>
                <a:spcPct val="100000"/>
              </a:lnSpc>
              <a:spcBef>
                <a:spcPts val="320"/>
              </a:spcBef>
              <a:buFont typeface="Arial MT"/>
              <a:buChar char="●"/>
              <a:tabLst>
                <a:tab pos="355600" algn="l"/>
              </a:tabLst>
            </a:pPr>
            <a:r>
              <a:rPr sz="1800" spc="-95" dirty="0">
                <a:solidFill>
                  <a:srgbClr val="585858"/>
                </a:solidFill>
                <a:latin typeface="Trebuchet MS"/>
                <a:cs typeface="Trebuchet MS"/>
              </a:rPr>
              <a:t>La</a:t>
            </a:r>
            <a:r>
              <a:rPr sz="1800" spc="-125" dirty="0">
                <a:solidFill>
                  <a:srgbClr val="585858"/>
                </a:solidFill>
                <a:latin typeface="Trebuchet MS"/>
                <a:cs typeface="Trebuchet MS"/>
              </a:rPr>
              <a:t> </a:t>
            </a:r>
            <a:r>
              <a:rPr sz="1800" spc="-120" dirty="0">
                <a:solidFill>
                  <a:srgbClr val="585858"/>
                </a:solidFill>
                <a:latin typeface="Trebuchet MS"/>
                <a:cs typeface="Trebuchet MS"/>
              </a:rPr>
              <a:t>notation </a:t>
            </a:r>
            <a:r>
              <a:rPr sz="1800" spc="-75" dirty="0">
                <a:solidFill>
                  <a:srgbClr val="585858"/>
                </a:solidFill>
                <a:latin typeface="Trebuchet MS"/>
                <a:cs typeface="Trebuchet MS"/>
              </a:rPr>
              <a:t>UML</a:t>
            </a:r>
            <a:r>
              <a:rPr sz="1800" spc="-130" dirty="0">
                <a:solidFill>
                  <a:srgbClr val="585858"/>
                </a:solidFill>
                <a:latin typeface="Trebuchet MS"/>
                <a:cs typeface="Trebuchet MS"/>
              </a:rPr>
              <a:t> </a:t>
            </a:r>
            <a:r>
              <a:rPr sz="1800" spc="-95" dirty="0">
                <a:solidFill>
                  <a:srgbClr val="585858"/>
                </a:solidFill>
                <a:latin typeface="Trebuchet MS"/>
                <a:cs typeface="Trebuchet MS"/>
              </a:rPr>
              <a:t>est</a:t>
            </a:r>
            <a:r>
              <a:rPr sz="1800" spc="-114" dirty="0">
                <a:solidFill>
                  <a:srgbClr val="585858"/>
                </a:solidFill>
                <a:latin typeface="Trebuchet MS"/>
                <a:cs typeface="Trebuchet MS"/>
              </a:rPr>
              <a:t> </a:t>
            </a:r>
            <a:r>
              <a:rPr sz="1800" spc="-110" dirty="0">
                <a:solidFill>
                  <a:srgbClr val="585858"/>
                </a:solidFill>
                <a:latin typeface="Trebuchet MS"/>
                <a:cs typeface="Trebuchet MS"/>
              </a:rPr>
              <a:t>un</a:t>
            </a:r>
            <a:r>
              <a:rPr sz="1800" spc="-125" dirty="0">
                <a:solidFill>
                  <a:srgbClr val="585858"/>
                </a:solidFill>
                <a:latin typeface="Trebuchet MS"/>
                <a:cs typeface="Trebuchet MS"/>
              </a:rPr>
              <a:t> </a:t>
            </a:r>
            <a:r>
              <a:rPr sz="1800" b="1" spc="-120" dirty="0">
                <a:solidFill>
                  <a:srgbClr val="585858"/>
                </a:solidFill>
                <a:latin typeface="Trebuchet MS"/>
                <a:cs typeface="Trebuchet MS"/>
              </a:rPr>
              <a:t>langage</a:t>
            </a:r>
            <a:r>
              <a:rPr sz="1800" b="1" spc="-135" dirty="0">
                <a:solidFill>
                  <a:srgbClr val="585858"/>
                </a:solidFill>
                <a:latin typeface="Trebuchet MS"/>
                <a:cs typeface="Trebuchet MS"/>
              </a:rPr>
              <a:t> </a:t>
            </a:r>
            <a:r>
              <a:rPr sz="1800" b="1" spc="-125" dirty="0">
                <a:solidFill>
                  <a:srgbClr val="585858"/>
                </a:solidFill>
                <a:latin typeface="Trebuchet MS"/>
                <a:cs typeface="Trebuchet MS"/>
              </a:rPr>
              <a:t>visuel </a:t>
            </a:r>
            <a:r>
              <a:rPr sz="1800" spc="-105" dirty="0">
                <a:solidFill>
                  <a:srgbClr val="585858"/>
                </a:solidFill>
                <a:latin typeface="Trebuchet MS"/>
                <a:cs typeface="Trebuchet MS"/>
              </a:rPr>
              <a:t>constitué</a:t>
            </a:r>
            <a:r>
              <a:rPr sz="1800" spc="-125" dirty="0">
                <a:solidFill>
                  <a:srgbClr val="585858"/>
                </a:solidFill>
                <a:latin typeface="Trebuchet MS"/>
                <a:cs typeface="Trebuchet MS"/>
              </a:rPr>
              <a:t> </a:t>
            </a:r>
            <a:r>
              <a:rPr sz="1800" spc="-180" dirty="0">
                <a:solidFill>
                  <a:srgbClr val="585858"/>
                </a:solidFill>
                <a:latin typeface="Trebuchet MS"/>
                <a:cs typeface="Trebuchet MS"/>
              </a:rPr>
              <a:t>d’un</a:t>
            </a:r>
            <a:r>
              <a:rPr sz="1800" spc="-120" dirty="0">
                <a:solidFill>
                  <a:srgbClr val="585858"/>
                </a:solidFill>
                <a:latin typeface="Trebuchet MS"/>
                <a:cs typeface="Trebuchet MS"/>
              </a:rPr>
              <a:t> </a:t>
            </a:r>
            <a:r>
              <a:rPr sz="1800" spc="-125" dirty="0">
                <a:solidFill>
                  <a:srgbClr val="585858"/>
                </a:solidFill>
                <a:latin typeface="Trebuchet MS"/>
                <a:cs typeface="Trebuchet MS"/>
              </a:rPr>
              <a:t>ensemble</a:t>
            </a:r>
            <a:r>
              <a:rPr sz="1800" spc="-114" dirty="0">
                <a:solidFill>
                  <a:srgbClr val="585858"/>
                </a:solidFill>
                <a:latin typeface="Trebuchet MS"/>
                <a:cs typeface="Trebuchet MS"/>
              </a:rPr>
              <a:t> </a:t>
            </a:r>
            <a:r>
              <a:rPr sz="1800" spc="-150" dirty="0">
                <a:solidFill>
                  <a:srgbClr val="585858"/>
                </a:solidFill>
                <a:latin typeface="Trebuchet MS"/>
                <a:cs typeface="Trebuchet MS"/>
              </a:rPr>
              <a:t>de</a:t>
            </a:r>
            <a:r>
              <a:rPr sz="1800" spc="-125" dirty="0">
                <a:solidFill>
                  <a:srgbClr val="585858"/>
                </a:solidFill>
                <a:latin typeface="Trebuchet MS"/>
                <a:cs typeface="Trebuchet MS"/>
              </a:rPr>
              <a:t> </a:t>
            </a:r>
            <a:r>
              <a:rPr sz="1800" spc="-105" dirty="0">
                <a:solidFill>
                  <a:srgbClr val="585858"/>
                </a:solidFill>
                <a:latin typeface="Trebuchet MS"/>
                <a:cs typeface="Trebuchet MS"/>
              </a:rPr>
              <a:t>schémas,</a:t>
            </a:r>
            <a:r>
              <a:rPr sz="1800" spc="-110" dirty="0">
                <a:solidFill>
                  <a:srgbClr val="585858"/>
                </a:solidFill>
                <a:latin typeface="Trebuchet MS"/>
                <a:cs typeface="Trebuchet MS"/>
              </a:rPr>
              <a:t> </a:t>
            </a:r>
            <a:r>
              <a:rPr sz="1800" spc="-114" dirty="0">
                <a:solidFill>
                  <a:srgbClr val="585858"/>
                </a:solidFill>
                <a:latin typeface="Trebuchet MS"/>
                <a:cs typeface="Trebuchet MS"/>
              </a:rPr>
              <a:t>appelés</a:t>
            </a:r>
            <a:r>
              <a:rPr sz="1800" spc="-140" dirty="0">
                <a:solidFill>
                  <a:srgbClr val="585858"/>
                </a:solidFill>
                <a:latin typeface="Trebuchet MS"/>
                <a:cs typeface="Trebuchet MS"/>
              </a:rPr>
              <a:t> </a:t>
            </a:r>
            <a:r>
              <a:rPr sz="1800" spc="-80" dirty="0">
                <a:solidFill>
                  <a:srgbClr val="585858"/>
                </a:solidFill>
                <a:latin typeface="Trebuchet MS"/>
                <a:cs typeface="Trebuchet MS"/>
              </a:rPr>
              <a:t>des</a:t>
            </a:r>
            <a:endParaRPr sz="1800" dirty="0">
              <a:latin typeface="Trebuchet MS"/>
              <a:cs typeface="Trebuchet MS"/>
            </a:endParaRPr>
          </a:p>
          <a:p>
            <a:pPr marL="354965" algn="just">
              <a:lnSpc>
                <a:spcPct val="100000"/>
              </a:lnSpc>
              <a:spcBef>
                <a:spcPts val="325"/>
              </a:spcBef>
            </a:pPr>
            <a:r>
              <a:rPr sz="1800" b="1" spc="-160" dirty="0">
                <a:solidFill>
                  <a:srgbClr val="585858"/>
                </a:solidFill>
                <a:latin typeface="Trebuchet MS"/>
                <a:cs typeface="Trebuchet MS"/>
              </a:rPr>
              <a:t>diagrammes</a:t>
            </a:r>
            <a:r>
              <a:rPr sz="1800" spc="-160" dirty="0">
                <a:solidFill>
                  <a:srgbClr val="585858"/>
                </a:solidFill>
                <a:latin typeface="Trebuchet MS"/>
                <a:cs typeface="Trebuchet MS"/>
              </a:rPr>
              <a:t>, </a:t>
            </a:r>
            <a:r>
              <a:rPr sz="1800" spc="-114" dirty="0">
                <a:solidFill>
                  <a:srgbClr val="585858"/>
                </a:solidFill>
                <a:latin typeface="Trebuchet MS"/>
                <a:cs typeface="Trebuchet MS"/>
              </a:rPr>
              <a:t>qui</a:t>
            </a:r>
            <a:r>
              <a:rPr sz="1800" spc="-160" dirty="0">
                <a:solidFill>
                  <a:srgbClr val="585858"/>
                </a:solidFill>
                <a:latin typeface="Trebuchet MS"/>
                <a:cs typeface="Trebuchet MS"/>
              </a:rPr>
              <a:t> </a:t>
            </a:r>
            <a:r>
              <a:rPr sz="1800" spc="-125" dirty="0">
                <a:solidFill>
                  <a:srgbClr val="585858"/>
                </a:solidFill>
                <a:latin typeface="Trebuchet MS"/>
                <a:cs typeface="Trebuchet MS"/>
              </a:rPr>
              <a:t>donnent</a:t>
            </a:r>
            <a:r>
              <a:rPr sz="1800" spc="-175" dirty="0">
                <a:solidFill>
                  <a:srgbClr val="585858"/>
                </a:solidFill>
                <a:latin typeface="Trebuchet MS"/>
                <a:cs typeface="Trebuchet MS"/>
              </a:rPr>
              <a:t> </a:t>
            </a:r>
            <a:r>
              <a:rPr sz="1800" spc="-105" dirty="0">
                <a:solidFill>
                  <a:srgbClr val="585858"/>
                </a:solidFill>
                <a:latin typeface="Trebuchet MS"/>
                <a:cs typeface="Trebuchet MS"/>
              </a:rPr>
              <a:t>chacun</a:t>
            </a:r>
            <a:r>
              <a:rPr sz="1800" spc="-140" dirty="0">
                <a:solidFill>
                  <a:srgbClr val="585858"/>
                </a:solidFill>
                <a:latin typeface="Trebuchet MS"/>
                <a:cs typeface="Trebuchet MS"/>
              </a:rPr>
              <a:t> </a:t>
            </a:r>
            <a:r>
              <a:rPr sz="1800" spc="-130" dirty="0">
                <a:solidFill>
                  <a:srgbClr val="585858"/>
                </a:solidFill>
                <a:latin typeface="Trebuchet MS"/>
                <a:cs typeface="Trebuchet MS"/>
              </a:rPr>
              <a:t>une</a:t>
            </a:r>
            <a:r>
              <a:rPr sz="1800" spc="-165" dirty="0">
                <a:solidFill>
                  <a:srgbClr val="585858"/>
                </a:solidFill>
                <a:latin typeface="Trebuchet MS"/>
                <a:cs typeface="Trebuchet MS"/>
              </a:rPr>
              <a:t> </a:t>
            </a:r>
            <a:r>
              <a:rPr sz="1800" spc="-80" dirty="0">
                <a:solidFill>
                  <a:srgbClr val="585858"/>
                </a:solidFill>
                <a:latin typeface="Trebuchet MS"/>
                <a:cs typeface="Trebuchet MS"/>
              </a:rPr>
              <a:t>vision</a:t>
            </a:r>
            <a:r>
              <a:rPr sz="1800" spc="-165" dirty="0">
                <a:solidFill>
                  <a:srgbClr val="585858"/>
                </a:solidFill>
                <a:latin typeface="Trebuchet MS"/>
                <a:cs typeface="Trebuchet MS"/>
              </a:rPr>
              <a:t> </a:t>
            </a:r>
            <a:r>
              <a:rPr sz="1800" spc="-140" dirty="0">
                <a:solidFill>
                  <a:srgbClr val="585858"/>
                </a:solidFill>
                <a:latin typeface="Trebuchet MS"/>
                <a:cs typeface="Trebuchet MS"/>
              </a:rPr>
              <a:t>différente</a:t>
            </a:r>
            <a:r>
              <a:rPr sz="1800" spc="-175" dirty="0">
                <a:solidFill>
                  <a:srgbClr val="585858"/>
                </a:solidFill>
                <a:latin typeface="Trebuchet MS"/>
                <a:cs typeface="Trebuchet MS"/>
              </a:rPr>
              <a:t> </a:t>
            </a:r>
            <a:r>
              <a:rPr sz="1800" spc="-120" dirty="0">
                <a:solidFill>
                  <a:srgbClr val="585858"/>
                </a:solidFill>
                <a:latin typeface="Trebuchet MS"/>
                <a:cs typeface="Trebuchet MS"/>
              </a:rPr>
              <a:t>du</a:t>
            </a:r>
            <a:r>
              <a:rPr sz="1800" spc="-155" dirty="0">
                <a:solidFill>
                  <a:srgbClr val="585858"/>
                </a:solidFill>
                <a:latin typeface="Trebuchet MS"/>
                <a:cs typeface="Trebuchet MS"/>
              </a:rPr>
              <a:t> </a:t>
            </a:r>
            <a:r>
              <a:rPr sz="1800" spc="-160" dirty="0">
                <a:solidFill>
                  <a:srgbClr val="585858"/>
                </a:solidFill>
                <a:latin typeface="Trebuchet MS"/>
                <a:cs typeface="Trebuchet MS"/>
              </a:rPr>
              <a:t>projet</a:t>
            </a:r>
            <a:r>
              <a:rPr sz="1800" spc="-155"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55" dirty="0">
                <a:solidFill>
                  <a:srgbClr val="585858"/>
                </a:solidFill>
                <a:latin typeface="Trebuchet MS"/>
                <a:cs typeface="Trebuchet MS"/>
              </a:rPr>
              <a:t>traiter.</a:t>
            </a:r>
            <a:endParaRPr sz="1800" dirty="0">
              <a:latin typeface="Trebuchet MS"/>
              <a:cs typeface="Trebuchet MS"/>
            </a:endParaRPr>
          </a:p>
          <a:p>
            <a:pPr marL="354965" marR="5080" indent="-342900" algn="just">
              <a:lnSpc>
                <a:spcPct val="114999"/>
              </a:lnSpc>
              <a:spcBef>
                <a:spcPts val="5"/>
              </a:spcBef>
              <a:buFont typeface="Arial MT"/>
              <a:buChar char="●"/>
              <a:tabLst>
                <a:tab pos="355600" algn="l"/>
              </a:tabLst>
            </a:pPr>
            <a:r>
              <a:rPr sz="1800" spc="-70" dirty="0">
                <a:solidFill>
                  <a:srgbClr val="585858"/>
                </a:solidFill>
                <a:latin typeface="Trebuchet MS"/>
                <a:cs typeface="Trebuchet MS"/>
              </a:rPr>
              <a:t>UML </a:t>
            </a:r>
            <a:r>
              <a:rPr sz="1800" spc="-65" dirty="0">
                <a:solidFill>
                  <a:srgbClr val="585858"/>
                </a:solidFill>
                <a:latin typeface="Trebuchet MS"/>
                <a:cs typeface="Trebuchet MS"/>
              </a:rPr>
              <a:t>nous </a:t>
            </a:r>
            <a:r>
              <a:rPr sz="1800" spc="-125" dirty="0">
                <a:solidFill>
                  <a:srgbClr val="585858"/>
                </a:solidFill>
                <a:latin typeface="Trebuchet MS"/>
                <a:cs typeface="Trebuchet MS"/>
              </a:rPr>
              <a:t>fournit </a:t>
            </a:r>
            <a:r>
              <a:rPr sz="1800" spc="-105" dirty="0">
                <a:solidFill>
                  <a:srgbClr val="585858"/>
                </a:solidFill>
                <a:latin typeface="Trebuchet MS"/>
                <a:cs typeface="Trebuchet MS"/>
              </a:rPr>
              <a:t>donc </a:t>
            </a:r>
            <a:r>
              <a:rPr sz="1800" spc="-80" dirty="0">
                <a:solidFill>
                  <a:srgbClr val="585858"/>
                </a:solidFill>
                <a:latin typeface="Trebuchet MS"/>
                <a:cs typeface="Trebuchet MS"/>
              </a:rPr>
              <a:t>des </a:t>
            </a:r>
            <a:r>
              <a:rPr sz="1800" spc="-110" dirty="0">
                <a:solidFill>
                  <a:srgbClr val="585858"/>
                </a:solidFill>
                <a:latin typeface="Trebuchet MS"/>
                <a:cs typeface="Trebuchet MS"/>
              </a:rPr>
              <a:t>diagrammes </a:t>
            </a:r>
            <a:r>
              <a:rPr sz="1800" spc="-120" dirty="0">
                <a:solidFill>
                  <a:srgbClr val="585858"/>
                </a:solidFill>
                <a:latin typeface="Trebuchet MS"/>
                <a:cs typeface="Trebuchet MS"/>
              </a:rPr>
              <a:t>pour </a:t>
            </a:r>
            <a:r>
              <a:rPr sz="1800" b="1" spc="-180" dirty="0">
                <a:solidFill>
                  <a:srgbClr val="585858"/>
                </a:solidFill>
                <a:latin typeface="Trebuchet MS"/>
                <a:cs typeface="Trebuchet MS"/>
              </a:rPr>
              <a:t>représenter </a:t>
            </a:r>
            <a:r>
              <a:rPr sz="1800" spc="-145" dirty="0">
                <a:solidFill>
                  <a:srgbClr val="585858"/>
                </a:solidFill>
                <a:latin typeface="Trebuchet MS"/>
                <a:cs typeface="Trebuchet MS"/>
              </a:rPr>
              <a:t>le </a:t>
            </a:r>
            <a:r>
              <a:rPr sz="1800" spc="-110" dirty="0">
                <a:solidFill>
                  <a:srgbClr val="585858"/>
                </a:solidFill>
                <a:latin typeface="Trebuchet MS"/>
                <a:cs typeface="Trebuchet MS"/>
              </a:rPr>
              <a:t>logiciel à </a:t>
            </a:r>
            <a:r>
              <a:rPr sz="1800" spc="-140" dirty="0">
                <a:solidFill>
                  <a:srgbClr val="585858"/>
                </a:solidFill>
                <a:latin typeface="Trebuchet MS"/>
                <a:cs typeface="Trebuchet MS"/>
              </a:rPr>
              <a:t>développer </a:t>
            </a:r>
            <a:r>
              <a:rPr sz="1800" spc="-245" dirty="0">
                <a:solidFill>
                  <a:srgbClr val="585858"/>
                </a:solidFill>
                <a:latin typeface="Trebuchet MS"/>
                <a:cs typeface="Trebuchet MS"/>
              </a:rPr>
              <a:t>: </a:t>
            </a:r>
            <a:r>
              <a:rPr sz="1800" spc="-55" dirty="0">
                <a:solidFill>
                  <a:srgbClr val="585858"/>
                </a:solidFill>
                <a:latin typeface="Trebuchet MS"/>
                <a:cs typeface="Trebuchet MS"/>
              </a:rPr>
              <a:t>son </a:t>
            </a:r>
            <a:r>
              <a:rPr sz="1800" spc="-50" dirty="0">
                <a:solidFill>
                  <a:srgbClr val="585858"/>
                </a:solidFill>
                <a:latin typeface="Trebuchet MS"/>
                <a:cs typeface="Trebuchet MS"/>
              </a:rPr>
              <a:t> </a:t>
            </a:r>
            <a:r>
              <a:rPr sz="1800" spc="-140" dirty="0">
                <a:solidFill>
                  <a:srgbClr val="585858"/>
                </a:solidFill>
                <a:latin typeface="Trebuchet MS"/>
                <a:cs typeface="Trebuchet MS"/>
              </a:rPr>
              <a:t>fonctionnement,</a:t>
            </a:r>
            <a:r>
              <a:rPr sz="1800" spc="-135" dirty="0">
                <a:solidFill>
                  <a:srgbClr val="585858"/>
                </a:solidFill>
                <a:latin typeface="Trebuchet MS"/>
                <a:cs typeface="Trebuchet MS"/>
              </a:rPr>
              <a:t> </a:t>
            </a:r>
            <a:r>
              <a:rPr sz="1800" spc="-30" dirty="0">
                <a:solidFill>
                  <a:srgbClr val="585858"/>
                </a:solidFill>
                <a:latin typeface="Trebuchet MS"/>
                <a:cs typeface="Trebuchet MS"/>
              </a:rPr>
              <a:t>sa </a:t>
            </a:r>
            <a:r>
              <a:rPr sz="1800" spc="-100" dirty="0">
                <a:solidFill>
                  <a:srgbClr val="585858"/>
                </a:solidFill>
                <a:latin typeface="Trebuchet MS"/>
                <a:cs typeface="Trebuchet MS"/>
              </a:rPr>
              <a:t>mise </a:t>
            </a:r>
            <a:r>
              <a:rPr sz="1800" spc="-140" dirty="0">
                <a:solidFill>
                  <a:srgbClr val="585858"/>
                </a:solidFill>
                <a:latin typeface="Trebuchet MS"/>
                <a:cs typeface="Trebuchet MS"/>
              </a:rPr>
              <a:t>en</a:t>
            </a:r>
            <a:r>
              <a:rPr sz="1800" spc="-135" dirty="0">
                <a:solidFill>
                  <a:srgbClr val="585858"/>
                </a:solidFill>
                <a:latin typeface="Trebuchet MS"/>
                <a:cs typeface="Trebuchet MS"/>
              </a:rPr>
              <a:t> </a:t>
            </a:r>
            <a:r>
              <a:rPr sz="1800" spc="-170" dirty="0">
                <a:solidFill>
                  <a:srgbClr val="585858"/>
                </a:solidFill>
                <a:latin typeface="Trebuchet MS"/>
                <a:cs typeface="Trebuchet MS"/>
              </a:rPr>
              <a:t>route,</a:t>
            </a:r>
            <a:r>
              <a:rPr sz="1800" spc="-165" dirty="0">
                <a:solidFill>
                  <a:srgbClr val="585858"/>
                </a:solidFill>
                <a:latin typeface="Trebuchet MS"/>
                <a:cs typeface="Trebuchet MS"/>
              </a:rPr>
              <a:t> </a:t>
            </a:r>
            <a:r>
              <a:rPr sz="1800" spc="-80" dirty="0">
                <a:solidFill>
                  <a:srgbClr val="585858"/>
                </a:solidFill>
                <a:latin typeface="Trebuchet MS"/>
                <a:cs typeface="Trebuchet MS"/>
              </a:rPr>
              <a:t>les </a:t>
            </a:r>
            <a:r>
              <a:rPr sz="1800" spc="-90" dirty="0">
                <a:solidFill>
                  <a:srgbClr val="585858"/>
                </a:solidFill>
                <a:latin typeface="Trebuchet MS"/>
                <a:cs typeface="Trebuchet MS"/>
              </a:rPr>
              <a:t>actions susceptibles </a:t>
            </a:r>
            <a:r>
              <a:rPr sz="1800" spc="-195" dirty="0">
                <a:solidFill>
                  <a:srgbClr val="585858"/>
                </a:solidFill>
                <a:latin typeface="Trebuchet MS"/>
                <a:cs typeface="Trebuchet MS"/>
              </a:rPr>
              <a:t>d’être</a:t>
            </a:r>
            <a:r>
              <a:rPr sz="1800" spc="-190" dirty="0">
                <a:solidFill>
                  <a:srgbClr val="585858"/>
                </a:solidFill>
                <a:latin typeface="Trebuchet MS"/>
                <a:cs typeface="Trebuchet MS"/>
              </a:rPr>
              <a:t> </a:t>
            </a:r>
            <a:r>
              <a:rPr sz="1800" spc="-125" dirty="0">
                <a:solidFill>
                  <a:srgbClr val="585858"/>
                </a:solidFill>
                <a:latin typeface="Trebuchet MS"/>
                <a:cs typeface="Trebuchet MS"/>
              </a:rPr>
              <a:t>effectuées</a:t>
            </a:r>
            <a:r>
              <a:rPr sz="1800" spc="-120" dirty="0">
                <a:solidFill>
                  <a:srgbClr val="585858"/>
                </a:solidFill>
                <a:latin typeface="Trebuchet MS"/>
                <a:cs typeface="Trebuchet MS"/>
              </a:rPr>
              <a:t> </a:t>
            </a:r>
            <a:r>
              <a:rPr sz="1800" spc="-130" dirty="0">
                <a:solidFill>
                  <a:srgbClr val="585858"/>
                </a:solidFill>
                <a:latin typeface="Trebuchet MS"/>
                <a:cs typeface="Trebuchet MS"/>
              </a:rPr>
              <a:t>par</a:t>
            </a:r>
            <a:r>
              <a:rPr sz="1800" spc="-125" dirty="0">
                <a:solidFill>
                  <a:srgbClr val="585858"/>
                </a:solidFill>
                <a:latin typeface="Trebuchet MS"/>
                <a:cs typeface="Trebuchet MS"/>
              </a:rPr>
              <a:t> </a:t>
            </a:r>
            <a:r>
              <a:rPr sz="1800" spc="-145" dirty="0">
                <a:solidFill>
                  <a:srgbClr val="585858"/>
                </a:solidFill>
                <a:latin typeface="Trebuchet MS"/>
                <a:cs typeface="Trebuchet MS"/>
              </a:rPr>
              <a:t>le </a:t>
            </a:r>
            <a:r>
              <a:rPr sz="1800" spc="-140" dirty="0">
                <a:solidFill>
                  <a:srgbClr val="585858"/>
                </a:solidFill>
                <a:latin typeface="Trebuchet MS"/>
                <a:cs typeface="Trebuchet MS"/>
              </a:rPr>
              <a:t> </a:t>
            </a:r>
            <a:r>
              <a:rPr sz="1800" spc="-130" dirty="0">
                <a:solidFill>
                  <a:srgbClr val="585858"/>
                </a:solidFill>
                <a:latin typeface="Trebuchet MS"/>
                <a:cs typeface="Trebuchet MS"/>
              </a:rPr>
              <a:t>logiciel,</a:t>
            </a:r>
            <a:r>
              <a:rPr sz="1800" spc="-195" dirty="0">
                <a:solidFill>
                  <a:srgbClr val="585858"/>
                </a:solidFill>
                <a:latin typeface="Trebuchet MS"/>
                <a:cs typeface="Trebuchet MS"/>
              </a:rPr>
              <a:t> </a:t>
            </a:r>
            <a:r>
              <a:rPr sz="1800" spc="-180" dirty="0">
                <a:solidFill>
                  <a:srgbClr val="585858"/>
                </a:solidFill>
                <a:latin typeface="Trebuchet MS"/>
                <a:cs typeface="Trebuchet MS"/>
              </a:rPr>
              <a:t>etc..</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spc="-10" dirty="0"/>
              <a:t>L</a:t>
            </a:r>
            <a:r>
              <a:rPr spc="-10" dirty="0"/>
              <a:t>angage</a:t>
            </a:r>
            <a:r>
              <a:rPr spc="-45" dirty="0"/>
              <a:t> </a:t>
            </a:r>
            <a:r>
              <a:rPr spc="-15" dirty="0">
                <a:solidFill>
                  <a:srgbClr val="ED795B"/>
                </a:solidFill>
              </a:rPr>
              <a:t>UML	</a:t>
            </a:r>
          </a:p>
        </p:txBody>
      </p:sp>
      <p:pic>
        <p:nvPicPr>
          <p:cNvPr id="4" name="object 4"/>
          <p:cNvPicPr/>
          <p:nvPr/>
        </p:nvPicPr>
        <p:blipFill>
          <a:blip r:embed="rId2" cstate="print"/>
          <a:stretch>
            <a:fillRect/>
          </a:stretch>
        </p:blipFill>
        <p:spPr>
          <a:xfrm>
            <a:off x="5827655" y="3290255"/>
            <a:ext cx="2705100" cy="1528572"/>
          </a:xfrm>
          <a:prstGeom prst="rect">
            <a:avLst/>
          </a:prstGeom>
        </p:spPr>
      </p:pic>
    </p:spTree>
    <p:extLst>
      <p:ext uri="{BB962C8B-B14F-4D97-AF65-F5344CB8AC3E}">
        <p14:creationId xmlns:p14="http://schemas.microsoft.com/office/powerpoint/2010/main" val="2041876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2779" y="1597861"/>
            <a:ext cx="5829300" cy="1915011"/>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 pos="1224280" algn="l"/>
                <a:tab pos="1681480" algn="l"/>
                <a:tab pos="2932430" algn="l"/>
                <a:tab pos="3693160" algn="l"/>
                <a:tab pos="4279900" algn="l"/>
                <a:tab pos="4537710" algn="l"/>
                <a:tab pos="5560695" algn="l"/>
              </a:tabLst>
            </a:pPr>
            <a:r>
              <a:rPr sz="1800" spc="-85" dirty="0">
                <a:solidFill>
                  <a:srgbClr val="585858"/>
                </a:solidFill>
                <a:latin typeface="Trebuchet MS"/>
                <a:cs typeface="Trebuchet MS"/>
              </a:rPr>
              <a:t>Réalis</a:t>
            </a:r>
            <a:r>
              <a:rPr sz="1800" spc="-185" dirty="0">
                <a:solidFill>
                  <a:srgbClr val="585858"/>
                </a:solidFill>
                <a:latin typeface="Trebuchet MS"/>
                <a:cs typeface="Trebuchet MS"/>
              </a:rPr>
              <a:t>e</a:t>
            </a:r>
            <a:r>
              <a:rPr sz="1800" spc="-130" dirty="0">
                <a:solidFill>
                  <a:srgbClr val="585858"/>
                </a:solidFill>
                <a:latin typeface="Trebuchet MS"/>
                <a:cs typeface="Trebuchet MS"/>
              </a:rPr>
              <a:t>r</a:t>
            </a:r>
            <a:r>
              <a:rPr sz="1800" dirty="0">
                <a:solidFill>
                  <a:srgbClr val="585858"/>
                </a:solidFill>
                <a:latin typeface="Trebuchet MS"/>
                <a:cs typeface="Trebuchet MS"/>
              </a:rPr>
              <a:t>	</a:t>
            </a:r>
            <a:r>
              <a:rPr sz="1800" spc="-95" dirty="0">
                <a:solidFill>
                  <a:srgbClr val="585858"/>
                </a:solidFill>
                <a:latin typeface="Trebuchet MS"/>
                <a:cs typeface="Trebuchet MS"/>
              </a:rPr>
              <a:t>c</a:t>
            </a:r>
            <a:r>
              <a:rPr sz="1800" spc="-70" dirty="0">
                <a:solidFill>
                  <a:srgbClr val="585858"/>
                </a:solidFill>
                <a:latin typeface="Trebuchet MS"/>
                <a:cs typeface="Trebuchet MS"/>
              </a:rPr>
              <a:t>e</a:t>
            </a:r>
            <a:r>
              <a:rPr sz="1800" spc="-50" dirty="0">
                <a:solidFill>
                  <a:srgbClr val="585858"/>
                </a:solidFill>
                <a:latin typeface="Trebuchet MS"/>
                <a:cs typeface="Trebuchet MS"/>
              </a:rPr>
              <a:t>s</a:t>
            </a:r>
            <a:r>
              <a:rPr sz="1800" dirty="0">
                <a:solidFill>
                  <a:srgbClr val="585858"/>
                </a:solidFill>
                <a:latin typeface="Trebuchet MS"/>
                <a:cs typeface="Trebuchet MS"/>
              </a:rPr>
              <a:t>	</a:t>
            </a:r>
            <a:r>
              <a:rPr sz="1800" spc="-145" dirty="0">
                <a:solidFill>
                  <a:srgbClr val="585858"/>
                </a:solidFill>
                <a:latin typeface="Trebuchet MS"/>
                <a:cs typeface="Trebuchet MS"/>
              </a:rPr>
              <a:t>d</a:t>
            </a:r>
            <a:r>
              <a:rPr sz="1800" spc="-125" dirty="0">
                <a:solidFill>
                  <a:srgbClr val="585858"/>
                </a:solidFill>
                <a:latin typeface="Trebuchet MS"/>
                <a:cs typeface="Trebuchet MS"/>
              </a:rPr>
              <a:t>i</a:t>
            </a:r>
            <a:r>
              <a:rPr sz="1800" spc="-110" dirty="0">
                <a:solidFill>
                  <a:srgbClr val="585858"/>
                </a:solidFill>
                <a:latin typeface="Trebuchet MS"/>
                <a:cs typeface="Trebuchet MS"/>
              </a:rPr>
              <a:t>agramme</a:t>
            </a:r>
            <a:r>
              <a:rPr sz="1800" spc="-75" dirty="0">
                <a:solidFill>
                  <a:srgbClr val="585858"/>
                </a:solidFill>
                <a:latin typeface="Trebuchet MS"/>
                <a:cs typeface="Trebuchet MS"/>
              </a:rPr>
              <a:t>s</a:t>
            </a:r>
            <a:r>
              <a:rPr sz="1800" dirty="0">
                <a:solidFill>
                  <a:srgbClr val="585858"/>
                </a:solidFill>
                <a:latin typeface="Trebuchet MS"/>
                <a:cs typeface="Trebuchet MS"/>
              </a:rPr>
              <a:t>	</a:t>
            </a:r>
            <a:r>
              <a:rPr sz="1800" spc="-140" dirty="0">
                <a:solidFill>
                  <a:srgbClr val="585858"/>
                </a:solidFill>
                <a:latin typeface="Trebuchet MS"/>
                <a:cs typeface="Trebuchet MS"/>
              </a:rPr>
              <a:t>re</a:t>
            </a:r>
            <a:r>
              <a:rPr sz="1800" spc="-150" dirty="0">
                <a:solidFill>
                  <a:srgbClr val="585858"/>
                </a:solidFill>
                <a:latin typeface="Trebuchet MS"/>
                <a:cs typeface="Trebuchet MS"/>
              </a:rPr>
              <a:t>v</a:t>
            </a:r>
            <a:r>
              <a:rPr sz="1800" spc="-95" dirty="0">
                <a:solidFill>
                  <a:srgbClr val="585858"/>
                </a:solidFill>
                <a:latin typeface="Trebuchet MS"/>
                <a:cs typeface="Trebuchet MS"/>
              </a:rPr>
              <a:t>i</a:t>
            </a:r>
            <a:r>
              <a:rPr sz="1800" spc="-195" dirty="0">
                <a:solidFill>
                  <a:srgbClr val="585858"/>
                </a:solidFill>
                <a:latin typeface="Trebuchet MS"/>
                <a:cs typeface="Trebuchet MS"/>
              </a:rPr>
              <a:t>e</a:t>
            </a:r>
            <a:r>
              <a:rPr sz="1800" spc="-135" dirty="0">
                <a:solidFill>
                  <a:srgbClr val="585858"/>
                </a:solidFill>
                <a:latin typeface="Trebuchet MS"/>
                <a:cs typeface="Trebuchet MS"/>
              </a:rPr>
              <a:t>nt</a:t>
            </a:r>
            <a:r>
              <a:rPr sz="1800" dirty="0">
                <a:solidFill>
                  <a:srgbClr val="585858"/>
                </a:solidFill>
                <a:latin typeface="Trebuchet MS"/>
                <a:cs typeface="Trebuchet MS"/>
              </a:rPr>
              <a:t>	</a:t>
            </a:r>
            <a:r>
              <a:rPr sz="1800" spc="-105" dirty="0">
                <a:solidFill>
                  <a:srgbClr val="585858"/>
                </a:solidFill>
                <a:latin typeface="Trebuchet MS"/>
                <a:cs typeface="Trebuchet MS"/>
              </a:rPr>
              <a:t>donc</a:t>
            </a:r>
            <a:r>
              <a:rPr sz="1800" dirty="0">
                <a:solidFill>
                  <a:srgbClr val="585858"/>
                </a:solidFill>
                <a:latin typeface="Trebuchet MS"/>
                <a:cs typeface="Trebuchet MS"/>
              </a:rPr>
              <a:t>	</a:t>
            </a:r>
            <a:r>
              <a:rPr sz="1800" spc="-110" dirty="0">
                <a:solidFill>
                  <a:srgbClr val="585858"/>
                </a:solidFill>
                <a:latin typeface="Trebuchet MS"/>
                <a:cs typeface="Trebuchet MS"/>
              </a:rPr>
              <a:t>à</a:t>
            </a:r>
            <a:r>
              <a:rPr sz="1800" dirty="0">
                <a:solidFill>
                  <a:srgbClr val="585858"/>
                </a:solidFill>
                <a:latin typeface="Trebuchet MS"/>
                <a:cs typeface="Trebuchet MS"/>
              </a:rPr>
              <a:t>	</a:t>
            </a:r>
            <a:r>
              <a:rPr sz="1800" spc="-150" dirty="0">
                <a:solidFill>
                  <a:srgbClr val="585858"/>
                </a:solidFill>
                <a:latin typeface="Trebuchet MS"/>
                <a:cs typeface="Trebuchet MS"/>
              </a:rPr>
              <a:t>m</a:t>
            </a:r>
            <a:r>
              <a:rPr sz="1800" spc="-114" dirty="0">
                <a:solidFill>
                  <a:srgbClr val="585858"/>
                </a:solidFill>
                <a:latin typeface="Trebuchet MS"/>
                <a:cs typeface="Trebuchet MS"/>
              </a:rPr>
              <a:t>o</a:t>
            </a:r>
            <a:r>
              <a:rPr sz="1800" spc="-165" dirty="0">
                <a:solidFill>
                  <a:srgbClr val="585858"/>
                </a:solidFill>
                <a:latin typeface="Trebuchet MS"/>
                <a:cs typeface="Trebuchet MS"/>
              </a:rPr>
              <a:t>dé</a:t>
            </a:r>
            <a:r>
              <a:rPr sz="1800" spc="-105" dirty="0">
                <a:solidFill>
                  <a:srgbClr val="585858"/>
                </a:solidFill>
                <a:latin typeface="Trebuchet MS"/>
                <a:cs typeface="Trebuchet MS"/>
              </a:rPr>
              <a:t>l</a:t>
            </a:r>
            <a:r>
              <a:rPr sz="1800" spc="-60" dirty="0">
                <a:solidFill>
                  <a:srgbClr val="585858"/>
                </a:solidFill>
                <a:latin typeface="Trebuchet MS"/>
                <a:cs typeface="Trebuchet MS"/>
              </a:rPr>
              <a:t>is</a:t>
            </a:r>
            <a:r>
              <a:rPr sz="1800" spc="-100" dirty="0">
                <a:solidFill>
                  <a:srgbClr val="585858"/>
                </a:solidFill>
                <a:latin typeface="Trebuchet MS"/>
                <a:cs typeface="Trebuchet MS"/>
              </a:rPr>
              <a:t>e</a:t>
            </a:r>
            <a:r>
              <a:rPr sz="1800" spc="-145" dirty="0">
                <a:solidFill>
                  <a:srgbClr val="585858"/>
                </a:solidFill>
                <a:latin typeface="Trebuchet MS"/>
                <a:cs typeface="Trebuchet MS"/>
              </a:rPr>
              <a:t>r</a:t>
            </a:r>
            <a:r>
              <a:rPr sz="1800" dirty="0">
                <a:solidFill>
                  <a:srgbClr val="585858"/>
                </a:solidFill>
                <a:latin typeface="Trebuchet MS"/>
                <a:cs typeface="Trebuchet MS"/>
              </a:rPr>
              <a:t>	</a:t>
            </a:r>
            <a:r>
              <a:rPr sz="1800" spc="-80" dirty="0">
                <a:solidFill>
                  <a:srgbClr val="585858"/>
                </a:solidFill>
                <a:latin typeface="Trebuchet MS"/>
                <a:cs typeface="Trebuchet MS"/>
              </a:rPr>
              <a:t>les</a:t>
            </a:r>
            <a:endParaRPr sz="1800" dirty="0">
              <a:latin typeface="Trebuchet MS"/>
              <a:cs typeface="Trebuchet MS"/>
            </a:endParaRPr>
          </a:p>
          <a:p>
            <a:pPr marL="354965">
              <a:lnSpc>
                <a:spcPct val="100000"/>
              </a:lnSpc>
              <a:spcBef>
                <a:spcPts val="330"/>
              </a:spcBef>
            </a:pPr>
            <a:r>
              <a:rPr sz="1800" spc="-75" dirty="0">
                <a:solidFill>
                  <a:srgbClr val="585858"/>
                </a:solidFill>
                <a:latin typeface="Trebuchet MS"/>
                <a:cs typeface="Trebuchet MS"/>
              </a:rPr>
              <a:t>besoins</a:t>
            </a:r>
            <a:r>
              <a:rPr sz="1800" spc="-165" dirty="0">
                <a:solidFill>
                  <a:srgbClr val="585858"/>
                </a:solidFill>
                <a:latin typeface="Trebuchet MS"/>
                <a:cs typeface="Trebuchet MS"/>
              </a:rPr>
              <a:t> </a:t>
            </a:r>
            <a:r>
              <a:rPr sz="1800" spc="-120" dirty="0">
                <a:solidFill>
                  <a:srgbClr val="585858"/>
                </a:solidFill>
                <a:latin typeface="Trebuchet MS"/>
                <a:cs typeface="Trebuchet MS"/>
              </a:rPr>
              <a:t>du</a:t>
            </a:r>
            <a:r>
              <a:rPr sz="1800" spc="-160" dirty="0">
                <a:solidFill>
                  <a:srgbClr val="585858"/>
                </a:solidFill>
                <a:latin typeface="Trebuchet MS"/>
                <a:cs typeface="Trebuchet MS"/>
              </a:rPr>
              <a:t> </a:t>
            </a:r>
            <a:r>
              <a:rPr sz="1800" spc="-85" dirty="0">
                <a:solidFill>
                  <a:srgbClr val="585858"/>
                </a:solidFill>
                <a:latin typeface="Trebuchet MS"/>
                <a:cs typeface="Trebuchet MS"/>
              </a:rPr>
              <a:t>log</a:t>
            </a:r>
            <a:r>
              <a:rPr sz="1800" spc="-120" dirty="0">
                <a:solidFill>
                  <a:srgbClr val="585858"/>
                </a:solidFill>
                <a:latin typeface="Trebuchet MS"/>
                <a:cs typeface="Trebuchet MS"/>
              </a:rPr>
              <a:t>iciel</a:t>
            </a:r>
            <a:r>
              <a:rPr sz="1800" spc="-190"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40" dirty="0">
                <a:solidFill>
                  <a:srgbClr val="585858"/>
                </a:solidFill>
                <a:latin typeface="Trebuchet MS"/>
                <a:cs typeface="Trebuchet MS"/>
              </a:rPr>
              <a:t>dév</a:t>
            </a:r>
            <a:r>
              <a:rPr sz="1800" spc="-155" dirty="0">
                <a:solidFill>
                  <a:srgbClr val="585858"/>
                </a:solidFill>
                <a:latin typeface="Trebuchet MS"/>
                <a:cs typeface="Trebuchet MS"/>
              </a:rPr>
              <a:t>e</a:t>
            </a:r>
            <a:r>
              <a:rPr sz="1800" spc="-135" dirty="0">
                <a:solidFill>
                  <a:srgbClr val="585858"/>
                </a:solidFill>
                <a:latin typeface="Trebuchet MS"/>
                <a:cs typeface="Trebuchet MS"/>
              </a:rPr>
              <a:t>loppe</a:t>
            </a:r>
            <a:r>
              <a:rPr sz="1800" spc="-114" dirty="0">
                <a:solidFill>
                  <a:srgbClr val="585858"/>
                </a:solidFill>
                <a:latin typeface="Trebuchet MS"/>
                <a:cs typeface="Trebuchet MS"/>
              </a:rPr>
              <a:t>r</a:t>
            </a:r>
            <a:r>
              <a:rPr sz="1800" spc="-225" dirty="0">
                <a:solidFill>
                  <a:srgbClr val="585858"/>
                </a:solidFill>
                <a:latin typeface="Trebuchet MS"/>
                <a:cs typeface="Trebuchet MS"/>
              </a:rPr>
              <a:t>.</a:t>
            </a:r>
            <a:endParaRPr sz="1800" dirty="0">
              <a:latin typeface="Trebuchet MS"/>
              <a:cs typeface="Trebuchet MS"/>
            </a:endParaRPr>
          </a:p>
          <a:p>
            <a:pPr marL="354965" marR="5715" indent="-342900">
              <a:lnSpc>
                <a:spcPct val="114999"/>
              </a:lnSpc>
              <a:spcBef>
                <a:spcPts val="5"/>
              </a:spcBef>
              <a:buFont typeface="Arial MT"/>
              <a:buChar char="●"/>
              <a:tabLst>
                <a:tab pos="354965" algn="l"/>
                <a:tab pos="355600" algn="l"/>
                <a:tab pos="1152525" algn="l"/>
                <a:tab pos="1558290" algn="l"/>
                <a:tab pos="2077720" algn="l"/>
                <a:tab pos="2969260" algn="l"/>
                <a:tab pos="3355340" algn="l"/>
                <a:tab pos="3972560" algn="l"/>
                <a:tab pos="4319905" algn="l"/>
                <a:tab pos="5452110" algn="l"/>
              </a:tabLst>
            </a:pPr>
            <a:r>
              <a:rPr sz="1800" spc="-114" dirty="0">
                <a:solidFill>
                  <a:srgbClr val="585858"/>
                </a:solidFill>
                <a:latin typeface="Trebuchet MS"/>
                <a:cs typeface="Trebuchet MS"/>
              </a:rPr>
              <a:t>Cha</a:t>
            </a:r>
            <a:r>
              <a:rPr sz="1800" spc="-110" dirty="0">
                <a:solidFill>
                  <a:srgbClr val="585858"/>
                </a:solidFill>
                <a:latin typeface="Trebuchet MS"/>
                <a:cs typeface="Trebuchet MS"/>
              </a:rPr>
              <a:t>cun</a:t>
            </a:r>
            <a:r>
              <a:rPr sz="1800" dirty="0">
                <a:solidFill>
                  <a:srgbClr val="585858"/>
                </a:solidFill>
                <a:latin typeface="Trebuchet MS"/>
                <a:cs typeface="Trebuchet MS"/>
              </a:rPr>
              <a:t>	</a:t>
            </a:r>
            <a:r>
              <a:rPr sz="1800" spc="-105" dirty="0">
                <a:solidFill>
                  <a:srgbClr val="585858"/>
                </a:solidFill>
                <a:latin typeface="Trebuchet MS"/>
                <a:cs typeface="Trebuchet MS"/>
              </a:rPr>
              <a:t>es</a:t>
            </a:r>
            <a:r>
              <a:rPr sz="1800" spc="-80" dirty="0">
                <a:solidFill>
                  <a:srgbClr val="585858"/>
                </a:solidFill>
                <a:latin typeface="Trebuchet MS"/>
                <a:cs typeface="Trebuchet MS"/>
              </a:rPr>
              <a:t>t</a:t>
            </a:r>
            <a:r>
              <a:rPr sz="1800" dirty="0">
                <a:solidFill>
                  <a:srgbClr val="585858"/>
                </a:solidFill>
                <a:latin typeface="Trebuchet MS"/>
                <a:cs typeface="Trebuchet MS"/>
              </a:rPr>
              <a:t>	</a:t>
            </a:r>
            <a:r>
              <a:rPr sz="1800" spc="-140" dirty="0">
                <a:solidFill>
                  <a:srgbClr val="585858"/>
                </a:solidFill>
                <a:latin typeface="Trebuchet MS"/>
                <a:cs typeface="Trebuchet MS"/>
              </a:rPr>
              <a:t>libre</a:t>
            </a:r>
            <a:r>
              <a:rPr sz="1800" dirty="0">
                <a:solidFill>
                  <a:srgbClr val="585858"/>
                </a:solidFill>
                <a:latin typeface="Trebuchet MS"/>
                <a:cs typeface="Trebuchet MS"/>
              </a:rPr>
              <a:t>	</a:t>
            </a:r>
            <a:r>
              <a:rPr sz="1800" spc="-185" dirty="0">
                <a:solidFill>
                  <a:srgbClr val="585858"/>
                </a:solidFill>
                <a:latin typeface="Trebuchet MS"/>
                <a:cs typeface="Trebuchet MS"/>
              </a:rPr>
              <a:t>d’ut</a:t>
            </a:r>
            <a:r>
              <a:rPr sz="1800" spc="-130" dirty="0">
                <a:solidFill>
                  <a:srgbClr val="585858"/>
                </a:solidFill>
                <a:latin typeface="Trebuchet MS"/>
                <a:cs typeface="Trebuchet MS"/>
              </a:rPr>
              <a:t>i</a:t>
            </a:r>
            <a:r>
              <a:rPr sz="1800" spc="-140" dirty="0">
                <a:solidFill>
                  <a:srgbClr val="585858"/>
                </a:solidFill>
                <a:latin typeface="Trebuchet MS"/>
                <a:cs typeface="Trebuchet MS"/>
              </a:rPr>
              <a:t>l</a:t>
            </a:r>
            <a:r>
              <a:rPr sz="1800" spc="-95" dirty="0">
                <a:solidFill>
                  <a:srgbClr val="585858"/>
                </a:solidFill>
                <a:latin typeface="Trebuchet MS"/>
                <a:cs typeface="Trebuchet MS"/>
              </a:rPr>
              <a:t>iser</a:t>
            </a:r>
            <a:r>
              <a:rPr sz="1800" dirty="0">
                <a:solidFill>
                  <a:srgbClr val="585858"/>
                </a:solidFill>
                <a:latin typeface="Trebuchet MS"/>
                <a:cs typeface="Trebuchet MS"/>
              </a:rPr>
              <a:t>	</a:t>
            </a:r>
            <a:r>
              <a:rPr sz="1800" spc="-140" dirty="0">
                <a:solidFill>
                  <a:srgbClr val="585858"/>
                </a:solidFill>
                <a:latin typeface="Trebuchet MS"/>
                <a:cs typeface="Trebuchet MS"/>
              </a:rPr>
              <a:t>l</a:t>
            </a:r>
            <a:r>
              <a:rPr sz="1800" spc="-70" dirty="0">
                <a:solidFill>
                  <a:srgbClr val="585858"/>
                </a:solidFill>
                <a:latin typeface="Trebuchet MS"/>
                <a:cs typeface="Trebuchet MS"/>
              </a:rPr>
              <a:t>e</a:t>
            </a:r>
            <a:r>
              <a:rPr sz="1800" spc="-50" dirty="0">
                <a:solidFill>
                  <a:srgbClr val="585858"/>
                </a:solidFill>
                <a:latin typeface="Trebuchet MS"/>
                <a:cs typeface="Trebuchet MS"/>
              </a:rPr>
              <a:t>s</a:t>
            </a:r>
            <a:r>
              <a:rPr sz="1800" dirty="0">
                <a:solidFill>
                  <a:srgbClr val="585858"/>
                </a:solidFill>
                <a:latin typeface="Trebuchet MS"/>
                <a:cs typeface="Trebuchet MS"/>
              </a:rPr>
              <a:t>	</a:t>
            </a:r>
            <a:r>
              <a:rPr sz="1800" spc="-120" dirty="0">
                <a:solidFill>
                  <a:srgbClr val="585858"/>
                </a:solidFill>
                <a:latin typeface="Trebuchet MS"/>
                <a:cs typeface="Trebuchet MS"/>
              </a:rPr>
              <a:t>t</a:t>
            </a:r>
            <a:r>
              <a:rPr sz="1800" spc="-155" dirty="0">
                <a:solidFill>
                  <a:srgbClr val="585858"/>
                </a:solidFill>
                <a:latin typeface="Trebuchet MS"/>
                <a:cs typeface="Trebuchet MS"/>
              </a:rPr>
              <a:t>y</a:t>
            </a:r>
            <a:r>
              <a:rPr sz="1800" spc="-80" dirty="0">
                <a:solidFill>
                  <a:srgbClr val="585858"/>
                </a:solidFill>
                <a:latin typeface="Trebuchet MS"/>
                <a:cs typeface="Trebuchet MS"/>
              </a:rPr>
              <a:t>pes</a:t>
            </a:r>
            <a:r>
              <a:rPr sz="1800" dirty="0">
                <a:solidFill>
                  <a:srgbClr val="585858"/>
                </a:solidFill>
                <a:latin typeface="Trebuchet MS"/>
                <a:cs typeface="Trebuchet MS"/>
              </a:rPr>
              <a:t>	</a:t>
            </a:r>
            <a:r>
              <a:rPr sz="1800" spc="-150" dirty="0">
                <a:solidFill>
                  <a:srgbClr val="585858"/>
                </a:solidFill>
                <a:latin typeface="Trebuchet MS"/>
                <a:cs typeface="Trebuchet MS"/>
              </a:rPr>
              <a:t>de</a:t>
            </a:r>
            <a:r>
              <a:rPr sz="1800" dirty="0">
                <a:solidFill>
                  <a:srgbClr val="585858"/>
                </a:solidFill>
                <a:latin typeface="Trebuchet MS"/>
                <a:cs typeface="Trebuchet MS"/>
              </a:rPr>
              <a:t>	</a:t>
            </a:r>
            <a:r>
              <a:rPr sz="1800" spc="-145" dirty="0">
                <a:solidFill>
                  <a:srgbClr val="585858"/>
                </a:solidFill>
                <a:latin typeface="Trebuchet MS"/>
                <a:cs typeface="Trebuchet MS"/>
              </a:rPr>
              <a:t>d</a:t>
            </a:r>
            <a:r>
              <a:rPr sz="1800" spc="-110" dirty="0">
                <a:solidFill>
                  <a:srgbClr val="585858"/>
                </a:solidFill>
                <a:latin typeface="Trebuchet MS"/>
                <a:cs typeface="Trebuchet MS"/>
              </a:rPr>
              <a:t>iagram</a:t>
            </a:r>
            <a:r>
              <a:rPr sz="1800" spc="-160" dirty="0">
                <a:solidFill>
                  <a:srgbClr val="585858"/>
                </a:solidFill>
                <a:latin typeface="Trebuchet MS"/>
                <a:cs typeface="Trebuchet MS"/>
              </a:rPr>
              <a:t>me</a:t>
            </a:r>
            <a:r>
              <a:rPr sz="1800" dirty="0">
                <a:solidFill>
                  <a:srgbClr val="585858"/>
                </a:solidFill>
                <a:latin typeface="Trebuchet MS"/>
                <a:cs typeface="Trebuchet MS"/>
              </a:rPr>
              <a:t>	</a:t>
            </a:r>
            <a:r>
              <a:rPr sz="1800" spc="-220" dirty="0">
                <a:solidFill>
                  <a:srgbClr val="585858"/>
                </a:solidFill>
                <a:latin typeface="Trebuchet MS"/>
                <a:cs typeface="Trebuchet MS"/>
              </a:rPr>
              <a:t>qu</a:t>
            </a:r>
            <a:r>
              <a:rPr sz="1800" spc="-165" dirty="0">
                <a:solidFill>
                  <a:srgbClr val="585858"/>
                </a:solidFill>
                <a:latin typeface="Trebuchet MS"/>
                <a:cs typeface="Trebuchet MS"/>
              </a:rPr>
              <a:t>’</a:t>
            </a:r>
            <a:r>
              <a:rPr sz="1800" spc="-125" dirty="0">
                <a:solidFill>
                  <a:srgbClr val="585858"/>
                </a:solidFill>
                <a:latin typeface="Trebuchet MS"/>
                <a:cs typeface="Trebuchet MS"/>
              </a:rPr>
              <a:t>i</a:t>
            </a:r>
            <a:r>
              <a:rPr sz="1800" spc="-130" dirty="0">
                <a:solidFill>
                  <a:srgbClr val="585858"/>
                </a:solidFill>
                <a:latin typeface="Trebuchet MS"/>
                <a:cs typeface="Trebuchet MS"/>
              </a:rPr>
              <a:t>l  </a:t>
            </a:r>
            <a:r>
              <a:rPr sz="1800" spc="-135" dirty="0">
                <a:solidFill>
                  <a:srgbClr val="585858"/>
                </a:solidFill>
                <a:latin typeface="Trebuchet MS"/>
                <a:cs typeface="Trebuchet MS"/>
              </a:rPr>
              <a:t>souhaite</a:t>
            </a:r>
            <a:r>
              <a:rPr sz="1800" spc="-100" dirty="0">
                <a:solidFill>
                  <a:srgbClr val="585858"/>
                </a:solidFill>
                <a:latin typeface="Trebuchet MS"/>
                <a:cs typeface="Trebuchet MS"/>
              </a:rPr>
              <a:t>,</a:t>
            </a:r>
            <a:r>
              <a:rPr sz="1800" spc="-165" dirty="0">
                <a:solidFill>
                  <a:srgbClr val="585858"/>
                </a:solidFill>
                <a:latin typeface="Trebuchet MS"/>
                <a:cs typeface="Trebuchet MS"/>
              </a:rPr>
              <a:t> </a:t>
            </a:r>
            <a:r>
              <a:rPr sz="1800" spc="-75" dirty="0">
                <a:solidFill>
                  <a:srgbClr val="585858"/>
                </a:solidFill>
                <a:latin typeface="Trebuchet MS"/>
                <a:cs typeface="Trebuchet MS"/>
              </a:rPr>
              <a:t>dans</a:t>
            </a:r>
            <a:r>
              <a:rPr sz="1800" spc="-155" dirty="0">
                <a:solidFill>
                  <a:srgbClr val="585858"/>
                </a:solidFill>
                <a:latin typeface="Trebuchet MS"/>
                <a:cs typeface="Trebuchet MS"/>
              </a:rPr>
              <a:t> </a:t>
            </a:r>
            <a:r>
              <a:rPr sz="1800" spc="-180" dirty="0">
                <a:solidFill>
                  <a:srgbClr val="585858"/>
                </a:solidFill>
                <a:latin typeface="Trebuchet MS"/>
                <a:cs typeface="Trebuchet MS"/>
              </a:rPr>
              <a:t>l’o</a:t>
            </a:r>
            <a:r>
              <a:rPr sz="1800" spc="-185" dirty="0">
                <a:solidFill>
                  <a:srgbClr val="585858"/>
                </a:solidFill>
                <a:latin typeface="Trebuchet MS"/>
                <a:cs typeface="Trebuchet MS"/>
              </a:rPr>
              <a:t>r</a:t>
            </a:r>
            <a:r>
              <a:rPr sz="1800" spc="-150" dirty="0">
                <a:solidFill>
                  <a:srgbClr val="585858"/>
                </a:solidFill>
                <a:latin typeface="Trebuchet MS"/>
                <a:cs typeface="Trebuchet MS"/>
              </a:rPr>
              <a:t>dre</a:t>
            </a:r>
            <a:r>
              <a:rPr sz="1800" spc="-155" dirty="0">
                <a:solidFill>
                  <a:srgbClr val="585858"/>
                </a:solidFill>
                <a:latin typeface="Trebuchet MS"/>
                <a:cs typeface="Trebuchet MS"/>
              </a:rPr>
              <a:t> </a:t>
            </a:r>
            <a:r>
              <a:rPr sz="1800" spc="-165" dirty="0">
                <a:solidFill>
                  <a:srgbClr val="585858"/>
                </a:solidFill>
                <a:latin typeface="Trebuchet MS"/>
                <a:cs typeface="Trebuchet MS"/>
              </a:rPr>
              <a:t>qu’il</a:t>
            </a:r>
            <a:r>
              <a:rPr sz="1800" spc="-170" dirty="0">
                <a:solidFill>
                  <a:srgbClr val="585858"/>
                </a:solidFill>
                <a:latin typeface="Trebuchet MS"/>
                <a:cs typeface="Trebuchet MS"/>
              </a:rPr>
              <a:t> </a:t>
            </a:r>
            <a:r>
              <a:rPr sz="1800" spc="-125" dirty="0">
                <a:solidFill>
                  <a:srgbClr val="585858"/>
                </a:solidFill>
                <a:latin typeface="Trebuchet MS"/>
                <a:cs typeface="Trebuchet MS"/>
              </a:rPr>
              <a:t>v</a:t>
            </a:r>
            <a:r>
              <a:rPr sz="1800" spc="-145" dirty="0">
                <a:solidFill>
                  <a:srgbClr val="585858"/>
                </a:solidFill>
                <a:latin typeface="Trebuchet MS"/>
                <a:cs typeface="Trebuchet MS"/>
              </a:rPr>
              <a:t>e</a:t>
            </a:r>
            <a:r>
              <a:rPr sz="1800" spc="-140" dirty="0">
                <a:solidFill>
                  <a:srgbClr val="585858"/>
                </a:solidFill>
                <a:latin typeface="Trebuchet MS"/>
                <a:cs typeface="Trebuchet MS"/>
              </a:rPr>
              <a:t>ut</a:t>
            </a:r>
            <a:r>
              <a:rPr sz="1800" spc="-225"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25"/>
              </a:spcBef>
              <a:buFont typeface="Arial MT"/>
              <a:buChar char="●"/>
              <a:tabLst>
                <a:tab pos="354965" algn="l"/>
                <a:tab pos="355600" algn="l"/>
              </a:tabLst>
            </a:pPr>
            <a:r>
              <a:rPr sz="1800" spc="-90" dirty="0">
                <a:solidFill>
                  <a:srgbClr val="585858"/>
                </a:solidFill>
                <a:latin typeface="Trebuchet MS"/>
                <a:cs typeface="Trebuchet MS"/>
              </a:rPr>
              <a:t>Il</a:t>
            </a:r>
            <a:r>
              <a:rPr sz="1800" spc="70" dirty="0">
                <a:solidFill>
                  <a:srgbClr val="585858"/>
                </a:solidFill>
                <a:latin typeface="Trebuchet MS"/>
                <a:cs typeface="Trebuchet MS"/>
              </a:rPr>
              <a:t> </a:t>
            </a:r>
            <a:r>
              <a:rPr sz="1800" spc="-100" dirty="0">
                <a:solidFill>
                  <a:srgbClr val="585858"/>
                </a:solidFill>
                <a:latin typeface="Trebuchet MS"/>
                <a:cs typeface="Trebuchet MS"/>
              </a:rPr>
              <a:t>suffit</a:t>
            </a:r>
            <a:r>
              <a:rPr sz="1800" spc="65" dirty="0">
                <a:solidFill>
                  <a:srgbClr val="585858"/>
                </a:solidFill>
                <a:latin typeface="Trebuchet MS"/>
                <a:cs typeface="Trebuchet MS"/>
              </a:rPr>
              <a:t> </a:t>
            </a:r>
            <a:r>
              <a:rPr sz="1800" spc="-135" dirty="0">
                <a:solidFill>
                  <a:srgbClr val="585858"/>
                </a:solidFill>
                <a:latin typeface="Trebuchet MS"/>
                <a:cs typeface="Trebuchet MS"/>
              </a:rPr>
              <a:t>que</a:t>
            </a:r>
            <a:r>
              <a:rPr sz="1800" spc="65" dirty="0">
                <a:solidFill>
                  <a:srgbClr val="585858"/>
                </a:solidFill>
                <a:latin typeface="Trebuchet MS"/>
                <a:cs typeface="Trebuchet MS"/>
              </a:rPr>
              <a:t> </a:t>
            </a:r>
            <a:r>
              <a:rPr sz="1800" spc="-85" dirty="0">
                <a:solidFill>
                  <a:srgbClr val="585858"/>
                </a:solidFill>
                <a:latin typeface="Trebuchet MS"/>
                <a:cs typeface="Trebuchet MS"/>
              </a:rPr>
              <a:t>les</a:t>
            </a:r>
            <a:r>
              <a:rPr sz="1800" spc="65" dirty="0">
                <a:solidFill>
                  <a:srgbClr val="585858"/>
                </a:solidFill>
                <a:latin typeface="Trebuchet MS"/>
                <a:cs typeface="Trebuchet MS"/>
              </a:rPr>
              <a:t> </a:t>
            </a:r>
            <a:r>
              <a:rPr sz="1800" spc="-105" dirty="0">
                <a:solidFill>
                  <a:srgbClr val="585858"/>
                </a:solidFill>
                <a:latin typeface="Trebuchet MS"/>
                <a:cs typeface="Trebuchet MS"/>
              </a:rPr>
              <a:t>diagrammes</a:t>
            </a:r>
            <a:r>
              <a:rPr sz="1800" spc="75" dirty="0">
                <a:solidFill>
                  <a:srgbClr val="585858"/>
                </a:solidFill>
                <a:latin typeface="Trebuchet MS"/>
                <a:cs typeface="Trebuchet MS"/>
              </a:rPr>
              <a:t> </a:t>
            </a:r>
            <a:r>
              <a:rPr sz="1800" spc="-95" dirty="0">
                <a:solidFill>
                  <a:srgbClr val="585858"/>
                </a:solidFill>
                <a:latin typeface="Trebuchet MS"/>
                <a:cs typeface="Trebuchet MS"/>
              </a:rPr>
              <a:t>réalisés</a:t>
            </a:r>
            <a:r>
              <a:rPr sz="1800" spc="75" dirty="0">
                <a:solidFill>
                  <a:srgbClr val="585858"/>
                </a:solidFill>
                <a:latin typeface="Trebuchet MS"/>
                <a:cs typeface="Trebuchet MS"/>
              </a:rPr>
              <a:t> </a:t>
            </a:r>
            <a:r>
              <a:rPr sz="1800" spc="-100" dirty="0">
                <a:solidFill>
                  <a:srgbClr val="585858"/>
                </a:solidFill>
                <a:latin typeface="Trebuchet MS"/>
                <a:cs typeface="Trebuchet MS"/>
              </a:rPr>
              <a:t>soient</a:t>
            </a:r>
            <a:r>
              <a:rPr sz="1800" spc="75" dirty="0">
                <a:solidFill>
                  <a:srgbClr val="585858"/>
                </a:solidFill>
                <a:latin typeface="Trebuchet MS"/>
                <a:cs typeface="Trebuchet MS"/>
              </a:rPr>
              <a:t> </a:t>
            </a:r>
            <a:r>
              <a:rPr sz="1800" spc="-114" dirty="0">
                <a:solidFill>
                  <a:srgbClr val="585858"/>
                </a:solidFill>
                <a:latin typeface="Trebuchet MS"/>
                <a:cs typeface="Trebuchet MS"/>
              </a:rPr>
              <a:t>cohérents</a:t>
            </a:r>
            <a:r>
              <a:rPr sz="1800" spc="75" dirty="0">
                <a:solidFill>
                  <a:srgbClr val="585858"/>
                </a:solidFill>
                <a:latin typeface="Trebuchet MS"/>
                <a:cs typeface="Trebuchet MS"/>
              </a:rPr>
              <a:t> </a:t>
            </a:r>
            <a:r>
              <a:rPr sz="1800" spc="-155" dirty="0">
                <a:solidFill>
                  <a:srgbClr val="585858"/>
                </a:solidFill>
                <a:latin typeface="Trebuchet MS"/>
                <a:cs typeface="Trebuchet MS"/>
              </a:rPr>
              <a:t>entre</a:t>
            </a:r>
            <a:endParaRPr sz="1800" dirty="0">
              <a:latin typeface="Trebuchet MS"/>
              <a:cs typeface="Trebuchet MS"/>
            </a:endParaRPr>
          </a:p>
          <a:p>
            <a:pPr marL="354965">
              <a:lnSpc>
                <a:spcPct val="100000"/>
              </a:lnSpc>
              <a:spcBef>
                <a:spcPts val="325"/>
              </a:spcBef>
            </a:pPr>
            <a:r>
              <a:rPr sz="1800" spc="-180" dirty="0">
                <a:solidFill>
                  <a:srgbClr val="585858"/>
                </a:solidFill>
                <a:latin typeface="Trebuchet MS"/>
                <a:cs typeface="Trebuchet MS"/>
              </a:rPr>
              <a:t>eux,</a:t>
            </a:r>
            <a:r>
              <a:rPr sz="1800" spc="-155" dirty="0">
                <a:solidFill>
                  <a:srgbClr val="585858"/>
                </a:solidFill>
                <a:latin typeface="Trebuchet MS"/>
                <a:cs typeface="Trebuchet MS"/>
              </a:rPr>
              <a:t> </a:t>
            </a:r>
            <a:r>
              <a:rPr sz="1800" spc="-125" dirty="0">
                <a:solidFill>
                  <a:srgbClr val="585858"/>
                </a:solidFill>
                <a:latin typeface="Trebuchet MS"/>
                <a:cs typeface="Trebuchet MS"/>
              </a:rPr>
              <a:t>avant</a:t>
            </a:r>
            <a:r>
              <a:rPr sz="1800" spc="-150" dirty="0">
                <a:solidFill>
                  <a:srgbClr val="585858"/>
                </a:solidFill>
                <a:latin typeface="Trebuchet MS"/>
                <a:cs typeface="Trebuchet MS"/>
              </a:rPr>
              <a:t> de</a:t>
            </a:r>
            <a:r>
              <a:rPr sz="1800" spc="-160" dirty="0">
                <a:solidFill>
                  <a:srgbClr val="585858"/>
                </a:solidFill>
                <a:latin typeface="Trebuchet MS"/>
                <a:cs typeface="Trebuchet MS"/>
              </a:rPr>
              <a:t> </a:t>
            </a:r>
            <a:r>
              <a:rPr sz="1800" spc="-75" dirty="0">
                <a:solidFill>
                  <a:srgbClr val="585858"/>
                </a:solidFill>
                <a:latin typeface="Trebuchet MS"/>
                <a:cs typeface="Trebuchet MS"/>
              </a:rPr>
              <a:t>passer</a:t>
            </a:r>
            <a:r>
              <a:rPr sz="1800" spc="-145"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20" dirty="0">
                <a:solidFill>
                  <a:srgbClr val="585858"/>
                </a:solidFill>
                <a:latin typeface="Trebuchet MS"/>
                <a:cs typeface="Trebuchet MS"/>
              </a:rPr>
              <a:t>la</a:t>
            </a:r>
            <a:r>
              <a:rPr sz="1800" spc="-165" dirty="0">
                <a:solidFill>
                  <a:srgbClr val="585858"/>
                </a:solidFill>
                <a:latin typeface="Trebuchet MS"/>
                <a:cs typeface="Trebuchet MS"/>
              </a:rPr>
              <a:t> </a:t>
            </a:r>
            <a:r>
              <a:rPr sz="1800" spc="-114" dirty="0">
                <a:solidFill>
                  <a:srgbClr val="585858"/>
                </a:solidFill>
                <a:latin typeface="Trebuchet MS"/>
                <a:cs typeface="Trebuchet MS"/>
              </a:rPr>
              <a:t>réalisation</a:t>
            </a:r>
            <a:r>
              <a:rPr sz="1800" spc="-155" dirty="0">
                <a:solidFill>
                  <a:srgbClr val="585858"/>
                </a:solidFill>
                <a:latin typeface="Trebuchet MS"/>
                <a:cs typeface="Trebuchet MS"/>
              </a:rPr>
              <a:t> </a:t>
            </a:r>
            <a:r>
              <a:rPr sz="1800" spc="-120" dirty="0">
                <a:solidFill>
                  <a:srgbClr val="585858"/>
                </a:solidFill>
                <a:latin typeface="Trebuchet MS"/>
                <a:cs typeface="Trebuchet MS"/>
              </a:rPr>
              <a:t>du</a:t>
            </a:r>
            <a:r>
              <a:rPr sz="1800" spc="-160" dirty="0">
                <a:solidFill>
                  <a:srgbClr val="585858"/>
                </a:solidFill>
                <a:latin typeface="Trebuchet MS"/>
                <a:cs typeface="Trebuchet MS"/>
              </a:rPr>
              <a:t> </a:t>
            </a:r>
            <a:r>
              <a:rPr sz="1800" spc="-120" dirty="0">
                <a:solidFill>
                  <a:srgbClr val="585858"/>
                </a:solidFill>
                <a:latin typeface="Trebuchet MS"/>
                <a:cs typeface="Trebuchet MS"/>
              </a:rPr>
              <a:t>logiciel.</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spc="-10" dirty="0"/>
              <a:t>L</a:t>
            </a:r>
            <a:r>
              <a:rPr spc="-10" dirty="0"/>
              <a:t>angage</a:t>
            </a:r>
            <a:r>
              <a:rPr spc="-45" dirty="0"/>
              <a:t> </a:t>
            </a:r>
            <a:r>
              <a:rPr spc="-15" dirty="0">
                <a:solidFill>
                  <a:srgbClr val="ED795B"/>
                </a:solidFill>
              </a:rPr>
              <a:t>UML	</a:t>
            </a:r>
          </a:p>
        </p:txBody>
      </p:sp>
      <p:pic>
        <p:nvPicPr>
          <p:cNvPr id="4" name="object 4"/>
          <p:cNvPicPr/>
          <p:nvPr/>
        </p:nvPicPr>
        <p:blipFill>
          <a:blip r:embed="rId2" cstate="print"/>
          <a:stretch>
            <a:fillRect/>
          </a:stretch>
        </p:blipFill>
        <p:spPr>
          <a:xfrm>
            <a:off x="6466332" y="1488947"/>
            <a:ext cx="2500884" cy="2500884"/>
          </a:xfrm>
          <a:prstGeom prst="rect">
            <a:avLst/>
          </a:prstGeom>
        </p:spPr>
      </p:pic>
    </p:spTree>
    <p:extLst>
      <p:ext uri="{BB962C8B-B14F-4D97-AF65-F5344CB8AC3E}">
        <p14:creationId xmlns:p14="http://schemas.microsoft.com/office/powerpoint/2010/main" val="646050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ositionnement</a:t>
            </a:r>
            <a:r>
              <a:rPr spc="-10" dirty="0"/>
              <a:t> </a:t>
            </a:r>
            <a:r>
              <a:rPr dirty="0"/>
              <a:t>de</a:t>
            </a:r>
            <a:r>
              <a:rPr spc="-10" dirty="0"/>
              <a:t> </a:t>
            </a:r>
            <a:r>
              <a:rPr spc="5" dirty="0"/>
              <a:t>ce</a:t>
            </a:r>
            <a:r>
              <a:rPr spc="10" dirty="0"/>
              <a:t> </a:t>
            </a:r>
            <a:r>
              <a:rPr spc="-5" dirty="0">
                <a:solidFill>
                  <a:srgbClr val="ED795B"/>
                </a:solidFill>
              </a:rPr>
              <a:t>cours	</a:t>
            </a:r>
          </a:p>
        </p:txBody>
      </p:sp>
      <p:graphicFrame>
        <p:nvGraphicFramePr>
          <p:cNvPr id="10" name="object 10"/>
          <p:cNvGraphicFramePr>
            <a:graphicFrameLocks noGrp="1"/>
          </p:cNvGraphicFramePr>
          <p:nvPr/>
        </p:nvGraphicFramePr>
        <p:xfrm>
          <a:off x="519683" y="1257300"/>
          <a:ext cx="5040630" cy="1039113"/>
        </p:xfrm>
        <a:graphic>
          <a:graphicData uri="http://schemas.openxmlformats.org/drawingml/2006/table">
            <a:tbl>
              <a:tblPr firstRow="1" bandRow="1">
                <a:tableStyleId>{2D5ABB26-0587-4C30-8999-92F81FD0307C}</a:tableStyleId>
              </a:tblPr>
              <a:tblGrid>
                <a:gridCol w="1619885">
                  <a:extLst>
                    <a:ext uri="{9D8B030D-6E8A-4147-A177-3AD203B41FA5}">
                      <a16:colId xmlns:a16="http://schemas.microsoft.com/office/drawing/2014/main" val="20000"/>
                    </a:ext>
                  </a:extLst>
                </a:gridCol>
                <a:gridCol w="91440">
                  <a:extLst>
                    <a:ext uri="{9D8B030D-6E8A-4147-A177-3AD203B41FA5}">
                      <a16:colId xmlns:a16="http://schemas.microsoft.com/office/drawing/2014/main" val="20001"/>
                    </a:ext>
                  </a:extLst>
                </a:gridCol>
                <a:gridCol w="1619885">
                  <a:extLst>
                    <a:ext uri="{9D8B030D-6E8A-4147-A177-3AD203B41FA5}">
                      <a16:colId xmlns:a16="http://schemas.microsoft.com/office/drawing/2014/main" val="20002"/>
                    </a:ext>
                  </a:extLst>
                </a:gridCol>
                <a:gridCol w="89535">
                  <a:extLst>
                    <a:ext uri="{9D8B030D-6E8A-4147-A177-3AD203B41FA5}">
                      <a16:colId xmlns:a16="http://schemas.microsoft.com/office/drawing/2014/main" val="20003"/>
                    </a:ext>
                  </a:extLst>
                </a:gridCol>
                <a:gridCol w="1619885">
                  <a:extLst>
                    <a:ext uri="{9D8B030D-6E8A-4147-A177-3AD203B41FA5}">
                      <a16:colId xmlns:a16="http://schemas.microsoft.com/office/drawing/2014/main" val="20004"/>
                    </a:ext>
                  </a:extLst>
                </a:gridCol>
              </a:tblGrid>
              <a:tr h="470153">
                <a:tc gridSpan="5">
                  <a:txBody>
                    <a:bodyPr/>
                    <a:lstStyle/>
                    <a:p>
                      <a:pPr marL="1270" algn="ctr">
                        <a:lnSpc>
                          <a:spcPct val="100000"/>
                        </a:lnSpc>
                        <a:spcBef>
                          <a:spcPts val="140"/>
                        </a:spcBef>
                      </a:pPr>
                      <a:r>
                        <a:rPr sz="2400" b="1" dirty="0">
                          <a:solidFill>
                            <a:srgbClr val="FFFFFF"/>
                          </a:solidFill>
                          <a:latin typeface="Roboto"/>
                          <a:cs typeface="Roboto"/>
                        </a:rPr>
                        <a:t>ANALYSE</a:t>
                      </a:r>
                      <a:endParaRPr sz="2400">
                        <a:latin typeface="Roboto"/>
                        <a:cs typeface="Roboto"/>
                      </a:endParaRPr>
                    </a:p>
                  </a:txBody>
                  <a:tcPr marL="0" marR="0" marT="17780" marB="0">
                    <a:lnB w="83819">
                      <a:solidFill>
                        <a:srgbClr val="FFFFFF"/>
                      </a:solidFill>
                      <a:prstDash val="solid"/>
                    </a:lnB>
                    <a:solidFill>
                      <a:srgbClr val="556479"/>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71678">
                <a:tc>
                  <a:txBody>
                    <a:bodyPr/>
                    <a:lstStyle/>
                    <a:p>
                      <a:pPr marL="103505">
                        <a:lnSpc>
                          <a:spcPct val="100000"/>
                        </a:lnSpc>
                        <a:spcBef>
                          <a:spcPts val="1120"/>
                        </a:spcBef>
                      </a:pPr>
                      <a:r>
                        <a:rPr sz="1400" b="1" dirty="0">
                          <a:solidFill>
                            <a:srgbClr val="FFFFFF"/>
                          </a:solidFill>
                          <a:latin typeface="Trebuchet MS"/>
                          <a:cs typeface="Trebuchet MS"/>
                        </a:rPr>
                        <a:t>An</a:t>
                      </a:r>
                      <a:r>
                        <a:rPr sz="1400" b="1" spc="5" dirty="0">
                          <a:solidFill>
                            <a:srgbClr val="FFFFFF"/>
                          </a:solidFill>
                          <a:latin typeface="Trebuchet MS"/>
                          <a:cs typeface="Trebuchet MS"/>
                        </a:rPr>
                        <a:t>a</a:t>
                      </a:r>
                      <a:r>
                        <a:rPr sz="1400" b="1" dirty="0">
                          <a:solidFill>
                            <a:srgbClr val="FFFFFF"/>
                          </a:solidFill>
                          <a:latin typeface="Trebuchet MS"/>
                          <a:cs typeface="Trebuchet MS"/>
                        </a:rPr>
                        <a:t>lyse</a:t>
                      </a:r>
                      <a:r>
                        <a:rPr sz="1400" b="1" spc="-135" dirty="0">
                          <a:solidFill>
                            <a:srgbClr val="FFFFFF"/>
                          </a:solidFill>
                          <a:latin typeface="Trebuchet MS"/>
                          <a:cs typeface="Trebuchet MS"/>
                        </a:rPr>
                        <a:t> </a:t>
                      </a:r>
                      <a:r>
                        <a:rPr sz="1400" b="1" dirty="0">
                          <a:solidFill>
                            <a:srgbClr val="FFFFFF"/>
                          </a:solidFill>
                          <a:latin typeface="Trebuchet MS"/>
                          <a:cs typeface="Trebuchet MS"/>
                        </a:rPr>
                        <a:t>d</a:t>
                      </a:r>
                      <a:r>
                        <a:rPr sz="1400" b="1" spc="5" dirty="0">
                          <a:solidFill>
                            <a:srgbClr val="FFFFFF"/>
                          </a:solidFill>
                          <a:latin typeface="Trebuchet MS"/>
                          <a:cs typeface="Trebuchet MS"/>
                        </a:rPr>
                        <a:t>e</a:t>
                      </a:r>
                      <a:r>
                        <a:rPr sz="1400" b="1" dirty="0">
                          <a:solidFill>
                            <a:srgbClr val="FFFFFF"/>
                          </a:solidFill>
                          <a:latin typeface="Trebuchet MS"/>
                          <a:cs typeface="Trebuchet MS"/>
                        </a:rPr>
                        <a:t>s</a:t>
                      </a:r>
                      <a:r>
                        <a:rPr sz="1400" b="1" spc="-120" dirty="0">
                          <a:solidFill>
                            <a:srgbClr val="FFFFFF"/>
                          </a:solidFill>
                          <a:latin typeface="Trebuchet MS"/>
                          <a:cs typeface="Trebuchet MS"/>
                        </a:rPr>
                        <a:t> </a:t>
                      </a:r>
                      <a:r>
                        <a:rPr sz="1400" b="1" dirty="0">
                          <a:solidFill>
                            <a:srgbClr val="FFFFFF"/>
                          </a:solidFill>
                          <a:latin typeface="Trebuchet MS"/>
                          <a:cs typeface="Trebuchet MS"/>
                        </a:rPr>
                        <a:t>b</a:t>
                      </a:r>
                      <a:r>
                        <a:rPr sz="1400" b="1" spc="5" dirty="0">
                          <a:solidFill>
                            <a:srgbClr val="FFFFFF"/>
                          </a:solidFill>
                          <a:latin typeface="Trebuchet MS"/>
                          <a:cs typeface="Trebuchet MS"/>
                        </a:rPr>
                        <a:t>e</a:t>
                      </a:r>
                      <a:r>
                        <a:rPr sz="1400" b="1" dirty="0">
                          <a:solidFill>
                            <a:srgbClr val="FFFFFF"/>
                          </a:solidFill>
                          <a:latin typeface="Trebuchet MS"/>
                          <a:cs typeface="Trebuchet MS"/>
                        </a:rPr>
                        <a:t>soins</a:t>
                      </a:r>
                      <a:endParaRPr sz="1400">
                        <a:latin typeface="Trebuchet MS"/>
                        <a:cs typeface="Trebuchet MS"/>
                      </a:endParaRPr>
                    </a:p>
                  </a:txBody>
                  <a:tcPr marL="0" marR="0" marT="142240" marB="0">
                    <a:lnT w="83819">
                      <a:solidFill>
                        <a:srgbClr val="FFFFFF"/>
                      </a:solidFill>
                      <a:prstDash val="solid"/>
                    </a:lnT>
                    <a:solidFill>
                      <a:srgbClr val="ED795B"/>
                    </a:solidFill>
                  </a:tcPr>
                </a:tc>
                <a:tc>
                  <a:txBody>
                    <a:bodyPr/>
                    <a:lstStyle/>
                    <a:p>
                      <a:pPr>
                        <a:lnSpc>
                          <a:spcPct val="100000"/>
                        </a:lnSpc>
                      </a:pPr>
                      <a:endParaRPr sz="1300">
                        <a:latin typeface="Times New Roman"/>
                        <a:cs typeface="Times New Roman"/>
                      </a:endParaRPr>
                    </a:p>
                  </a:txBody>
                  <a:tcPr marL="0" marR="0" marT="0" marB="0">
                    <a:lnT w="83819">
                      <a:solidFill>
                        <a:srgbClr val="FFFFFF"/>
                      </a:solidFill>
                      <a:prstDash val="solid"/>
                    </a:lnT>
                  </a:tcPr>
                </a:tc>
                <a:tc>
                  <a:txBody>
                    <a:bodyPr/>
                    <a:lstStyle/>
                    <a:p>
                      <a:pPr marL="111125">
                        <a:lnSpc>
                          <a:spcPct val="100000"/>
                        </a:lnSpc>
                        <a:spcBef>
                          <a:spcPts val="1120"/>
                        </a:spcBef>
                      </a:pPr>
                      <a:r>
                        <a:rPr sz="1400" b="1" dirty="0">
                          <a:solidFill>
                            <a:srgbClr val="FFFFFF"/>
                          </a:solidFill>
                          <a:latin typeface="Trebuchet MS"/>
                          <a:cs typeface="Trebuchet MS"/>
                        </a:rPr>
                        <a:t>Analyse</a:t>
                      </a:r>
                      <a:r>
                        <a:rPr sz="1400" b="1" spc="-130" dirty="0">
                          <a:solidFill>
                            <a:srgbClr val="FFFFFF"/>
                          </a:solidFill>
                          <a:latin typeface="Trebuchet MS"/>
                          <a:cs typeface="Trebuchet MS"/>
                        </a:rPr>
                        <a:t> </a:t>
                      </a:r>
                      <a:r>
                        <a:rPr sz="1400" b="1" dirty="0">
                          <a:solidFill>
                            <a:srgbClr val="FFFFFF"/>
                          </a:solidFill>
                          <a:latin typeface="Trebuchet MS"/>
                          <a:cs typeface="Trebuchet MS"/>
                        </a:rPr>
                        <a:t>du</a:t>
                      </a:r>
                      <a:r>
                        <a:rPr sz="1400" b="1" spc="-114" dirty="0">
                          <a:solidFill>
                            <a:srgbClr val="FFFFFF"/>
                          </a:solidFill>
                          <a:latin typeface="Trebuchet MS"/>
                          <a:cs typeface="Trebuchet MS"/>
                        </a:rPr>
                        <a:t> </a:t>
                      </a:r>
                      <a:r>
                        <a:rPr sz="1400" b="1" dirty="0">
                          <a:solidFill>
                            <a:srgbClr val="FFFFFF"/>
                          </a:solidFill>
                          <a:latin typeface="Trebuchet MS"/>
                          <a:cs typeface="Trebuchet MS"/>
                        </a:rPr>
                        <a:t>d</a:t>
                      </a:r>
                      <a:r>
                        <a:rPr sz="1400" b="1" spc="5" dirty="0">
                          <a:solidFill>
                            <a:srgbClr val="FFFFFF"/>
                          </a:solidFill>
                          <a:latin typeface="Trebuchet MS"/>
                          <a:cs typeface="Trebuchet MS"/>
                        </a:rPr>
                        <a:t>o</a:t>
                      </a:r>
                      <a:r>
                        <a:rPr sz="1400" b="1" dirty="0">
                          <a:solidFill>
                            <a:srgbClr val="FFFFFF"/>
                          </a:solidFill>
                          <a:latin typeface="Trebuchet MS"/>
                          <a:cs typeface="Trebuchet MS"/>
                        </a:rPr>
                        <a:t>maine</a:t>
                      </a:r>
                      <a:endParaRPr sz="1400">
                        <a:latin typeface="Trebuchet MS"/>
                        <a:cs typeface="Trebuchet MS"/>
                      </a:endParaRPr>
                    </a:p>
                  </a:txBody>
                  <a:tcPr marL="0" marR="0" marT="142240" marB="0">
                    <a:lnT w="83819">
                      <a:solidFill>
                        <a:srgbClr val="FFFFFF"/>
                      </a:solidFill>
                      <a:prstDash val="solid"/>
                    </a:lnT>
                    <a:solidFill>
                      <a:srgbClr val="ED795B"/>
                    </a:solidFill>
                  </a:tcPr>
                </a:tc>
                <a:tc>
                  <a:txBody>
                    <a:bodyPr/>
                    <a:lstStyle/>
                    <a:p>
                      <a:pPr>
                        <a:lnSpc>
                          <a:spcPct val="100000"/>
                        </a:lnSpc>
                      </a:pPr>
                      <a:endParaRPr sz="1300">
                        <a:latin typeface="Times New Roman"/>
                        <a:cs typeface="Times New Roman"/>
                      </a:endParaRPr>
                    </a:p>
                  </a:txBody>
                  <a:tcPr marL="0" marR="0" marT="0" marB="0">
                    <a:lnT w="83819">
                      <a:solidFill>
                        <a:srgbClr val="FFFFFF"/>
                      </a:solidFill>
                      <a:prstDash val="solid"/>
                    </a:lnT>
                  </a:tcPr>
                </a:tc>
                <a:tc>
                  <a:txBody>
                    <a:bodyPr/>
                    <a:lstStyle/>
                    <a:p>
                      <a:pPr marL="135255">
                        <a:lnSpc>
                          <a:spcPct val="100000"/>
                        </a:lnSpc>
                        <a:spcBef>
                          <a:spcPts val="1120"/>
                        </a:spcBef>
                      </a:pPr>
                      <a:r>
                        <a:rPr sz="1400" b="1" dirty="0">
                          <a:solidFill>
                            <a:srgbClr val="FFFFFF"/>
                          </a:solidFill>
                          <a:latin typeface="Trebuchet MS"/>
                          <a:cs typeface="Trebuchet MS"/>
                        </a:rPr>
                        <a:t>Analyse</a:t>
                      </a:r>
                      <a:r>
                        <a:rPr sz="1400" b="1" spc="-130" dirty="0">
                          <a:solidFill>
                            <a:srgbClr val="FFFFFF"/>
                          </a:solidFill>
                          <a:latin typeface="Trebuchet MS"/>
                          <a:cs typeface="Trebuchet MS"/>
                        </a:rPr>
                        <a:t> </a:t>
                      </a:r>
                      <a:r>
                        <a:rPr sz="1400" b="1" dirty="0">
                          <a:solidFill>
                            <a:srgbClr val="FFFFFF"/>
                          </a:solidFill>
                          <a:latin typeface="Trebuchet MS"/>
                          <a:cs typeface="Trebuchet MS"/>
                        </a:rPr>
                        <a:t>applicat</a:t>
                      </a:r>
                      <a:r>
                        <a:rPr sz="1400" b="1" spc="-10" dirty="0">
                          <a:solidFill>
                            <a:srgbClr val="FFFFFF"/>
                          </a:solidFill>
                          <a:latin typeface="Trebuchet MS"/>
                          <a:cs typeface="Trebuchet MS"/>
                        </a:rPr>
                        <a:t>i</a:t>
                      </a:r>
                      <a:r>
                        <a:rPr sz="1400" b="1" dirty="0">
                          <a:solidFill>
                            <a:srgbClr val="FFFFFF"/>
                          </a:solidFill>
                          <a:latin typeface="Trebuchet MS"/>
                          <a:cs typeface="Trebuchet MS"/>
                        </a:rPr>
                        <a:t>ve</a:t>
                      </a:r>
                      <a:endParaRPr sz="1400">
                        <a:latin typeface="Trebuchet MS"/>
                        <a:cs typeface="Trebuchet MS"/>
                      </a:endParaRPr>
                    </a:p>
                  </a:txBody>
                  <a:tcPr marL="0" marR="0" marT="142240" marB="0">
                    <a:lnT w="83819">
                      <a:solidFill>
                        <a:srgbClr val="FFFFFF"/>
                      </a:solidFill>
                      <a:prstDash val="solid"/>
                    </a:lnT>
                    <a:solidFill>
                      <a:srgbClr val="ED795B"/>
                    </a:solidFill>
                  </a:tcPr>
                </a:tc>
                <a:extLst>
                  <a:ext uri="{0D108BD9-81ED-4DB2-BD59-A6C34878D82A}">
                    <a16:rowId xmlns:a16="http://schemas.microsoft.com/office/drawing/2014/main" val="10001"/>
                  </a:ext>
                </a:extLst>
              </a:tr>
            </a:tbl>
          </a:graphicData>
        </a:graphic>
      </p:graphicFrame>
      <p:sp>
        <p:nvSpPr>
          <p:cNvPr id="11" name="object 11"/>
          <p:cNvSpPr txBox="1"/>
          <p:nvPr/>
        </p:nvSpPr>
        <p:spPr>
          <a:xfrm>
            <a:off x="5926835" y="1257300"/>
            <a:ext cx="2496820" cy="428625"/>
          </a:xfrm>
          <a:prstGeom prst="rect">
            <a:avLst/>
          </a:prstGeom>
          <a:solidFill>
            <a:srgbClr val="556479"/>
          </a:solidFill>
        </p:spPr>
        <p:txBody>
          <a:bodyPr vert="horz" wrap="square" lIns="0" tIns="17780" rIns="0" bIns="0" rtlCol="0">
            <a:spAutoFit/>
          </a:bodyPr>
          <a:lstStyle/>
          <a:p>
            <a:pPr marL="310515">
              <a:lnSpc>
                <a:spcPct val="100000"/>
              </a:lnSpc>
              <a:spcBef>
                <a:spcPts val="140"/>
              </a:spcBef>
            </a:pPr>
            <a:r>
              <a:rPr sz="2400" b="1" spc="5" dirty="0">
                <a:solidFill>
                  <a:srgbClr val="FFFFFF"/>
                </a:solidFill>
                <a:latin typeface="Roboto"/>
                <a:cs typeface="Roboto"/>
              </a:rPr>
              <a:t>CONCEPTION</a:t>
            </a:r>
            <a:endParaRPr sz="2400">
              <a:latin typeface="Roboto"/>
              <a:cs typeface="Roboto"/>
            </a:endParaRPr>
          </a:p>
        </p:txBody>
      </p:sp>
      <p:sp>
        <p:nvSpPr>
          <p:cNvPr id="12" name="object 12"/>
          <p:cNvSpPr txBox="1"/>
          <p:nvPr/>
        </p:nvSpPr>
        <p:spPr>
          <a:xfrm>
            <a:off x="5926835" y="1769364"/>
            <a:ext cx="2496820" cy="429895"/>
          </a:xfrm>
          <a:prstGeom prst="rect">
            <a:avLst/>
          </a:prstGeom>
          <a:solidFill>
            <a:srgbClr val="ED795B"/>
          </a:solidFill>
        </p:spPr>
        <p:txBody>
          <a:bodyPr vert="horz" wrap="square" lIns="0" tIns="100330" rIns="0" bIns="0" rtlCol="0">
            <a:spAutoFit/>
          </a:bodyPr>
          <a:lstStyle/>
          <a:p>
            <a:pPr marL="368935">
              <a:lnSpc>
                <a:spcPct val="100000"/>
              </a:lnSpc>
              <a:spcBef>
                <a:spcPts val="790"/>
              </a:spcBef>
            </a:pPr>
            <a:r>
              <a:rPr sz="1400" b="1" spc="-130" dirty="0">
                <a:solidFill>
                  <a:srgbClr val="FFFFFF"/>
                </a:solidFill>
                <a:latin typeface="Trebuchet MS"/>
                <a:cs typeface="Trebuchet MS"/>
              </a:rPr>
              <a:t>Conc</a:t>
            </a:r>
            <a:r>
              <a:rPr sz="1400" b="1" spc="-120" dirty="0">
                <a:solidFill>
                  <a:srgbClr val="FFFFFF"/>
                </a:solidFill>
                <a:latin typeface="Trebuchet MS"/>
                <a:cs typeface="Trebuchet MS"/>
              </a:rPr>
              <a:t>e</a:t>
            </a:r>
            <a:r>
              <a:rPr sz="1400" b="1" spc="-100" dirty="0">
                <a:solidFill>
                  <a:srgbClr val="FFFFFF"/>
                </a:solidFill>
                <a:latin typeface="Trebuchet MS"/>
                <a:cs typeface="Trebuchet MS"/>
              </a:rPr>
              <a:t>pti</a:t>
            </a:r>
            <a:r>
              <a:rPr sz="1400" b="1" spc="-150" dirty="0">
                <a:solidFill>
                  <a:srgbClr val="FFFFFF"/>
                </a:solidFill>
                <a:latin typeface="Trebuchet MS"/>
                <a:cs typeface="Trebuchet MS"/>
              </a:rPr>
              <a:t>o</a:t>
            </a:r>
            <a:r>
              <a:rPr sz="1400" b="1" spc="-145" dirty="0">
                <a:solidFill>
                  <a:srgbClr val="FFFFFF"/>
                </a:solidFill>
                <a:latin typeface="Trebuchet MS"/>
                <a:cs typeface="Trebuchet MS"/>
              </a:rPr>
              <a:t>n </a:t>
            </a:r>
            <a:r>
              <a:rPr sz="1400" b="1" spc="-150" dirty="0">
                <a:solidFill>
                  <a:srgbClr val="FFFFFF"/>
                </a:solidFill>
                <a:latin typeface="Trebuchet MS"/>
                <a:cs typeface="Trebuchet MS"/>
              </a:rPr>
              <a:t>de</a:t>
            </a:r>
            <a:r>
              <a:rPr sz="1400" b="1" spc="-130" dirty="0">
                <a:solidFill>
                  <a:srgbClr val="FFFFFF"/>
                </a:solidFill>
                <a:latin typeface="Trebuchet MS"/>
                <a:cs typeface="Trebuchet MS"/>
              </a:rPr>
              <a:t> </a:t>
            </a:r>
            <a:r>
              <a:rPr sz="1400" b="1" spc="-90" dirty="0">
                <a:solidFill>
                  <a:srgbClr val="FFFFFF"/>
                </a:solidFill>
                <a:latin typeface="Trebuchet MS"/>
                <a:cs typeface="Trebuchet MS"/>
              </a:rPr>
              <a:t>la</a:t>
            </a:r>
            <a:r>
              <a:rPr sz="1400" b="1" spc="-114" dirty="0">
                <a:solidFill>
                  <a:srgbClr val="FFFFFF"/>
                </a:solidFill>
                <a:latin typeface="Trebuchet MS"/>
                <a:cs typeface="Trebuchet MS"/>
              </a:rPr>
              <a:t> </a:t>
            </a:r>
            <a:r>
              <a:rPr sz="1400" b="1" spc="-55" dirty="0">
                <a:solidFill>
                  <a:srgbClr val="FFFFFF"/>
                </a:solidFill>
                <a:latin typeface="Trebuchet MS"/>
                <a:cs typeface="Trebuchet MS"/>
              </a:rPr>
              <a:t>so</a:t>
            </a:r>
            <a:r>
              <a:rPr sz="1400" b="1" spc="-114" dirty="0">
                <a:solidFill>
                  <a:srgbClr val="FFFFFF"/>
                </a:solidFill>
                <a:latin typeface="Trebuchet MS"/>
                <a:cs typeface="Trebuchet MS"/>
              </a:rPr>
              <a:t>lut</a:t>
            </a:r>
            <a:r>
              <a:rPr sz="1400" b="1" spc="-90" dirty="0">
                <a:solidFill>
                  <a:srgbClr val="FFFFFF"/>
                </a:solidFill>
                <a:latin typeface="Trebuchet MS"/>
                <a:cs typeface="Trebuchet MS"/>
              </a:rPr>
              <a:t>i</a:t>
            </a:r>
            <a:r>
              <a:rPr sz="1400" b="1" spc="-130" dirty="0">
                <a:solidFill>
                  <a:srgbClr val="FFFFFF"/>
                </a:solidFill>
                <a:latin typeface="Trebuchet MS"/>
                <a:cs typeface="Trebuchet MS"/>
              </a:rPr>
              <a:t>on</a:t>
            </a:r>
            <a:endParaRPr sz="1400">
              <a:latin typeface="Trebuchet MS"/>
              <a:cs typeface="Trebuchet MS"/>
            </a:endParaRPr>
          </a:p>
        </p:txBody>
      </p:sp>
      <p:sp>
        <p:nvSpPr>
          <p:cNvPr id="13" name="object 13"/>
          <p:cNvSpPr/>
          <p:nvPr/>
        </p:nvSpPr>
        <p:spPr>
          <a:xfrm>
            <a:off x="712469" y="2185416"/>
            <a:ext cx="630555" cy="544195"/>
          </a:xfrm>
          <a:custGeom>
            <a:avLst/>
            <a:gdLst/>
            <a:ahLst/>
            <a:cxnLst/>
            <a:rect l="l" t="t" r="r" b="b"/>
            <a:pathLst>
              <a:path w="630555" h="544194">
                <a:moveTo>
                  <a:pt x="49606" y="426211"/>
                </a:moveTo>
                <a:lnTo>
                  <a:pt x="0" y="543940"/>
                </a:lnTo>
                <a:lnTo>
                  <a:pt x="123977" y="512952"/>
                </a:lnTo>
                <a:lnTo>
                  <a:pt x="109821" y="496442"/>
                </a:lnTo>
                <a:lnTo>
                  <a:pt x="84721" y="496442"/>
                </a:lnTo>
                <a:lnTo>
                  <a:pt x="59931" y="467486"/>
                </a:lnTo>
                <a:lnTo>
                  <a:pt x="74380" y="455106"/>
                </a:lnTo>
                <a:lnTo>
                  <a:pt x="49606" y="426211"/>
                </a:lnTo>
                <a:close/>
              </a:path>
              <a:path w="630555" h="544194">
                <a:moveTo>
                  <a:pt x="74380" y="455106"/>
                </a:moveTo>
                <a:lnTo>
                  <a:pt x="59931" y="467486"/>
                </a:lnTo>
                <a:lnTo>
                  <a:pt x="84721" y="496442"/>
                </a:lnTo>
                <a:lnTo>
                  <a:pt x="99191" y="484044"/>
                </a:lnTo>
                <a:lnTo>
                  <a:pt x="74380" y="455106"/>
                </a:lnTo>
                <a:close/>
              </a:path>
              <a:path w="630555" h="544194">
                <a:moveTo>
                  <a:pt x="99191" y="484044"/>
                </a:moveTo>
                <a:lnTo>
                  <a:pt x="84721" y="496442"/>
                </a:lnTo>
                <a:lnTo>
                  <a:pt x="109821" y="496442"/>
                </a:lnTo>
                <a:lnTo>
                  <a:pt x="99191" y="484044"/>
                </a:lnTo>
                <a:close/>
              </a:path>
              <a:path w="630555" h="544194">
                <a:moveTo>
                  <a:pt x="605536" y="0"/>
                </a:moveTo>
                <a:lnTo>
                  <a:pt x="74380" y="455106"/>
                </a:lnTo>
                <a:lnTo>
                  <a:pt x="99191" y="484044"/>
                </a:lnTo>
                <a:lnTo>
                  <a:pt x="630301" y="28956"/>
                </a:lnTo>
                <a:lnTo>
                  <a:pt x="605536" y="0"/>
                </a:lnTo>
                <a:close/>
              </a:path>
            </a:pathLst>
          </a:custGeom>
          <a:solidFill>
            <a:srgbClr val="C5C5C5"/>
          </a:solidFill>
        </p:spPr>
        <p:txBody>
          <a:bodyPr wrap="square" lIns="0" tIns="0" rIns="0" bIns="0" rtlCol="0"/>
          <a:lstStyle/>
          <a:p>
            <a:endParaRPr/>
          </a:p>
        </p:txBody>
      </p:sp>
      <p:sp>
        <p:nvSpPr>
          <p:cNvPr id="14" name="object 14"/>
          <p:cNvSpPr txBox="1"/>
          <p:nvPr/>
        </p:nvSpPr>
        <p:spPr>
          <a:xfrm>
            <a:off x="247904" y="2754629"/>
            <a:ext cx="885190"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110" dirty="0">
                <a:solidFill>
                  <a:srgbClr val="585858"/>
                </a:solidFill>
                <a:latin typeface="Trebuchet MS"/>
                <a:cs typeface="Trebuchet MS"/>
              </a:rPr>
              <a:t>e</a:t>
            </a:r>
            <a:r>
              <a:rPr sz="1200" spc="-90" dirty="0">
                <a:solidFill>
                  <a:srgbClr val="585858"/>
                </a:solidFill>
                <a:latin typeface="Trebuchet MS"/>
                <a:cs typeface="Trebuchet MS"/>
              </a:rPr>
              <a:t> </a:t>
            </a:r>
            <a:r>
              <a:rPr sz="1200" spc="-75" dirty="0">
                <a:solidFill>
                  <a:srgbClr val="585858"/>
                </a:solidFill>
                <a:latin typeface="Trebuchet MS"/>
                <a:cs typeface="Trebuchet MS"/>
              </a:rPr>
              <a:t>de  </a:t>
            </a:r>
            <a:r>
              <a:rPr sz="1200" spc="-90" dirty="0">
                <a:solidFill>
                  <a:srgbClr val="585858"/>
                </a:solidFill>
                <a:latin typeface="Trebuchet MS"/>
                <a:cs typeface="Trebuchet MS"/>
              </a:rPr>
              <a:t>contexte</a:t>
            </a:r>
            <a:endParaRPr sz="1200">
              <a:latin typeface="Trebuchet MS"/>
              <a:cs typeface="Trebuchet MS"/>
            </a:endParaRPr>
          </a:p>
        </p:txBody>
      </p:sp>
      <p:sp>
        <p:nvSpPr>
          <p:cNvPr id="15" name="object 15"/>
          <p:cNvSpPr/>
          <p:nvPr/>
        </p:nvSpPr>
        <p:spPr>
          <a:xfrm>
            <a:off x="1312291" y="2197861"/>
            <a:ext cx="190500" cy="1195070"/>
          </a:xfrm>
          <a:custGeom>
            <a:avLst/>
            <a:gdLst/>
            <a:ahLst/>
            <a:cxnLst/>
            <a:rect l="l" t="t" r="r" b="b"/>
            <a:pathLst>
              <a:path w="190500" h="1195070">
                <a:moveTo>
                  <a:pt x="114206" y="1083099"/>
                </a:moveTo>
                <a:lnTo>
                  <a:pt x="76327" y="1087120"/>
                </a:lnTo>
                <a:lnTo>
                  <a:pt x="145161" y="1194689"/>
                </a:lnTo>
                <a:lnTo>
                  <a:pt x="179902" y="1101979"/>
                </a:lnTo>
                <a:lnTo>
                  <a:pt x="116205" y="1101979"/>
                </a:lnTo>
                <a:lnTo>
                  <a:pt x="114206" y="1083099"/>
                </a:lnTo>
                <a:close/>
              </a:path>
              <a:path w="190500" h="1195070">
                <a:moveTo>
                  <a:pt x="152167" y="1079069"/>
                </a:moveTo>
                <a:lnTo>
                  <a:pt x="114206" y="1083099"/>
                </a:lnTo>
                <a:lnTo>
                  <a:pt x="116205" y="1101979"/>
                </a:lnTo>
                <a:lnTo>
                  <a:pt x="154178" y="1098042"/>
                </a:lnTo>
                <a:lnTo>
                  <a:pt x="152167" y="1079069"/>
                </a:lnTo>
                <a:close/>
              </a:path>
              <a:path w="190500" h="1195070">
                <a:moveTo>
                  <a:pt x="189992" y="1075055"/>
                </a:moveTo>
                <a:lnTo>
                  <a:pt x="152167" y="1079069"/>
                </a:lnTo>
                <a:lnTo>
                  <a:pt x="154178" y="1098042"/>
                </a:lnTo>
                <a:lnTo>
                  <a:pt x="116205" y="1101979"/>
                </a:lnTo>
                <a:lnTo>
                  <a:pt x="179902" y="1101979"/>
                </a:lnTo>
                <a:lnTo>
                  <a:pt x="189992" y="1075055"/>
                </a:lnTo>
                <a:close/>
              </a:path>
              <a:path w="190500" h="1195070">
                <a:moveTo>
                  <a:pt x="37846" y="0"/>
                </a:moveTo>
                <a:lnTo>
                  <a:pt x="0" y="4063"/>
                </a:lnTo>
                <a:lnTo>
                  <a:pt x="114206" y="1083099"/>
                </a:lnTo>
                <a:lnTo>
                  <a:pt x="152167" y="1079069"/>
                </a:lnTo>
                <a:lnTo>
                  <a:pt x="37846" y="0"/>
                </a:lnTo>
                <a:close/>
              </a:path>
            </a:pathLst>
          </a:custGeom>
          <a:solidFill>
            <a:srgbClr val="C5C5C5"/>
          </a:solidFill>
        </p:spPr>
        <p:txBody>
          <a:bodyPr wrap="square" lIns="0" tIns="0" rIns="0" bIns="0" rtlCol="0"/>
          <a:lstStyle/>
          <a:p>
            <a:endParaRPr/>
          </a:p>
        </p:txBody>
      </p:sp>
      <p:sp>
        <p:nvSpPr>
          <p:cNvPr id="16" name="object 16"/>
          <p:cNvSpPr txBox="1"/>
          <p:nvPr/>
        </p:nvSpPr>
        <p:spPr>
          <a:xfrm>
            <a:off x="958697" y="3418078"/>
            <a:ext cx="959485"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110" dirty="0">
                <a:solidFill>
                  <a:srgbClr val="585858"/>
                </a:solidFill>
                <a:latin typeface="Trebuchet MS"/>
                <a:cs typeface="Trebuchet MS"/>
              </a:rPr>
              <a:t>e</a:t>
            </a:r>
            <a:r>
              <a:rPr sz="1200" spc="-90" dirty="0">
                <a:solidFill>
                  <a:srgbClr val="585858"/>
                </a:solidFill>
                <a:latin typeface="Trebuchet MS"/>
                <a:cs typeface="Trebuchet MS"/>
              </a:rPr>
              <a:t> d</a:t>
            </a:r>
            <a:r>
              <a:rPr sz="1200" spc="-114" dirty="0">
                <a:solidFill>
                  <a:srgbClr val="585858"/>
                </a:solidFill>
                <a:latin typeface="Trebuchet MS"/>
                <a:cs typeface="Trebuchet MS"/>
              </a:rPr>
              <a:t>e</a:t>
            </a:r>
            <a:r>
              <a:rPr sz="1200" spc="30" dirty="0">
                <a:solidFill>
                  <a:srgbClr val="585858"/>
                </a:solidFill>
                <a:latin typeface="Trebuchet MS"/>
                <a:cs typeface="Trebuchet MS"/>
              </a:rPr>
              <a:t>s  </a:t>
            </a:r>
            <a:r>
              <a:rPr sz="1200" spc="-65" dirty="0">
                <a:solidFill>
                  <a:srgbClr val="585858"/>
                </a:solidFill>
                <a:latin typeface="Trebuchet MS"/>
                <a:cs typeface="Trebuchet MS"/>
              </a:rPr>
              <a:t>ca</a:t>
            </a:r>
            <a:r>
              <a:rPr sz="1200" spc="35" dirty="0">
                <a:solidFill>
                  <a:srgbClr val="585858"/>
                </a:solidFill>
                <a:latin typeface="Trebuchet MS"/>
                <a:cs typeface="Trebuchet MS"/>
              </a:rPr>
              <a:t>s</a:t>
            </a:r>
            <a:r>
              <a:rPr sz="1200" spc="-105" dirty="0">
                <a:solidFill>
                  <a:srgbClr val="585858"/>
                </a:solidFill>
                <a:latin typeface="Trebuchet MS"/>
                <a:cs typeface="Trebuchet MS"/>
              </a:rPr>
              <a:t> </a:t>
            </a:r>
            <a:r>
              <a:rPr sz="1200" spc="-90" dirty="0">
                <a:solidFill>
                  <a:srgbClr val="585858"/>
                </a:solidFill>
                <a:latin typeface="Trebuchet MS"/>
                <a:cs typeface="Trebuchet MS"/>
              </a:rPr>
              <a:t>d</a:t>
            </a:r>
            <a:r>
              <a:rPr sz="1200" spc="-5" dirty="0">
                <a:solidFill>
                  <a:srgbClr val="585858"/>
                </a:solidFill>
                <a:latin typeface="Trebuchet MS"/>
                <a:cs typeface="Trebuchet MS"/>
              </a:rPr>
              <a:t>'</a:t>
            </a:r>
            <a:r>
              <a:rPr sz="1200" spc="-75" dirty="0">
                <a:solidFill>
                  <a:srgbClr val="585858"/>
                </a:solidFill>
                <a:latin typeface="Trebuchet MS"/>
                <a:cs typeface="Trebuchet MS"/>
              </a:rPr>
              <a:t>u</a:t>
            </a:r>
            <a:r>
              <a:rPr sz="1200" spc="-105" dirty="0">
                <a:solidFill>
                  <a:srgbClr val="585858"/>
                </a:solidFill>
                <a:latin typeface="Trebuchet MS"/>
                <a:cs typeface="Trebuchet MS"/>
              </a:rPr>
              <a:t>t</a:t>
            </a:r>
            <a:r>
              <a:rPr sz="1200" spc="-70" dirty="0">
                <a:solidFill>
                  <a:srgbClr val="585858"/>
                </a:solidFill>
                <a:latin typeface="Trebuchet MS"/>
                <a:cs typeface="Trebuchet MS"/>
              </a:rPr>
              <a:t>i</a:t>
            </a:r>
            <a:r>
              <a:rPr sz="1200" spc="-85" dirty="0">
                <a:solidFill>
                  <a:srgbClr val="585858"/>
                </a:solidFill>
                <a:latin typeface="Trebuchet MS"/>
                <a:cs typeface="Trebuchet MS"/>
              </a:rPr>
              <a:t>l</a:t>
            </a:r>
            <a:r>
              <a:rPr sz="1200" spc="-75" dirty="0">
                <a:solidFill>
                  <a:srgbClr val="585858"/>
                </a:solidFill>
                <a:latin typeface="Trebuchet MS"/>
                <a:cs typeface="Trebuchet MS"/>
              </a:rPr>
              <a:t>i</a:t>
            </a:r>
            <a:r>
              <a:rPr sz="1200" spc="35" dirty="0">
                <a:solidFill>
                  <a:srgbClr val="585858"/>
                </a:solidFill>
                <a:latin typeface="Trebuchet MS"/>
                <a:cs typeface="Trebuchet MS"/>
              </a:rPr>
              <a:t>s</a:t>
            </a:r>
            <a:r>
              <a:rPr sz="1200" spc="-75" dirty="0">
                <a:solidFill>
                  <a:srgbClr val="585858"/>
                </a:solidFill>
                <a:latin typeface="Trebuchet MS"/>
                <a:cs typeface="Trebuchet MS"/>
              </a:rPr>
              <a:t>a</a:t>
            </a:r>
            <a:r>
              <a:rPr sz="1200" spc="-105" dirty="0">
                <a:solidFill>
                  <a:srgbClr val="585858"/>
                </a:solidFill>
                <a:latin typeface="Trebuchet MS"/>
                <a:cs typeface="Trebuchet MS"/>
              </a:rPr>
              <a:t>t</a:t>
            </a:r>
            <a:r>
              <a:rPr sz="1200" spc="-70" dirty="0">
                <a:solidFill>
                  <a:srgbClr val="585858"/>
                </a:solidFill>
                <a:latin typeface="Trebuchet MS"/>
                <a:cs typeface="Trebuchet MS"/>
              </a:rPr>
              <a:t>i</a:t>
            </a:r>
            <a:r>
              <a:rPr sz="1200" spc="-65" dirty="0">
                <a:solidFill>
                  <a:srgbClr val="585858"/>
                </a:solidFill>
                <a:latin typeface="Trebuchet MS"/>
                <a:cs typeface="Trebuchet MS"/>
              </a:rPr>
              <a:t>o</a:t>
            </a:r>
            <a:r>
              <a:rPr sz="1200" spc="-75" dirty="0">
                <a:solidFill>
                  <a:srgbClr val="585858"/>
                </a:solidFill>
                <a:latin typeface="Trebuchet MS"/>
                <a:cs typeface="Trebuchet MS"/>
              </a:rPr>
              <a:t>n</a:t>
            </a:r>
            <a:endParaRPr sz="1200">
              <a:latin typeface="Trebuchet MS"/>
              <a:cs typeface="Trebuchet MS"/>
            </a:endParaRPr>
          </a:p>
        </p:txBody>
      </p:sp>
      <p:sp>
        <p:nvSpPr>
          <p:cNvPr id="17" name="object 17"/>
          <p:cNvSpPr txBox="1"/>
          <p:nvPr/>
        </p:nvSpPr>
        <p:spPr>
          <a:xfrm>
            <a:off x="1859660" y="2754629"/>
            <a:ext cx="1190625"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110" dirty="0">
                <a:solidFill>
                  <a:srgbClr val="585858"/>
                </a:solidFill>
                <a:latin typeface="Trebuchet MS"/>
                <a:cs typeface="Trebuchet MS"/>
              </a:rPr>
              <a:t>e</a:t>
            </a:r>
            <a:r>
              <a:rPr sz="1200" spc="-90" dirty="0">
                <a:solidFill>
                  <a:srgbClr val="585858"/>
                </a:solidFill>
                <a:latin typeface="Trebuchet MS"/>
                <a:cs typeface="Trebuchet MS"/>
              </a:rPr>
              <a:t> d</a:t>
            </a:r>
            <a:r>
              <a:rPr sz="1200" spc="-114" dirty="0">
                <a:solidFill>
                  <a:srgbClr val="585858"/>
                </a:solidFill>
                <a:latin typeface="Trebuchet MS"/>
                <a:cs typeface="Trebuchet MS"/>
              </a:rPr>
              <a:t>e</a:t>
            </a:r>
            <a:r>
              <a:rPr sz="1200" spc="35" dirty="0">
                <a:solidFill>
                  <a:srgbClr val="585858"/>
                </a:solidFill>
                <a:latin typeface="Trebuchet MS"/>
                <a:cs typeface="Trebuchet MS"/>
              </a:rPr>
              <a:t>s</a:t>
            </a:r>
            <a:r>
              <a:rPr sz="1200" spc="-95" dirty="0">
                <a:solidFill>
                  <a:srgbClr val="585858"/>
                </a:solidFill>
                <a:latin typeface="Trebuchet MS"/>
                <a:cs typeface="Trebuchet MS"/>
              </a:rPr>
              <a:t> </a:t>
            </a:r>
            <a:r>
              <a:rPr sz="1200" spc="-65" dirty="0">
                <a:solidFill>
                  <a:srgbClr val="585858"/>
                </a:solidFill>
                <a:latin typeface="Trebuchet MS"/>
                <a:cs typeface="Trebuchet MS"/>
              </a:rPr>
              <a:t>ca</a:t>
            </a:r>
            <a:r>
              <a:rPr sz="1200" spc="30" dirty="0">
                <a:solidFill>
                  <a:srgbClr val="585858"/>
                </a:solidFill>
                <a:latin typeface="Trebuchet MS"/>
                <a:cs typeface="Trebuchet MS"/>
              </a:rPr>
              <a:t>s  </a:t>
            </a:r>
            <a:r>
              <a:rPr sz="1200" spc="-90" dirty="0">
                <a:solidFill>
                  <a:srgbClr val="585858"/>
                </a:solidFill>
                <a:latin typeface="Trebuchet MS"/>
                <a:cs typeface="Trebuchet MS"/>
              </a:rPr>
              <a:t>d</a:t>
            </a:r>
            <a:r>
              <a:rPr sz="1200" spc="-5" dirty="0">
                <a:solidFill>
                  <a:srgbClr val="585858"/>
                </a:solidFill>
                <a:latin typeface="Trebuchet MS"/>
                <a:cs typeface="Trebuchet MS"/>
              </a:rPr>
              <a:t>'</a:t>
            </a:r>
            <a:r>
              <a:rPr sz="1200" spc="-75" dirty="0">
                <a:solidFill>
                  <a:srgbClr val="585858"/>
                </a:solidFill>
                <a:latin typeface="Trebuchet MS"/>
                <a:cs typeface="Trebuchet MS"/>
              </a:rPr>
              <a:t>u</a:t>
            </a:r>
            <a:r>
              <a:rPr sz="1200" spc="-105" dirty="0">
                <a:solidFill>
                  <a:srgbClr val="585858"/>
                </a:solidFill>
                <a:latin typeface="Trebuchet MS"/>
                <a:cs typeface="Trebuchet MS"/>
              </a:rPr>
              <a:t>t</a:t>
            </a:r>
            <a:r>
              <a:rPr sz="1200" spc="-70" dirty="0">
                <a:solidFill>
                  <a:srgbClr val="585858"/>
                </a:solidFill>
                <a:latin typeface="Trebuchet MS"/>
                <a:cs typeface="Trebuchet MS"/>
              </a:rPr>
              <a:t>i</a:t>
            </a:r>
            <a:r>
              <a:rPr sz="1200" spc="-85" dirty="0">
                <a:solidFill>
                  <a:srgbClr val="585858"/>
                </a:solidFill>
                <a:latin typeface="Trebuchet MS"/>
                <a:cs typeface="Trebuchet MS"/>
              </a:rPr>
              <a:t>l</a:t>
            </a:r>
            <a:r>
              <a:rPr sz="1200" spc="-75" dirty="0">
                <a:solidFill>
                  <a:srgbClr val="585858"/>
                </a:solidFill>
                <a:latin typeface="Trebuchet MS"/>
                <a:cs typeface="Trebuchet MS"/>
              </a:rPr>
              <a:t>i</a:t>
            </a:r>
            <a:r>
              <a:rPr sz="1200" spc="35" dirty="0">
                <a:solidFill>
                  <a:srgbClr val="585858"/>
                </a:solidFill>
                <a:latin typeface="Trebuchet MS"/>
                <a:cs typeface="Trebuchet MS"/>
              </a:rPr>
              <a:t>s</a:t>
            </a:r>
            <a:r>
              <a:rPr sz="1200" spc="-75" dirty="0">
                <a:solidFill>
                  <a:srgbClr val="585858"/>
                </a:solidFill>
                <a:latin typeface="Trebuchet MS"/>
                <a:cs typeface="Trebuchet MS"/>
              </a:rPr>
              <a:t>a</a:t>
            </a:r>
            <a:r>
              <a:rPr sz="1200" spc="-105" dirty="0">
                <a:solidFill>
                  <a:srgbClr val="585858"/>
                </a:solidFill>
                <a:latin typeface="Trebuchet MS"/>
                <a:cs typeface="Trebuchet MS"/>
              </a:rPr>
              <a:t>t</a:t>
            </a:r>
            <a:r>
              <a:rPr sz="1200" spc="-70" dirty="0">
                <a:solidFill>
                  <a:srgbClr val="585858"/>
                </a:solidFill>
                <a:latin typeface="Trebuchet MS"/>
                <a:cs typeface="Trebuchet MS"/>
              </a:rPr>
              <a:t>i</a:t>
            </a:r>
            <a:r>
              <a:rPr sz="1200" spc="-65" dirty="0">
                <a:solidFill>
                  <a:srgbClr val="585858"/>
                </a:solidFill>
                <a:latin typeface="Trebuchet MS"/>
                <a:cs typeface="Trebuchet MS"/>
              </a:rPr>
              <a:t>o</a:t>
            </a:r>
            <a:r>
              <a:rPr sz="1200" spc="-75" dirty="0">
                <a:solidFill>
                  <a:srgbClr val="585858"/>
                </a:solidFill>
                <a:latin typeface="Trebuchet MS"/>
                <a:cs typeface="Trebuchet MS"/>
              </a:rPr>
              <a:t>n</a:t>
            </a:r>
            <a:r>
              <a:rPr sz="1200" spc="-120" dirty="0">
                <a:solidFill>
                  <a:srgbClr val="585858"/>
                </a:solidFill>
                <a:latin typeface="Trebuchet MS"/>
                <a:cs typeface="Trebuchet MS"/>
              </a:rPr>
              <a:t> </a:t>
            </a:r>
            <a:r>
              <a:rPr sz="1200" spc="-90" dirty="0">
                <a:solidFill>
                  <a:srgbClr val="585858"/>
                </a:solidFill>
                <a:latin typeface="Trebuchet MS"/>
                <a:cs typeface="Trebuchet MS"/>
              </a:rPr>
              <a:t>d</a:t>
            </a:r>
            <a:r>
              <a:rPr sz="1200" spc="-114" dirty="0">
                <a:solidFill>
                  <a:srgbClr val="585858"/>
                </a:solidFill>
                <a:latin typeface="Trebuchet MS"/>
                <a:cs typeface="Trebuchet MS"/>
              </a:rPr>
              <a:t>é</a:t>
            </a:r>
            <a:r>
              <a:rPr sz="1200" spc="-80" dirty="0">
                <a:solidFill>
                  <a:srgbClr val="585858"/>
                </a:solidFill>
                <a:latin typeface="Trebuchet MS"/>
                <a:cs typeface="Trebuchet MS"/>
              </a:rPr>
              <a:t>t</a:t>
            </a:r>
            <a:r>
              <a:rPr sz="1200" spc="-100" dirty="0">
                <a:solidFill>
                  <a:srgbClr val="585858"/>
                </a:solidFill>
                <a:latin typeface="Trebuchet MS"/>
                <a:cs typeface="Trebuchet MS"/>
              </a:rPr>
              <a:t>a</a:t>
            </a:r>
            <a:r>
              <a:rPr sz="1200" spc="-75" dirty="0">
                <a:solidFill>
                  <a:srgbClr val="585858"/>
                </a:solidFill>
                <a:latin typeface="Trebuchet MS"/>
                <a:cs typeface="Trebuchet MS"/>
              </a:rPr>
              <a:t>i</a:t>
            </a:r>
            <a:r>
              <a:rPr sz="1200" spc="-85" dirty="0">
                <a:solidFill>
                  <a:srgbClr val="585858"/>
                </a:solidFill>
                <a:latin typeface="Trebuchet MS"/>
                <a:cs typeface="Trebuchet MS"/>
              </a:rPr>
              <a:t>ll</a:t>
            </a:r>
            <a:r>
              <a:rPr sz="1200" spc="-110" dirty="0">
                <a:solidFill>
                  <a:srgbClr val="585858"/>
                </a:solidFill>
                <a:latin typeface="Trebuchet MS"/>
                <a:cs typeface="Trebuchet MS"/>
              </a:rPr>
              <a:t>é</a:t>
            </a:r>
            <a:endParaRPr sz="1200">
              <a:latin typeface="Trebuchet MS"/>
              <a:cs typeface="Trebuchet MS"/>
            </a:endParaRPr>
          </a:p>
        </p:txBody>
      </p:sp>
      <p:sp>
        <p:nvSpPr>
          <p:cNvPr id="18" name="object 18"/>
          <p:cNvSpPr/>
          <p:nvPr/>
        </p:nvSpPr>
        <p:spPr>
          <a:xfrm>
            <a:off x="2478785" y="2186051"/>
            <a:ext cx="575945" cy="543560"/>
          </a:xfrm>
          <a:custGeom>
            <a:avLst/>
            <a:gdLst/>
            <a:ahLst/>
            <a:cxnLst/>
            <a:rect l="l" t="t" r="r" b="b"/>
            <a:pathLst>
              <a:path w="575944" h="543560">
                <a:moveTo>
                  <a:pt x="44068" y="423418"/>
                </a:moveTo>
                <a:lnTo>
                  <a:pt x="0" y="543306"/>
                </a:lnTo>
                <a:lnTo>
                  <a:pt x="122427" y="506603"/>
                </a:lnTo>
                <a:lnTo>
                  <a:pt x="108550" y="491871"/>
                </a:lnTo>
                <a:lnTo>
                  <a:pt x="82422" y="491871"/>
                </a:lnTo>
                <a:lnTo>
                  <a:pt x="56261" y="464185"/>
                </a:lnTo>
                <a:lnTo>
                  <a:pt x="70154" y="451110"/>
                </a:lnTo>
                <a:lnTo>
                  <a:pt x="44068" y="423418"/>
                </a:lnTo>
                <a:close/>
              </a:path>
              <a:path w="575944" h="543560">
                <a:moveTo>
                  <a:pt x="70154" y="451110"/>
                </a:moveTo>
                <a:lnTo>
                  <a:pt x="56261" y="464185"/>
                </a:lnTo>
                <a:lnTo>
                  <a:pt x="82422" y="491871"/>
                </a:lnTo>
                <a:lnTo>
                  <a:pt x="96273" y="478837"/>
                </a:lnTo>
                <a:lnTo>
                  <a:pt x="70154" y="451110"/>
                </a:lnTo>
                <a:close/>
              </a:path>
              <a:path w="575944" h="543560">
                <a:moveTo>
                  <a:pt x="96273" y="478837"/>
                </a:moveTo>
                <a:lnTo>
                  <a:pt x="82422" y="491871"/>
                </a:lnTo>
                <a:lnTo>
                  <a:pt x="108550" y="491871"/>
                </a:lnTo>
                <a:lnTo>
                  <a:pt x="96273" y="478837"/>
                </a:lnTo>
                <a:close/>
              </a:path>
              <a:path w="575944" h="543560">
                <a:moveTo>
                  <a:pt x="549528" y="0"/>
                </a:moveTo>
                <a:lnTo>
                  <a:pt x="70154" y="451110"/>
                </a:lnTo>
                <a:lnTo>
                  <a:pt x="96273" y="478837"/>
                </a:lnTo>
                <a:lnTo>
                  <a:pt x="575690" y="27686"/>
                </a:lnTo>
                <a:lnTo>
                  <a:pt x="549528" y="0"/>
                </a:lnTo>
                <a:close/>
              </a:path>
            </a:pathLst>
          </a:custGeom>
          <a:solidFill>
            <a:srgbClr val="C5C5C5"/>
          </a:solidFill>
        </p:spPr>
        <p:txBody>
          <a:bodyPr wrap="square" lIns="0" tIns="0" rIns="0" bIns="0" rtlCol="0"/>
          <a:lstStyle/>
          <a:p>
            <a:endParaRPr/>
          </a:p>
        </p:txBody>
      </p:sp>
      <p:sp>
        <p:nvSpPr>
          <p:cNvPr id="19" name="object 19"/>
          <p:cNvSpPr txBox="1"/>
          <p:nvPr/>
        </p:nvSpPr>
        <p:spPr>
          <a:xfrm>
            <a:off x="2741802" y="3418078"/>
            <a:ext cx="705485"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80" dirty="0">
                <a:solidFill>
                  <a:srgbClr val="585858"/>
                </a:solidFill>
                <a:latin typeface="Trebuchet MS"/>
                <a:cs typeface="Trebuchet MS"/>
              </a:rPr>
              <a:t>e  </a:t>
            </a:r>
            <a:r>
              <a:rPr sz="1200" spc="-75" dirty="0">
                <a:solidFill>
                  <a:srgbClr val="585858"/>
                </a:solidFill>
                <a:latin typeface="Trebuchet MS"/>
                <a:cs typeface="Trebuchet MS"/>
              </a:rPr>
              <a:t>d'activité</a:t>
            </a:r>
            <a:endParaRPr sz="1200">
              <a:latin typeface="Trebuchet MS"/>
              <a:cs typeface="Trebuchet MS"/>
            </a:endParaRPr>
          </a:p>
        </p:txBody>
      </p:sp>
      <p:sp>
        <p:nvSpPr>
          <p:cNvPr id="20" name="object 20"/>
          <p:cNvSpPr/>
          <p:nvPr/>
        </p:nvSpPr>
        <p:spPr>
          <a:xfrm>
            <a:off x="3022219" y="2197735"/>
            <a:ext cx="198120" cy="1195070"/>
          </a:xfrm>
          <a:custGeom>
            <a:avLst/>
            <a:gdLst/>
            <a:ahLst/>
            <a:cxnLst/>
            <a:rect l="l" t="t" r="r" b="b"/>
            <a:pathLst>
              <a:path w="198119" h="1195070">
                <a:moveTo>
                  <a:pt x="122065" y="1083434"/>
                </a:moveTo>
                <a:lnTo>
                  <a:pt x="84200" y="1087754"/>
                </a:lnTo>
                <a:lnTo>
                  <a:pt x="153797" y="1194815"/>
                </a:lnTo>
                <a:lnTo>
                  <a:pt x="187648" y="1102359"/>
                </a:lnTo>
                <a:lnTo>
                  <a:pt x="124206" y="1102359"/>
                </a:lnTo>
                <a:lnTo>
                  <a:pt x="122065" y="1083434"/>
                </a:lnTo>
                <a:close/>
              </a:path>
              <a:path w="198119" h="1195070">
                <a:moveTo>
                  <a:pt x="159911" y="1079116"/>
                </a:moveTo>
                <a:lnTo>
                  <a:pt x="122065" y="1083434"/>
                </a:lnTo>
                <a:lnTo>
                  <a:pt x="124206" y="1102359"/>
                </a:lnTo>
                <a:lnTo>
                  <a:pt x="162051" y="1098041"/>
                </a:lnTo>
                <a:lnTo>
                  <a:pt x="159911" y="1079116"/>
                </a:lnTo>
                <a:close/>
              </a:path>
              <a:path w="198119" h="1195070">
                <a:moveTo>
                  <a:pt x="197738" y="1074801"/>
                </a:moveTo>
                <a:lnTo>
                  <a:pt x="159911" y="1079116"/>
                </a:lnTo>
                <a:lnTo>
                  <a:pt x="162051" y="1098041"/>
                </a:lnTo>
                <a:lnTo>
                  <a:pt x="124206" y="1102359"/>
                </a:lnTo>
                <a:lnTo>
                  <a:pt x="187648" y="1102359"/>
                </a:lnTo>
                <a:lnTo>
                  <a:pt x="197738" y="1074801"/>
                </a:lnTo>
                <a:close/>
              </a:path>
              <a:path w="198119" h="1195070">
                <a:moveTo>
                  <a:pt x="37845" y="0"/>
                </a:moveTo>
                <a:lnTo>
                  <a:pt x="0" y="4317"/>
                </a:lnTo>
                <a:lnTo>
                  <a:pt x="122065" y="1083434"/>
                </a:lnTo>
                <a:lnTo>
                  <a:pt x="159911" y="1079116"/>
                </a:lnTo>
                <a:lnTo>
                  <a:pt x="37845" y="0"/>
                </a:lnTo>
                <a:close/>
              </a:path>
            </a:pathLst>
          </a:custGeom>
          <a:solidFill>
            <a:srgbClr val="C5C5C5"/>
          </a:solidFill>
        </p:spPr>
        <p:txBody>
          <a:bodyPr wrap="square" lIns="0" tIns="0" rIns="0" bIns="0" rtlCol="0"/>
          <a:lstStyle/>
          <a:p>
            <a:endParaRPr/>
          </a:p>
        </p:txBody>
      </p:sp>
      <p:sp>
        <p:nvSpPr>
          <p:cNvPr id="21" name="object 21"/>
          <p:cNvSpPr txBox="1"/>
          <p:nvPr/>
        </p:nvSpPr>
        <p:spPr>
          <a:xfrm>
            <a:off x="3359277" y="4004564"/>
            <a:ext cx="705485"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80" dirty="0">
                <a:solidFill>
                  <a:srgbClr val="585858"/>
                </a:solidFill>
                <a:latin typeface="Trebuchet MS"/>
                <a:cs typeface="Trebuchet MS"/>
              </a:rPr>
              <a:t>e  </a:t>
            </a:r>
            <a:r>
              <a:rPr sz="1200" spc="-95" dirty="0">
                <a:solidFill>
                  <a:srgbClr val="585858"/>
                </a:solidFill>
                <a:latin typeface="Trebuchet MS"/>
                <a:cs typeface="Trebuchet MS"/>
              </a:rPr>
              <a:t>d</a:t>
            </a:r>
            <a:r>
              <a:rPr sz="1200" spc="-100" dirty="0">
                <a:solidFill>
                  <a:srgbClr val="585858"/>
                </a:solidFill>
                <a:latin typeface="Trebuchet MS"/>
                <a:cs typeface="Trebuchet MS"/>
              </a:rPr>
              <a:t>e</a:t>
            </a:r>
            <a:r>
              <a:rPr sz="1200" spc="-95" dirty="0">
                <a:solidFill>
                  <a:srgbClr val="585858"/>
                </a:solidFill>
                <a:latin typeface="Trebuchet MS"/>
                <a:cs typeface="Trebuchet MS"/>
              </a:rPr>
              <a:t> </a:t>
            </a:r>
            <a:r>
              <a:rPr sz="1200" spc="-70" dirty="0">
                <a:solidFill>
                  <a:srgbClr val="585858"/>
                </a:solidFill>
                <a:latin typeface="Trebuchet MS"/>
                <a:cs typeface="Trebuchet MS"/>
              </a:rPr>
              <a:t>cl</a:t>
            </a:r>
            <a:r>
              <a:rPr sz="1200" spc="-75" dirty="0">
                <a:solidFill>
                  <a:srgbClr val="585858"/>
                </a:solidFill>
                <a:latin typeface="Trebuchet MS"/>
                <a:cs typeface="Trebuchet MS"/>
              </a:rPr>
              <a:t>a</a:t>
            </a:r>
            <a:r>
              <a:rPr sz="1200" spc="35" dirty="0">
                <a:solidFill>
                  <a:srgbClr val="585858"/>
                </a:solidFill>
                <a:latin typeface="Trebuchet MS"/>
                <a:cs typeface="Trebuchet MS"/>
              </a:rPr>
              <a:t>ss</a:t>
            </a:r>
            <a:r>
              <a:rPr sz="1200" spc="-114" dirty="0">
                <a:solidFill>
                  <a:srgbClr val="585858"/>
                </a:solidFill>
                <a:latin typeface="Trebuchet MS"/>
                <a:cs typeface="Trebuchet MS"/>
              </a:rPr>
              <a:t>e</a:t>
            </a:r>
            <a:r>
              <a:rPr sz="1200" spc="35" dirty="0">
                <a:solidFill>
                  <a:srgbClr val="585858"/>
                </a:solidFill>
                <a:latin typeface="Trebuchet MS"/>
                <a:cs typeface="Trebuchet MS"/>
              </a:rPr>
              <a:t>s</a:t>
            </a:r>
            <a:endParaRPr sz="1200">
              <a:latin typeface="Trebuchet MS"/>
              <a:cs typeface="Trebuchet MS"/>
            </a:endParaRPr>
          </a:p>
        </p:txBody>
      </p:sp>
      <p:sp>
        <p:nvSpPr>
          <p:cNvPr id="22" name="object 22"/>
          <p:cNvSpPr/>
          <p:nvPr/>
        </p:nvSpPr>
        <p:spPr>
          <a:xfrm>
            <a:off x="3023616" y="2192527"/>
            <a:ext cx="777875" cy="1786889"/>
          </a:xfrm>
          <a:custGeom>
            <a:avLst/>
            <a:gdLst/>
            <a:ahLst/>
            <a:cxnLst/>
            <a:rect l="l" t="t" r="r" b="b"/>
            <a:pathLst>
              <a:path w="777875" h="1786889">
                <a:moveTo>
                  <a:pt x="707709" y="1688539"/>
                </a:moveTo>
                <a:lnTo>
                  <a:pt x="672592" y="1703387"/>
                </a:lnTo>
                <a:lnTo>
                  <a:pt x="769746" y="1786407"/>
                </a:lnTo>
                <a:lnTo>
                  <a:pt x="774864" y="1706105"/>
                </a:lnTo>
                <a:lnTo>
                  <a:pt x="715136" y="1706105"/>
                </a:lnTo>
                <a:lnTo>
                  <a:pt x="707709" y="1688539"/>
                </a:lnTo>
                <a:close/>
              </a:path>
              <a:path w="777875" h="1786889">
                <a:moveTo>
                  <a:pt x="742771" y="1673715"/>
                </a:moveTo>
                <a:lnTo>
                  <a:pt x="707709" y="1688539"/>
                </a:lnTo>
                <a:lnTo>
                  <a:pt x="715136" y="1706105"/>
                </a:lnTo>
                <a:lnTo>
                  <a:pt x="750188" y="1691259"/>
                </a:lnTo>
                <a:lnTo>
                  <a:pt x="742771" y="1673715"/>
                </a:lnTo>
                <a:close/>
              </a:path>
              <a:path w="777875" h="1786889">
                <a:moveTo>
                  <a:pt x="777874" y="1658874"/>
                </a:moveTo>
                <a:lnTo>
                  <a:pt x="742771" y="1673715"/>
                </a:lnTo>
                <a:lnTo>
                  <a:pt x="750188" y="1691259"/>
                </a:lnTo>
                <a:lnTo>
                  <a:pt x="715136" y="1706105"/>
                </a:lnTo>
                <a:lnTo>
                  <a:pt x="774864" y="1706105"/>
                </a:lnTo>
                <a:lnTo>
                  <a:pt x="777874" y="1658874"/>
                </a:lnTo>
                <a:close/>
              </a:path>
              <a:path w="777875" h="1786889">
                <a:moveTo>
                  <a:pt x="35051" y="0"/>
                </a:moveTo>
                <a:lnTo>
                  <a:pt x="0" y="14732"/>
                </a:lnTo>
                <a:lnTo>
                  <a:pt x="707709" y="1688539"/>
                </a:lnTo>
                <a:lnTo>
                  <a:pt x="742771" y="1673715"/>
                </a:lnTo>
                <a:lnTo>
                  <a:pt x="35051" y="0"/>
                </a:lnTo>
                <a:close/>
              </a:path>
            </a:pathLst>
          </a:custGeom>
          <a:solidFill>
            <a:srgbClr val="C5C5C5"/>
          </a:solidFill>
        </p:spPr>
        <p:txBody>
          <a:bodyPr wrap="square" lIns="0" tIns="0" rIns="0" bIns="0" rtlCol="0"/>
          <a:lstStyle/>
          <a:p>
            <a:endParaRPr/>
          </a:p>
        </p:txBody>
      </p:sp>
      <p:sp>
        <p:nvSpPr>
          <p:cNvPr id="23" name="object 23"/>
          <p:cNvSpPr txBox="1"/>
          <p:nvPr/>
        </p:nvSpPr>
        <p:spPr>
          <a:xfrm>
            <a:off x="3637534" y="2754629"/>
            <a:ext cx="885190" cy="391160"/>
          </a:xfrm>
          <a:prstGeom prst="rect">
            <a:avLst/>
          </a:prstGeom>
        </p:spPr>
        <p:txBody>
          <a:bodyPr vert="horz" wrap="square" lIns="0" tIns="12700" rIns="0" bIns="0" rtlCol="0">
            <a:spAutoFit/>
          </a:bodyPr>
          <a:lstStyle/>
          <a:p>
            <a:pPr marL="12700" marR="5080">
              <a:lnSpc>
                <a:spcPct val="100000"/>
              </a:lnSpc>
              <a:spcBef>
                <a:spcPts val="100"/>
              </a:spcBef>
            </a:pPr>
            <a:r>
              <a:rPr sz="1200" spc="-65"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a:t>
            </a:r>
            <a:r>
              <a:rPr sz="1200" spc="-110" dirty="0">
                <a:solidFill>
                  <a:srgbClr val="585858"/>
                </a:solidFill>
                <a:latin typeface="Trebuchet MS"/>
                <a:cs typeface="Trebuchet MS"/>
              </a:rPr>
              <a:t>e</a:t>
            </a:r>
            <a:r>
              <a:rPr sz="1200" spc="-90" dirty="0">
                <a:solidFill>
                  <a:srgbClr val="585858"/>
                </a:solidFill>
                <a:latin typeface="Trebuchet MS"/>
                <a:cs typeface="Trebuchet MS"/>
              </a:rPr>
              <a:t> </a:t>
            </a:r>
            <a:r>
              <a:rPr sz="1200" spc="-75" dirty="0">
                <a:solidFill>
                  <a:srgbClr val="585858"/>
                </a:solidFill>
                <a:latin typeface="Trebuchet MS"/>
                <a:cs typeface="Trebuchet MS"/>
              </a:rPr>
              <a:t>de  séquence</a:t>
            </a:r>
            <a:endParaRPr sz="1200">
              <a:latin typeface="Trebuchet MS"/>
              <a:cs typeface="Trebuchet MS"/>
            </a:endParaRPr>
          </a:p>
        </p:txBody>
      </p:sp>
      <p:sp>
        <p:nvSpPr>
          <p:cNvPr id="24" name="object 24"/>
          <p:cNvSpPr/>
          <p:nvPr/>
        </p:nvSpPr>
        <p:spPr>
          <a:xfrm>
            <a:off x="4101846" y="2185161"/>
            <a:ext cx="662940" cy="544195"/>
          </a:xfrm>
          <a:custGeom>
            <a:avLst/>
            <a:gdLst/>
            <a:ahLst/>
            <a:cxnLst/>
            <a:rect l="l" t="t" r="r" b="b"/>
            <a:pathLst>
              <a:path w="662939" h="544194">
                <a:moveTo>
                  <a:pt x="52577" y="427736"/>
                </a:moveTo>
                <a:lnTo>
                  <a:pt x="0" y="544194"/>
                </a:lnTo>
                <a:lnTo>
                  <a:pt x="124713" y="516381"/>
                </a:lnTo>
                <a:lnTo>
                  <a:pt x="110452" y="498856"/>
                </a:lnTo>
                <a:lnTo>
                  <a:pt x="85851" y="498856"/>
                </a:lnTo>
                <a:lnTo>
                  <a:pt x="61849" y="469264"/>
                </a:lnTo>
                <a:lnTo>
                  <a:pt x="76601" y="457258"/>
                </a:lnTo>
                <a:lnTo>
                  <a:pt x="52577" y="427736"/>
                </a:lnTo>
                <a:close/>
              </a:path>
              <a:path w="662939" h="544194">
                <a:moveTo>
                  <a:pt x="76601" y="457258"/>
                </a:moveTo>
                <a:lnTo>
                  <a:pt x="61849" y="469264"/>
                </a:lnTo>
                <a:lnTo>
                  <a:pt x="85851" y="498856"/>
                </a:lnTo>
                <a:lnTo>
                  <a:pt x="100649" y="486809"/>
                </a:lnTo>
                <a:lnTo>
                  <a:pt x="76601" y="457258"/>
                </a:lnTo>
                <a:close/>
              </a:path>
              <a:path w="662939" h="544194">
                <a:moveTo>
                  <a:pt x="100649" y="486809"/>
                </a:moveTo>
                <a:lnTo>
                  <a:pt x="85851" y="498856"/>
                </a:lnTo>
                <a:lnTo>
                  <a:pt x="110452" y="498856"/>
                </a:lnTo>
                <a:lnTo>
                  <a:pt x="100649" y="486809"/>
                </a:lnTo>
                <a:close/>
              </a:path>
              <a:path w="662939" h="544194">
                <a:moveTo>
                  <a:pt x="638428" y="0"/>
                </a:moveTo>
                <a:lnTo>
                  <a:pt x="76601" y="457258"/>
                </a:lnTo>
                <a:lnTo>
                  <a:pt x="100649" y="486809"/>
                </a:lnTo>
                <a:lnTo>
                  <a:pt x="662431" y="29463"/>
                </a:lnTo>
                <a:lnTo>
                  <a:pt x="638428" y="0"/>
                </a:lnTo>
                <a:close/>
              </a:path>
            </a:pathLst>
          </a:custGeom>
          <a:solidFill>
            <a:srgbClr val="C5C5C5"/>
          </a:solidFill>
        </p:spPr>
        <p:txBody>
          <a:bodyPr wrap="square" lIns="0" tIns="0" rIns="0" bIns="0" rtlCol="0"/>
          <a:lstStyle/>
          <a:p>
            <a:endParaRPr/>
          </a:p>
        </p:txBody>
      </p:sp>
      <p:sp>
        <p:nvSpPr>
          <p:cNvPr id="25" name="object 25"/>
          <p:cNvSpPr txBox="1"/>
          <p:nvPr/>
        </p:nvSpPr>
        <p:spPr>
          <a:xfrm>
            <a:off x="4355084" y="3418078"/>
            <a:ext cx="1011555" cy="391160"/>
          </a:xfrm>
          <a:prstGeom prst="rect">
            <a:avLst/>
          </a:prstGeom>
        </p:spPr>
        <p:txBody>
          <a:bodyPr vert="horz" wrap="square" lIns="0" tIns="12700" rIns="0" bIns="0" rtlCol="0">
            <a:spAutoFit/>
          </a:bodyPr>
          <a:lstStyle/>
          <a:p>
            <a:pPr marL="12700" marR="5080">
              <a:lnSpc>
                <a:spcPct val="100000"/>
              </a:lnSpc>
              <a:spcBef>
                <a:spcPts val="100"/>
              </a:spcBef>
            </a:pPr>
            <a:r>
              <a:rPr sz="1200" spc="-85" dirty="0">
                <a:solidFill>
                  <a:srgbClr val="585858"/>
                </a:solidFill>
                <a:latin typeface="Trebuchet MS"/>
                <a:cs typeface="Trebuchet MS"/>
              </a:rPr>
              <a:t>Diagramme </a:t>
            </a:r>
            <a:r>
              <a:rPr sz="1200" spc="-80" dirty="0">
                <a:solidFill>
                  <a:srgbClr val="585858"/>
                </a:solidFill>
                <a:latin typeface="Trebuchet MS"/>
                <a:cs typeface="Trebuchet MS"/>
              </a:rPr>
              <a:t> </a:t>
            </a:r>
            <a:r>
              <a:rPr sz="1200" spc="-114" dirty="0">
                <a:solidFill>
                  <a:srgbClr val="585858"/>
                </a:solidFill>
                <a:latin typeface="Trebuchet MS"/>
                <a:cs typeface="Trebuchet MS"/>
              </a:rPr>
              <a:t>é</a:t>
            </a:r>
            <a:r>
              <a:rPr sz="1200" spc="-80" dirty="0">
                <a:solidFill>
                  <a:srgbClr val="585858"/>
                </a:solidFill>
                <a:latin typeface="Trebuchet MS"/>
                <a:cs typeface="Trebuchet MS"/>
              </a:rPr>
              <a:t>t</a:t>
            </a:r>
            <a:r>
              <a:rPr sz="1200" spc="-100" dirty="0">
                <a:solidFill>
                  <a:srgbClr val="585858"/>
                </a:solidFill>
                <a:latin typeface="Trebuchet MS"/>
                <a:cs typeface="Trebuchet MS"/>
              </a:rPr>
              <a:t>a</a:t>
            </a:r>
            <a:r>
              <a:rPr sz="1200" spc="-40" dirty="0">
                <a:solidFill>
                  <a:srgbClr val="585858"/>
                </a:solidFill>
                <a:latin typeface="Trebuchet MS"/>
                <a:cs typeface="Trebuchet MS"/>
              </a:rPr>
              <a:t>t</a:t>
            </a:r>
            <a:r>
              <a:rPr sz="1200" spc="-35" dirty="0">
                <a:solidFill>
                  <a:srgbClr val="585858"/>
                </a:solidFill>
                <a:latin typeface="Trebuchet MS"/>
                <a:cs typeface="Trebuchet MS"/>
              </a:rPr>
              <a:t>s</a:t>
            </a:r>
            <a:r>
              <a:rPr sz="1200" spc="-100" dirty="0">
                <a:solidFill>
                  <a:srgbClr val="585858"/>
                </a:solidFill>
                <a:latin typeface="Trebuchet MS"/>
                <a:cs typeface="Trebuchet MS"/>
              </a:rPr>
              <a:t>-</a:t>
            </a:r>
            <a:r>
              <a:rPr sz="1200" spc="-105" dirty="0">
                <a:solidFill>
                  <a:srgbClr val="585858"/>
                </a:solidFill>
                <a:latin typeface="Trebuchet MS"/>
                <a:cs typeface="Trebuchet MS"/>
              </a:rPr>
              <a:t>tr</a:t>
            </a:r>
            <a:r>
              <a:rPr sz="1200" spc="-75" dirty="0">
                <a:solidFill>
                  <a:srgbClr val="585858"/>
                </a:solidFill>
                <a:latin typeface="Trebuchet MS"/>
                <a:cs typeface="Trebuchet MS"/>
              </a:rPr>
              <a:t>an</a:t>
            </a:r>
            <a:r>
              <a:rPr sz="1200" spc="35" dirty="0">
                <a:solidFill>
                  <a:srgbClr val="585858"/>
                </a:solidFill>
                <a:latin typeface="Trebuchet MS"/>
                <a:cs typeface="Trebuchet MS"/>
              </a:rPr>
              <a:t>s</a:t>
            </a:r>
            <a:r>
              <a:rPr sz="1200" spc="-75" dirty="0">
                <a:solidFill>
                  <a:srgbClr val="585858"/>
                </a:solidFill>
                <a:latin typeface="Trebuchet MS"/>
                <a:cs typeface="Trebuchet MS"/>
              </a:rPr>
              <a:t>i</a:t>
            </a:r>
            <a:r>
              <a:rPr sz="1200" spc="-105" dirty="0">
                <a:solidFill>
                  <a:srgbClr val="585858"/>
                </a:solidFill>
                <a:latin typeface="Trebuchet MS"/>
                <a:cs typeface="Trebuchet MS"/>
              </a:rPr>
              <a:t>t</a:t>
            </a:r>
            <a:r>
              <a:rPr sz="1200" spc="-70" dirty="0">
                <a:solidFill>
                  <a:srgbClr val="585858"/>
                </a:solidFill>
                <a:latin typeface="Trebuchet MS"/>
                <a:cs typeface="Trebuchet MS"/>
              </a:rPr>
              <a:t>i</a:t>
            </a:r>
            <a:r>
              <a:rPr sz="1200" spc="-65" dirty="0">
                <a:solidFill>
                  <a:srgbClr val="585858"/>
                </a:solidFill>
                <a:latin typeface="Trebuchet MS"/>
                <a:cs typeface="Trebuchet MS"/>
              </a:rPr>
              <a:t>o</a:t>
            </a:r>
            <a:r>
              <a:rPr sz="1200" spc="-75" dirty="0">
                <a:solidFill>
                  <a:srgbClr val="585858"/>
                </a:solidFill>
                <a:latin typeface="Trebuchet MS"/>
                <a:cs typeface="Trebuchet MS"/>
              </a:rPr>
              <a:t>n</a:t>
            </a:r>
            <a:r>
              <a:rPr sz="1200" spc="35" dirty="0">
                <a:solidFill>
                  <a:srgbClr val="585858"/>
                </a:solidFill>
                <a:latin typeface="Trebuchet MS"/>
                <a:cs typeface="Trebuchet MS"/>
              </a:rPr>
              <a:t>s</a:t>
            </a:r>
            <a:endParaRPr sz="1200">
              <a:latin typeface="Trebuchet MS"/>
              <a:cs typeface="Trebuchet MS"/>
            </a:endParaRPr>
          </a:p>
        </p:txBody>
      </p:sp>
      <p:sp>
        <p:nvSpPr>
          <p:cNvPr id="26" name="object 26"/>
          <p:cNvSpPr/>
          <p:nvPr/>
        </p:nvSpPr>
        <p:spPr>
          <a:xfrm>
            <a:off x="4733671" y="2197354"/>
            <a:ext cx="219075" cy="1195705"/>
          </a:xfrm>
          <a:custGeom>
            <a:avLst/>
            <a:gdLst/>
            <a:ahLst/>
            <a:cxnLst/>
            <a:rect l="l" t="t" r="r" b="b"/>
            <a:pathLst>
              <a:path w="219075" h="1195704">
                <a:moveTo>
                  <a:pt x="142921" y="1084415"/>
                </a:moveTo>
                <a:lnTo>
                  <a:pt x="105155" y="1089406"/>
                </a:lnTo>
                <a:lnTo>
                  <a:pt x="176911" y="1195196"/>
                </a:lnTo>
                <a:lnTo>
                  <a:pt x="208623" y="1103248"/>
                </a:lnTo>
                <a:lnTo>
                  <a:pt x="145414" y="1103248"/>
                </a:lnTo>
                <a:lnTo>
                  <a:pt x="142921" y="1084415"/>
                </a:lnTo>
                <a:close/>
              </a:path>
              <a:path w="219075" h="1195704">
                <a:moveTo>
                  <a:pt x="180761" y="1079415"/>
                </a:moveTo>
                <a:lnTo>
                  <a:pt x="142921" y="1084415"/>
                </a:lnTo>
                <a:lnTo>
                  <a:pt x="145414" y="1103248"/>
                </a:lnTo>
                <a:lnTo>
                  <a:pt x="183261" y="1098295"/>
                </a:lnTo>
                <a:lnTo>
                  <a:pt x="180761" y="1079415"/>
                </a:lnTo>
                <a:close/>
              </a:path>
              <a:path w="219075" h="1195704">
                <a:moveTo>
                  <a:pt x="218566" y="1074420"/>
                </a:moveTo>
                <a:lnTo>
                  <a:pt x="180761" y="1079415"/>
                </a:lnTo>
                <a:lnTo>
                  <a:pt x="183261" y="1098295"/>
                </a:lnTo>
                <a:lnTo>
                  <a:pt x="145414" y="1103248"/>
                </a:lnTo>
                <a:lnTo>
                  <a:pt x="208623" y="1103248"/>
                </a:lnTo>
                <a:lnTo>
                  <a:pt x="218566" y="1074420"/>
                </a:lnTo>
                <a:close/>
              </a:path>
              <a:path w="219075" h="1195704">
                <a:moveTo>
                  <a:pt x="37845" y="0"/>
                </a:moveTo>
                <a:lnTo>
                  <a:pt x="0" y="5079"/>
                </a:lnTo>
                <a:lnTo>
                  <a:pt x="142921" y="1084415"/>
                </a:lnTo>
                <a:lnTo>
                  <a:pt x="180761" y="1079415"/>
                </a:lnTo>
                <a:lnTo>
                  <a:pt x="37845" y="0"/>
                </a:lnTo>
                <a:close/>
              </a:path>
            </a:pathLst>
          </a:custGeom>
          <a:solidFill>
            <a:srgbClr val="C5C5C5"/>
          </a:solidFill>
        </p:spPr>
        <p:txBody>
          <a:bodyPr wrap="square" lIns="0" tIns="0" rIns="0" bIns="0" rtlCol="0"/>
          <a:lstStyle/>
          <a:p>
            <a:endParaRPr/>
          </a:p>
        </p:txBody>
      </p:sp>
      <p:sp>
        <p:nvSpPr>
          <p:cNvPr id="27" name="object 27"/>
          <p:cNvSpPr txBox="1"/>
          <p:nvPr/>
        </p:nvSpPr>
        <p:spPr>
          <a:xfrm>
            <a:off x="5227065" y="4004564"/>
            <a:ext cx="948690" cy="391160"/>
          </a:xfrm>
          <a:prstGeom prst="rect">
            <a:avLst/>
          </a:prstGeom>
        </p:spPr>
        <p:txBody>
          <a:bodyPr vert="horz" wrap="square" lIns="0" tIns="12700" rIns="0" bIns="0" rtlCol="0">
            <a:spAutoFit/>
          </a:bodyPr>
          <a:lstStyle/>
          <a:p>
            <a:pPr marL="12700" marR="5080">
              <a:lnSpc>
                <a:spcPct val="100000"/>
              </a:lnSpc>
              <a:spcBef>
                <a:spcPts val="100"/>
              </a:spcBef>
            </a:pPr>
            <a:r>
              <a:rPr sz="1200" spc="-85" dirty="0">
                <a:solidFill>
                  <a:srgbClr val="585858"/>
                </a:solidFill>
                <a:latin typeface="Trebuchet MS"/>
                <a:cs typeface="Trebuchet MS"/>
              </a:rPr>
              <a:t>Diagramme</a:t>
            </a:r>
            <a:r>
              <a:rPr sz="1200" spc="85" dirty="0">
                <a:solidFill>
                  <a:srgbClr val="585858"/>
                </a:solidFill>
                <a:latin typeface="Trebuchet MS"/>
                <a:cs typeface="Trebuchet MS"/>
              </a:rPr>
              <a:t> </a:t>
            </a:r>
            <a:r>
              <a:rPr sz="1200" spc="-95" dirty="0">
                <a:solidFill>
                  <a:srgbClr val="585858"/>
                </a:solidFill>
                <a:latin typeface="Trebuchet MS"/>
                <a:cs typeface="Trebuchet MS"/>
              </a:rPr>
              <a:t>de </a:t>
            </a:r>
            <a:r>
              <a:rPr sz="1200" spc="-350" dirty="0">
                <a:solidFill>
                  <a:srgbClr val="585858"/>
                </a:solidFill>
                <a:latin typeface="Trebuchet MS"/>
                <a:cs typeface="Trebuchet MS"/>
              </a:rPr>
              <a:t> </a:t>
            </a:r>
            <a:r>
              <a:rPr sz="1200" spc="-80" dirty="0">
                <a:solidFill>
                  <a:srgbClr val="585858"/>
                </a:solidFill>
                <a:latin typeface="Trebuchet MS"/>
                <a:cs typeface="Trebuchet MS"/>
              </a:rPr>
              <a:t>collaboration</a:t>
            </a:r>
            <a:endParaRPr sz="1200">
              <a:latin typeface="Trebuchet MS"/>
              <a:cs typeface="Trebuchet MS"/>
            </a:endParaRPr>
          </a:p>
        </p:txBody>
      </p:sp>
      <p:grpSp>
        <p:nvGrpSpPr>
          <p:cNvPr id="28" name="object 28"/>
          <p:cNvGrpSpPr/>
          <p:nvPr/>
        </p:nvGrpSpPr>
        <p:grpSpPr>
          <a:xfrm>
            <a:off x="1662668" y="2190876"/>
            <a:ext cx="4040504" cy="2334895"/>
            <a:chOff x="1662668" y="2190876"/>
            <a:chExt cx="4040504" cy="2334895"/>
          </a:xfrm>
        </p:grpSpPr>
        <p:sp>
          <p:nvSpPr>
            <p:cNvPr id="29" name="object 29"/>
            <p:cNvSpPr/>
            <p:nvPr/>
          </p:nvSpPr>
          <p:spPr>
            <a:xfrm>
              <a:off x="1675622" y="2556557"/>
              <a:ext cx="1709420" cy="776605"/>
            </a:xfrm>
            <a:custGeom>
              <a:avLst/>
              <a:gdLst/>
              <a:ahLst/>
              <a:cxnLst/>
              <a:rect l="l" t="t" r="r" b="b"/>
              <a:pathLst>
                <a:path w="1709420" h="776604">
                  <a:moveTo>
                    <a:pt x="154193" y="255476"/>
                  </a:moveTo>
                  <a:lnTo>
                    <a:pt x="152954" y="217297"/>
                  </a:lnTo>
                  <a:lnTo>
                    <a:pt x="165304" y="181121"/>
                  </a:lnTo>
                  <a:lnTo>
                    <a:pt x="189873" y="148061"/>
                  </a:lnTo>
                  <a:lnTo>
                    <a:pt x="225290" y="119233"/>
                  </a:lnTo>
                  <a:lnTo>
                    <a:pt x="270184" y="95752"/>
                  </a:lnTo>
                  <a:lnTo>
                    <a:pt x="323184" y="78734"/>
                  </a:lnTo>
                  <a:lnTo>
                    <a:pt x="382920" y="69294"/>
                  </a:lnTo>
                  <a:lnTo>
                    <a:pt x="427347" y="67893"/>
                  </a:lnTo>
                  <a:lnTo>
                    <a:pt x="471249" y="71040"/>
                  </a:lnTo>
                  <a:lnTo>
                    <a:pt x="513722" y="78616"/>
                  </a:lnTo>
                  <a:lnTo>
                    <a:pt x="553862" y="90503"/>
                  </a:lnTo>
                  <a:lnTo>
                    <a:pt x="586809" y="62004"/>
                  </a:lnTo>
                  <a:lnTo>
                    <a:pt x="629225" y="40606"/>
                  </a:lnTo>
                  <a:lnTo>
                    <a:pt x="678386" y="26828"/>
                  </a:lnTo>
                  <a:lnTo>
                    <a:pt x="731568" y="21189"/>
                  </a:lnTo>
                  <a:lnTo>
                    <a:pt x="786049" y="24207"/>
                  </a:lnTo>
                  <a:lnTo>
                    <a:pt x="839104" y="36401"/>
                  </a:lnTo>
                  <a:lnTo>
                    <a:pt x="876823" y="52224"/>
                  </a:lnTo>
                  <a:lnTo>
                    <a:pt x="888126" y="58626"/>
                  </a:lnTo>
                  <a:lnTo>
                    <a:pt x="920349" y="30823"/>
                  </a:lnTo>
                  <a:lnTo>
                    <a:pt x="963422" y="11341"/>
                  </a:lnTo>
                  <a:lnTo>
                    <a:pt x="1013536" y="973"/>
                  </a:lnTo>
                  <a:lnTo>
                    <a:pt x="1066881" y="511"/>
                  </a:lnTo>
                  <a:lnTo>
                    <a:pt x="1119647" y="10747"/>
                  </a:lnTo>
                  <a:lnTo>
                    <a:pt x="1136715" y="16781"/>
                  </a:lnTo>
                  <a:lnTo>
                    <a:pt x="1152556" y="23971"/>
                  </a:lnTo>
                  <a:lnTo>
                    <a:pt x="1166993" y="32232"/>
                  </a:lnTo>
                  <a:lnTo>
                    <a:pt x="1179845" y="41481"/>
                  </a:lnTo>
                  <a:lnTo>
                    <a:pt x="1218087" y="20189"/>
                  </a:lnTo>
                  <a:lnTo>
                    <a:pt x="1262513" y="6316"/>
                  </a:lnTo>
                  <a:lnTo>
                    <a:pt x="1310544" y="0"/>
                  </a:lnTo>
                  <a:lnTo>
                    <a:pt x="1359602" y="1377"/>
                  </a:lnTo>
                  <a:lnTo>
                    <a:pt x="1407108" y="10586"/>
                  </a:lnTo>
                  <a:lnTo>
                    <a:pt x="1450482" y="27765"/>
                  </a:lnTo>
                  <a:lnTo>
                    <a:pt x="1492742" y="58975"/>
                  </a:lnTo>
                  <a:lnTo>
                    <a:pt x="1515379" y="97234"/>
                  </a:lnTo>
                  <a:lnTo>
                    <a:pt x="1567500" y="110863"/>
                  </a:lnTo>
                  <a:lnTo>
                    <a:pt x="1610526" y="131801"/>
                  </a:lnTo>
                  <a:lnTo>
                    <a:pt x="1643046" y="158511"/>
                  </a:lnTo>
                  <a:lnTo>
                    <a:pt x="1663650" y="189455"/>
                  </a:lnTo>
                  <a:lnTo>
                    <a:pt x="1670925" y="223093"/>
                  </a:lnTo>
                  <a:lnTo>
                    <a:pt x="1663461" y="257889"/>
                  </a:lnTo>
                  <a:lnTo>
                    <a:pt x="1660921" y="263731"/>
                  </a:lnTo>
                  <a:lnTo>
                    <a:pt x="1657619" y="269446"/>
                  </a:lnTo>
                  <a:lnTo>
                    <a:pt x="1653809" y="275034"/>
                  </a:lnTo>
                  <a:lnTo>
                    <a:pt x="1685590" y="307863"/>
                  </a:lnTo>
                  <a:lnTo>
                    <a:pt x="1703945" y="343153"/>
                  </a:lnTo>
                  <a:lnTo>
                    <a:pt x="1709167" y="379510"/>
                  </a:lnTo>
                  <a:lnTo>
                    <a:pt x="1701545" y="415538"/>
                  </a:lnTo>
                  <a:lnTo>
                    <a:pt x="1681372" y="449842"/>
                  </a:lnTo>
                  <a:lnTo>
                    <a:pt x="1648937" y="481027"/>
                  </a:lnTo>
                  <a:lnTo>
                    <a:pt x="1604533" y="507698"/>
                  </a:lnTo>
                  <a:lnTo>
                    <a:pt x="1545240" y="528970"/>
                  </a:lnTo>
                  <a:lnTo>
                    <a:pt x="1479184" y="540337"/>
                  </a:lnTo>
                  <a:lnTo>
                    <a:pt x="1470524" y="577896"/>
                  </a:lnTo>
                  <a:lnTo>
                    <a:pt x="1447025" y="611574"/>
                  </a:lnTo>
                  <a:lnTo>
                    <a:pt x="1410890" y="640032"/>
                  </a:lnTo>
                  <a:lnTo>
                    <a:pt x="1364320" y="661928"/>
                  </a:lnTo>
                  <a:lnTo>
                    <a:pt x="1309516" y="675921"/>
                  </a:lnTo>
                  <a:lnTo>
                    <a:pt x="1248679" y="680672"/>
                  </a:lnTo>
                  <a:lnTo>
                    <a:pt x="1217221" y="679211"/>
                  </a:lnTo>
                  <a:lnTo>
                    <a:pt x="1186561" y="675084"/>
                  </a:lnTo>
                  <a:lnTo>
                    <a:pt x="1157114" y="668385"/>
                  </a:lnTo>
                  <a:lnTo>
                    <a:pt x="1129299" y="659209"/>
                  </a:lnTo>
                  <a:lnTo>
                    <a:pt x="1108532" y="690210"/>
                  </a:lnTo>
                  <a:lnTo>
                    <a:pt x="1079126" y="717194"/>
                  </a:lnTo>
                  <a:lnTo>
                    <a:pt x="1042422" y="739717"/>
                  </a:lnTo>
                  <a:lnTo>
                    <a:pt x="999759" y="757332"/>
                  </a:lnTo>
                  <a:lnTo>
                    <a:pt x="952477" y="769596"/>
                  </a:lnTo>
                  <a:lnTo>
                    <a:pt x="901914" y="776063"/>
                  </a:lnTo>
                  <a:lnTo>
                    <a:pt x="849410" y="776288"/>
                  </a:lnTo>
                  <a:lnTo>
                    <a:pt x="796305" y="769826"/>
                  </a:lnTo>
                  <a:lnTo>
                    <a:pt x="753631" y="759267"/>
                  </a:lnTo>
                  <a:lnTo>
                    <a:pt x="714756" y="744410"/>
                  </a:lnTo>
                  <a:lnTo>
                    <a:pt x="680523" y="725624"/>
                  </a:lnTo>
                  <a:lnTo>
                    <a:pt x="651779" y="703278"/>
                  </a:lnTo>
                  <a:lnTo>
                    <a:pt x="602207" y="718228"/>
                  </a:lnTo>
                  <a:lnTo>
                    <a:pt x="550628" y="727218"/>
                  </a:lnTo>
                  <a:lnTo>
                    <a:pt x="498227" y="730428"/>
                  </a:lnTo>
                  <a:lnTo>
                    <a:pt x="446186" y="728040"/>
                  </a:lnTo>
                  <a:lnTo>
                    <a:pt x="395690" y="720237"/>
                  </a:lnTo>
                  <a:lnTo>
                    <a:pt x="347920" y="707201"/>
                  </a:lnTo>
                  <a:lnTo>
                    <a:pt x="304061" y="689112"/>
                  </a:lnTo>
                  <a:lnTo>
                    <a:pt x="265295" y="666154"/>
                  </a:lnTo>
                  <a:lnTo>
                    <a:pt x="232806" y="638508"/>
                  </a:lnTo>
                  <a:lnTo>
                    <a:pt x="229631" y="635079"/>
                  </a:lnTo>
                  <a:lnTo>
                    <a:pt x="174455" y="633613"/>
                  </a:lnTo>
                  <a:lnTo>
                    <a:pt x="124571" y="622009"/>
                  </a:lnTo>
                  <a:lnTo>
                    <a:pt x="83135" y="601804"/>
                  </a:lnTo>
                  <a:lnTo>
                    <a:pt x="53307" y="574533"/>
                  </a:lnTo>
                  <a:lnTo>
                    <a:pt x="37933" y="518525"/>
                  </a:lnTo>
                  <a:lnTo>
                    <a:pt x="45672" y="496077"/>
                  </a:lnTo>
                  <a:lnTo>
                    <a:pt x="61031" y="475154"/>
                  </a:lnTo>
                  <a:lnTo>
                    <a:pt x="83581" y="456517"/>
                  </a:lnTo>
                  <a:lnTo>
                    <a:pt x="32686" y="428228"/>
                  </a:lnTo>
                  <a:lnTo>
                    <a:pt x="4175" y="391271"/>
                  </a:lnTo>
                  <a:lnTo>
                    <a:pt x="0" y="350361"/>
                  </a:lnTo>
                  <a:lnTo>
                    <a:pt x="22113" y="310213"/>
                  </a:lnTo>
                  <a:lnTo>
                    <a:pt x="46551" y="290089"/>
                  </a:lnTo>
                  <a:lnTo>
                    <a:pt x="77406" y="274288"/>
                  </a:lnTo>
                  <a:lnTo>
                    <a:pt x="113285" y="263368"/>
                  </a:lnTo>
                  <a:lnTo>
                    <a:pt x="152796" y="257889"/>
                  </a:lnTo>
                  <a:lnTo>
                    <a:pt x="154193" y="255476"/>
                  </a:lnTo>
                  <a:close/>
                </a:path>
                <a:path w="1709420" h="776604">
                  <a:moveTo>
                    <a:pt x="185562" y="467820"/>
                  </a:moveTo>
                  <a:lnTo>
                    <a:pt x="159442" y="467881"/>
                  </a:lnTo>
                  <a:lnTo>
                    <a:pt x="133762" y="465455"/>
                  </a:lnTo>
                  <a:lnTo>
                    <a:pt x="108964" y="460623"/>
                  </a:lnTo>
                  <a:lnTo>
                    <a:pt x="85486" y="453469"/>
                  </a:lnTo>
                </a:path>
                <a:path w="1709420" h="776604">
                  <a:moveTo>
                    <a:pt x="273954" y="624792"/>
                  </a:moveTo>
                  <a:lnTo>
                    <a:pt x="263340" y="627149"/>
                  </a:lnTo>
                  <a:lnTo>
                    <a:pt x="252475" y="629078"/>
                  </a:lnTo>
                  <a:lnTo>
                    <a:pt x="241397" y="630578"/>
                  </a:lnTo>
                  <a:lnTo>
                    <a:pt x="230139" y="631650"/>
                  </a:lnTo>
                </a:path>
                <a:path w="1709420" h="776604">
                  <a:moveTo>
                    <a:pt x="651652" y="700230"/>
                  </a:moveTo>
                  <a:lnTo>
                    <a:pt x="644060" y="692703"/>
                  </a:lnTo>
                  <a:lnTo>
                    <a:pt x="637111" y="684974"/>
                  </a:lnTo>
                  <a:lnTo>
                    <a:pt x="630828" y="677031"/>
                  </a:lnTo>
                  <a:lnTo>
                    <a:pt x="625236" y="668861"/>
                  </a:lnTo>
                </a:path>
                <a:path w="1709420" h="776604">
                  <a:moveTo>
                    <a:pt x="1139967" y="622125"/>
                  </a:moveTo>
                  <a:lnTo>
                    <a:pt x="1138445" y="630842"/>
                  </a:lnTo>
                  <a:lnTo>
                    <a:pt x="1136173" y="639476"/>
                  </a:lnTo>
                  <a:lnTo>
                    <a:pt x="1133163" y="648039"/>
                  </a:lnTo>
                  <a:lnTo>
                    <a:pt x="1129426" y="656542"/>
                  </a:lnTo>
                </a:path>
                <a:path w="1709420" h="776604">
                  <a:moveTo>
                    <a:pt x="1349644" y="409908"/>
                  </a:moveTo>
                  <a:lnTo>
                    <a:pt x="1403322" y="432363"/>
                  </a:lnTo>
                  <a:lnTo>
                    <a:pt x="1443974" y="462581"/>
                  </a:lnTo>
                  <a:lnTo>
                    <a:pt x="1469624" y="498562"/>
                  </a:lnTo>
                  <a:lnTo>
                    <a:pt x="1478295" y="538305"/>
                  </a:lnTo>
                </a:path>
                <a:path w="1709420" h="776604">
                  <a:moveTo>
                    <a:pt x="1652920" y="273129"/>
                  </a:moveTo>
                  <a:lnTo>
                    <a:pt x="1642062" y="286633"/>
                  </a:lnTo>
                  <a:lnTo>
                    <a:pt x="1628822" y="299243"/>
                  </a:lnTo>
                  <a:lnTo>
                    <a:pt x="1613344" y="310830"/>
                  </a:lnTo>
                  <a:lnTo>
                    <a:pt x="1595770" y="321262"/>
                  </a:lnTo>
                </a:path>
                <a:path w="1709420" h="776604">
                  <a:moveTo>
                    <a:pt x="1515633" y="94567"/>
                  </a:moveTo>
                  <a:lnTo>
                    <a:pt x="1517792" y="102060"/>
                  </a:lnTo>
                  <a:lnTo>
                    <a:pt x="1518808" y="109680"/>
                  </a:lnTo>
                  <a:lnTo>
                    <a:pt x="1518554" y="117300"/>
                  </a:lnTo>
                </a:path>
                <a:path w="1709420" h="776604">
                  <a:moveTo>
                    <a:pt x="1150000" y="68024"/>
                  </a:moveTo>
                  <a:lnTo>
                    <a:pt x="1155995" y="60267"/>
                  </a:lnTo>
                  <a:lnTo>
                    <a:pt x="1162907" y="52831"/>
                  </a:lnTo>
                  <a:lnTo>
                    <a:pt x="1170699" y="45753"/>
                  </a:lnTo>
                  <a:lnTo>
                    <a:pt x="1179337" y="39068"/>
                  </a:lnTo>
                </a:path>
                <a:path w="1709420" h="776604">
                  <a:moveTo>
                    <a:pt x="875553" y="81867"/>
                  </a:moveTo>
                  <a:lnTo>
                    <a:pt x="878169" y="75368"/>
                  </a:lnTo>
                  <a:lnTo>
                    <a:pt x="881427" y="69024"/>
                  </a:lnTo>
                  <a:lnTo>
                    <a:pt x="885305" y="62847"/>
                  </a:lnTo>
                  <a:lnTo>
                    <a:pt x="889777" y="56848"/>
                  </a:lnTo>
                </a:path>
                <a:path w="1709420" h="776604">
                  <a:moveTo>
                    <a:pt x="553608" y="90376"/>
                  </a:moveTo>
                  <a:lnTo>
                    <a:pt x="567342" y="95684"/>
                  </a:lnTo>
                  <a:lnTo>
                    <a:pt x="580517" y="101504"/>
                  </a:lnTo>
                  <a:lnTo>
                    <a:pt x="593095" y="107824"/>
                  </a:lnTo>
                  <a:lnTo>
                    <a:pt x="605043" y="114633"/>
                  </a:lnTo>
                </a:path>
                <a:path w="1709420" h="776604">
                  <a:moveTo>
                    <a:pt x="163210" y="281003"/>
                  </a:moveTo>
                  <a:lnTo>
                    <a:pt x="160355" y="274693"/>
                  </a:lnTo>
                  <a:lnTo>
                    <a:pt x="157892" y="268335"/>
                  </a:lnTo>
                  <a:lnTo>
                    <a:pt x="155834" y="261929"/>
                  </a:lnTo>
                  <a:lnTo>
                    <a:pt x="154193" y="255476"/>
                  </a:lnTo>
                </a:path>
              </a:pathLst>
            </a:custGeom>
            <a:ln w="25908">
              <a:solidFill>
                <a:srgbClr val="C5C5C5"/>
              </a:solidFill>
            </a:ln>
          </p:spPr>
          <p:txBody>
            <a:bodyPr wrap="square" lIns="0" tIns="0" rIns="0" bIns="0" rtlCol="0"/>
            <a:lstStyle/>
            <a:p>
              <a:endParaRPr/>
            </a:p>
          </p:txBody>
        </p:sp>
        <p:sp>
          <p:nvSpPr>
            <p:cNvPr id="30" name="object 30"/>
            <p:cNvSpPr/>
            <p:nvPr/>
          </p:nvSpPr>
          <p:spPr>
            <a:xfrm>
              <a:off x="4735829" y="2190876"/>
              <a:ext cx="967105" cy="1788160"/>
            </a:xfrm>
            <a:custGeom>
              <a:avLst/>
              <a:gdLst/>
              <a:ahLst/>
              <a:cxnLst/>
              <a:rect l="l" t="t" r="r" b="b"/>
              <a:pathLst>
                <a:path w="967104" h="1788160">
                  <a:moveTo>
                    <a:pt x="896130" y="1696162"/>
                  </a:moveTo>
                  <a:lnTo>
                    <a:pt x="862457" y="1714157"/>
                  </a:lnTo>
                  <a:lnTo>
                    <a:pt x="966724" y="1788058"/>
                  </a:lnTo>
                  <a:lnTo>
                    <a:pt x="964710" y="1713014"/>
                  </a:lnTo>
                  <a:lnTo>
                    <a:pt x="905129" y="1713014"/>
                  </a:lnTo>
                  <a:lnTo>
                    <a:pt x="896130" y="1696162"/>
                  </a:lnTo>
                  <a:close/>
                </a:path>
                <a:path w="967104" h="1788160">
                  <a:moveTo>
                    <a:pt x="929670" y="1678239"/>
                  </a:moveTo>
                  <a:lnTo>
                    <a:pt x="896130" y="1696162"/>
                  </a:lnTo>
                  <a:lnTo>
                    <a:pt x="905129" y="1713014"/>
                  </a:lnTo>
                  <a:lnTo>
                    <a:pt x="938657" y="1695069"/>
                  </a:lnTo>
                  <a:lnTo>
                    <a:pt x="929670" y="1678239"/>
                  </a:lnTo>
                  <a:close/>
                </a:path>
                <a:path w="967104" h="1788160">
                  <a:moveTo>
                    <a:pt x="963295" y="1660271"/>
                  </a:moveTo>
                  <a:lnTo>
                    <a:pt x="929670" y="1678239"/>
                  </a:lnTo>
                  <a:lnTo>
                    <a:pt x="938657" y="1695069"/>
                  </a:lnTo>
                  <a:lnTo>
                    <a:pt x="905129" y="1713014"/>
                  </a:lnTo>
                  <a:lnTo>
                    <a:pt x="964710" y="1713014"/>
                  </a:lnTo>
                  <a:lnTo>
                    <a:pt x="963295" y="1660271"/>
                  </a:lnTo>
                  <a:close/>
                </a:path>
                <a:path w="967104" h="1788160">
                  <a:moveTo>
                    <a:pt x="33528" y="0"/>
                  </a:moveTo>
                  <a:lnTo>
                    <a:pt x="0" y="18034"/>
                  </a:lnTo>
                  <a:lnTo>
                    <a:pt x="896130" y="1696162"/>
                  </a:lnTo>
                  <a:lnTo>
                    <a:pt x="929670" y="1678239"/>
                  </a:lnTo>
                  <a:lnTo>
                    <a:pt x="33528" y="0"/>
                  </a:lnTo>
                  <a:close/>
                </a:path>
              </a:pathLst>
            </a:custGeom>
            <a:solidFill>
              <a:srgbClr val="C5C5C5"/>
            </a:solidFill>
          </p:spPr>
          <p:txBody>
            <a:bodyPr wrap="square" lIns="0" tIns="0" rIns="0" bIns="0" rtlCol="0"/>
            <a:lstStyle/>
            <a:p>
              <a:endParaRPr/>
            </a:p>
          </p:txBody>
        </p:sp>
        <p:sp>
          <p:nvSpPr>
            <p:cNvPr id="31" name="object 31"/>
            <p:cNvSpPr/>
            <p:nvPr/>
          </p:nvSpPr>
          <p:spPr>
            <a:xfrm>
              <a:off x="2981707" y="2569773"/>
              <a:ext cx="1662430" cy="1943100"/>
            </a:xfrm>
            <a:custGeom>
              <a:avLst/>
              <a:gdLst/>
              <a:ahLst/>
              <a:cxnLst/>
              <a:rect l="l" t="t" r="r" b="b"/>
              <a:pathLst>
                <a:path w="1662429" h="1943100">
                  <a:moveTo>
                    <a:pt x="149985" y="1447236"/>
                  </a:moveTo>
                  <a:lnTo>
                    <a:pt x="160744" y="1376548"/>
                  </a:lnTo>
                  <a:lnTo>
                    <a:pt x="184608" y="1345107"/>
                  </a:lnTo>
                  <a:lnTo>
                    <a:pt x="219019" y="1317687"/>
                  </a:lnTo>
                  <a:lnTo>
                    <a:pt x="262648" y="1295352"/>
                  </a:lnTo>
                  <a:lnTo>
                    <a:pt x="314163" y="1279168"/>
                  </a:lnTo>
                  <a:lnTo>
                    <a:pt x="372235" y="1270198"/>
                  </a:lnTo>
                  <a:lnTo>
                    <a:pt x="415498" y="1268870"/>
                  </a:lnTo>
                  <a:lnTo>
                    <a:pt x="458214" y="1271865"/>
                  </a:lnTo>
                  <a:lnTo>
                    <a:pt x="499500" y="1279074"/>
                  </a:lnTo>
                  <a:lnTo>
                    <a:pt x="538478" y="1290391"/>
                  </a:lnTo>
                  <a:lnTo>
                    <a:pt x="570550" y="1263262"/>
                  </a:lnTo>
                  <a:lnTo>
                    <a:pt x="611799" y="1242902"/>
                  </a:lnTo>
                  <a:lnTo>
                    <a:pt x="659588" y="1229796"/>
                  </a:lnTo>
                  <a:lnTo>
                    <a:pt x="711282" y="1224426"/>
                  </a:lnTo>
                  <a:lnTo>
                    <a:pt x="764246" y="1227276"/>
                  </a:lnTo>
                  <a:lnTo>
                    <a:pt x="815846" y="1238829"/>
                  </a:lnTo>
                  <a:lnTo>
                    <a:pt x="852547" y="1253992"/>
                  </a:lnTo>
                  <a:lnTo>
                    <a:pt x="863471" y="1260038"/>
                  </a:lnTo>
                  <a:lnTo>
                    <a:pt x="894825" y="1233631"/>
                  </a:lnTo>
                  <a:lnTo>
                    <a:pt x="936732" y="1215112"/>
                  </a:lnTo>
                  <a:lnTo>
                    <a:pt x="985479" y="1205238"/>
                  </a:lnTo>
                  <a:lnTo>
                    <a:pt x="1037353" y="1204763"/>
                  </a:lnTo>
                  <a:lnTo>
                    <a:pt x="1088642" y="1214445"/>
                  </a:lnTo>
                  <a:lnTo>
                    <a:pt x="1105290" y="1220243"/>
                  </a:lnTo>
                  <a:lnTo>
                    <a:pt x="1120677" y="1227113"/>
                  </a:lnTo>
                  <a:lnTo>
                    <a:pt x="1134683" y="1234983"/>
                  </a:lnTo>
                  <a:lnTo>
                    <a:pt x="1147189" y="1243782"/>
                  </a:lnTo>
                  <a:lnTo>
                    <a:pt x="1184372" y="1223525"/>
                  </a:lnTo>
                  <a:lnTo>
                    <a:pt x="1227575" y="1210334"/>
                  </a:lnTo>
                  <a:lnTo>
                    <a:pt x="1274284" y="1204333"/>
                  </a:lnTo>
                  <a:lnTo>
                    <a:pt x="1321988" y="1205644"/>
                  </a:lnTo>
                  <a:lnTo>
                    <a:pt x="1368174" y="1214393"/>
                  </a:lnTo>
                  <a:lnTo>
                    <a:pt x="1410333" y="1230701"/>
                  </a:lnTo>
                  <a:lnTo>
                    <a:pt x="1451417" y="1260387"/>
                  </a:lnTo>
                  <a:lnTo>
                    <a:pt x="1473452" y="1296741"/>
                  </a:lnTo>
                  <a:lnTo>
                    <a:pt x="1533223" y="1313209"/>
                  </a:lnTo>
                  <a:lnTo>
                    <a:pt x="1579888" y="1339236"/>
                  </a:lnTo>
                  <a:lnTo>
                    <a:pt x="1611069" y="1372307"/>
                  </a:lnTo>
                  <a:lnTo>
                    <a:pt x="1624388" y="1409907"/>
                  </a:lnTo>
                  <a:lnTo>
                    <a:pt x="1617470" y="1449522"/>
                  </a:lnTo>
                  <a:lnTo>
                    <a:pt x="1614930" y="1455097"/>
                  </a:lnTo>
                  <a:lnTo>
                    <a:pt x="1611755" y="1460571"/>
                  </a:lnTo>
                  <a:lnTo>
                    <a:pt x="1608072" y="1465880"/>
                  </a:lnTo>
                  <a:lnTo>
                    <a:pt x="1638996" y="1497101"/>
                  </a:lnTo>
                  <a:lnTo>
                    <a:pt x="1656848" y="1530661"/>
                  </a:lnTo>
                  <a:lnTo>
                    <a:pt x="1661916" y="1565233"/>
                  </a:lnTo>
                  <a:lnTo>
                    <a:pt x="1654485" y="1599488"/>
                  </a:lnTo>
                  <a:lnTo>
                    <a:pt x="1603273" y="1661737"/>
                  </a:lnTo>
                  <a:lnTo>
                    <a:pt x="1560066" y="1687075"/>
                  </a:lnTo>
                  <a:lnTo>
                    <a:pt x="1502503" y="1707359"/>
                  </a:lnTo>
                  <a:lnTo>
                    <a:pt x="1438273" y="1718127"/>
                  </a:lnTo>
                  <a:lnTo>
                    <a:pt x="1429844" y="1753869"/>
                  </a:lnTo>
                  <a:lnTo>
                    <a:pt x="1406998" y="1785912"/>
                  </a:lnTo>
                  <a:lnTo>
                    <a:pt x="1371867" y="1812983"/>
                  </a:lnTo>
                  <a:lnTo>
                    <a:pt x="1326588" y="1833811"/>
                  </a:lnTo>
                  <a:lnTo>
                    <a:pt x="1273293" y="1847121"/>
                  </a:lnTo>
                  <a:lnTo>
                    <a:pt x="1214118" y="1851642"/>
                  </a:lnTo>
                  <a:lnTo>
                    <a:pt x="1183514" y="1850221"/>
                  </a:lnTo>
                  <a:lnTo>
                    <a:pt x="1153697" y="1846295"/>
                  </a:lnTo>
                  <a:lnTo>
                    <a:pt x="1125071" y="1839941"/>
                  </a:lnTo>
                  <a:lnTo>
                    <a:pt x="1098040" y="1831233"/>
                  </a:lnTo>
                  <a:lnTo>
                    <a:pt x="1077837" y="1860716"/>
                  </a:lnTo>
                  <a:lnTo>
                    <a:pt x="1049244" y="1886378"/>
                  </a:lnTo>
                  <a:lnTo>
                    <a:pt x="1013560" y="1907798"/>
                  </a:lnTo>
                  <a:lnTo>
                    <a:pt x="972087" y="1924551"/>
                  </a:lnTo>
                  <a:lnTo>
                    <a:pt x="926126" y="1936215"/>
                  </a:lnTo>
                  <a:lnTo>
                    <a:pt x="876976" y="1942367"/>
                  </a:lnTo>
                  <a:lnTo>
                    <a:pt x="825940" y="1942583"/>
                  </a:lnTo>
                  <a:lnTo>
                    <a:pt x="774317" y="1936440"/>
                  </a:lnTo>
                  <a:lnTo>
                    <a:pt x="732776" y="1926356"/>
                  </a:lnTo>
                  <a:lnTo>
                    <a:pt x="694973" y="1912210"/>
                  </a:lnTo>
                  <a:lnTo>
                    <a:pt x="661695" y="1894361"/>
                  </a:lnTo>
                  <a:lnTo>
                    <a:pt x="633728" y="1873169"/>
                  </a:lnTo>
                  <a:lnTo>
                    <a:pt x="585509" y="1887381"/>
                  </a:lnTo>
                  <a:lnTo>
                    <a:pt x="535345" y="1895921"/>
                  </a:lnTo>
                  <a:lnTo>
                    <a:pt x="484385" y="1898963"/>
                  </a:lnTo>
                  <a:lnTo>
                    <a:pt x="433780" y="1896680"/>
                  </a:lnTo>
                  <a:lnTo>
                    <a:pt x="384679" y="1889247"/>
                  </a:lnTo>
                  <a:lnTo>
                    <a:pt x="338231" y="1876838"/>
                  </a:lnTo>
                  <a:lnTo>
                    <a:pt x="295588" y="1859628"/>
                  </a:lnTo>
                  <a:lnTo>
                    <a:pt x="257898" y="1837789"/>
                  </a:lnTo>
                  <a:lnTo>
                    <a:pt x="226312" y="1811497"/>
                  </a:lnTo>
                  <a:lnTo>
                    <a:pt x="225296" y="1810418"/>
                  </a:lnTo>
                  <a:lnTo>
                    <a:pt x="224280" y="1809338"/>
                  </a:lnTo>
                  <a:lnTo>
                    <a:pt x="223264" y="1808246"/>
                  </a:lnTo>
                  <a:lnTo>
                    <a:pt x="169593" y="1806848"/>
                  </a:lnTo>
                  <a:lnTo>
                    <a:pt x="121105" y="1795812"/>
                  </a:lnTo>
                  <a:lnTo>
                    <a:pt x="80846" y="1776598"/>
                  </a:lnTo>
                  <a:lnTo>
                    <a:pt x="51864" y="1750669"/>
                  </a:lnTo>
                  <a:lnTo>
                    <a:pt x="37209" y="1719486"/>
                  </a:lnTo>
                  <a:lnTo>
                    <a:pt x="36879" y="1697402"/>
                  </a:lnTo>
                  <a:lnTo>
                    <a:pt x="44384" y="1676047"/>
                  </a:lnTo>
                  <a:lnTo>
                    <a:pt x="59318" y="1656162"/>
                  </a:lnTo>
                  <a:lnTo>
                    <a:pt x="81278" y="1638485"/>
                  </a:lnTo>
                  <a:lnTo>
                    <a:pt x="31785" y="1611581"/>
                  </a:lnTo>
                  <a:lnTo>
                    <a:pt x="4046" y="1576430"/>
                  </a:lnTo>
                  <a:lnTo>
                    <a:pt x="0" y="1537512"/>
                  </a:lnTo>
                  <a:lnTo>
                    <a:pt x="21588" y="1499306"/>
                  </a:lnTo>
                  <a:lnTo>
                    <a:pt x="45289" y="1480199"/>
                  </a:lnTo>
                  <a:lnTo>
                    <a:pt x="75277" y="1465181"/>
                  </a:lnTo>
                  <a:lnTo>
                    <a:pt x="110170" y="1454783"/>
                  </a:lnTo>
                  <a:lnTo>
                    <a:pt x="148588" y="1449535"/>
                  </a:lnTo>
                  <a:lnTo>
                    <a:pt x="149985" y="1447236"/>
                  </a:lnTo>
                  <a:close/>
                </a:path>
                <a:path w="1662429" h="1943100">
                  <a:moveTo>
                    <a:pt x="180465" y="1649242"/>
                  </a:moveTo>
                  <a:lnTo>
                    <a:pt x="155029" y="1649267"/>
                  </a:lnTo>
                  <a:lnTo>
                    <a:pt x="130046" y="1646961"/>
                  </a:lnTo>
                  <a:lnTo>
                    <a:pt x="105919" y="1642386"/>
                  </a:lnTo>
                  <a:lnTo>
                    <a:pt x="83056" y="1635602"/>
                  </a:lnTo>
                </a:path>
                <a:path w="1662429" h="1943100">
                  <a:moveTo>
                    <a:pt x="266444" y="1798480"/>
                  </a:moveTo>
                  <a:lnTo>
                    <a:pt x="256043" y="1800741"/>
                  </a:lnTo>
                  <a:lnTo>
                    <a:pt x="245441" y="1802587"/>
                  </a:lnTo>
                  <a:lnTo>
                    <a:pt x="234672" y="1804011"/>
                  </a:lnTo>
                  <a:lnTo>
                    <a:pt x="223772" y="1805008"/>
                  </a:lnTo>
                </a:path>
                <a:path w="1662429" h="1943100">
                  <a:moveTo>
                    <a:pt x="633601" y="1870184"/>
                  </a:moveTo>
                  <a:lnTo>
                    <a:pt x="626199" y="1863059"/>
                  </a:lnTo>
                  <a:lnTo>
                    <a:pt x="619440" y="1855714"/>
                  </a:lnTo>
                  <a:lnTo>
                    <a:pt x="613348" y="1848162"/>
                  </a:lnTo>
                  <a:lnTo>
                    <a:pt x="607947" y="1840415"/>
                  </a:lnTo>
                </a:path>
                <a:path w="1662429" h="1943100">
                  <a:moveTo>
                    <a:pt x="1108454" y="1795940"/>
                  </a:moveTo>
                  <a:lnTo>
                    <a:pt x="1106953" y="1804226"/>
                  </a:lnTo>
                  <a:lnTo>
                    <a:pt x="1104739" y="1812443"/>
                  </a:lnTo>
                  <a:lnTo>
                    <a:pt x="1101810" y="1820575"/>
                  </a:lnTo>
                  <a:lnTo>
                    <a:pt x="1098167" y="1828604"/>
                  </a:lnTo>
                </a:path>
                <a:path w="1662429" h="1943100">
                  <a:moveTo>
                    <a:pt x="1312289" y="1594099"/>
                  </a:moveTo>
                  <a:lnTo>
                    <a:pt x="1364446" y="1615466"/>
                  </a:lnTo>
                  <a:lnTo>
                    <a:pt x="1403983" y="1644211"/>
                  </a:lnTo>
                  <a:lnTo>
                    <a:pt x="1428946" y="1678422"/>
                  </a:lnTo>
                  <a:lnTo>
                    <a:pt x="1437384" y="1716184"/>
                  </a:lnTo>
                </a:path>
                <a:path w="1662429" h="1943100">
                  <a:moveTo>
                    <a:pt x="1607310" y="1464063"/>
                  </a:moveTo>
                  <a:lnTo>
                    <a:pt x="1596687" y="1476920"/>
                  </a:lnTo>
                  <a:lnTo>
                    <a:pt x="1583767" y="1488913"/>
                  </a:lnTo>
                  <a:lnTo>
                    <a:pt x="1568680" y="1499927"/>
                  </a:lnTo>
                  <a:lnTo>
                    <a:pt x="1551557" y="1509847"/>
                  </a:lnTo>
                </a:path>
                <a:path w="1662429" h="1943100">
                  <a:moveTo>
                    <a:pt x="1473706" y="1294201"/>
                  </a:moveTo>
                  <a:lnTo>
                    <a:pt x="1475738" y="1301313"/>
                  </a:lnTo>
                  <a:lnTo>
                    <a:pt x="1476754" y="1308577"/>
                  </a:lnTo>
                  <a:lnTo>
                    <a:pt x="1476627" y="1315816"/>
                  </a:lnTo>
                </a:path>
                <a:path w="1662429" h="1943100">
                  <a:moveTo>
                    <a:pt x="1118106" y="1268928"/>
                  </a:moveTo>
                  <a:lnTo>
                    <a:pt x="1123981" y="1261621"/>
                  </a:lnTo>
                  <a:lnTo>
                    <a:pt x="1130726" y="1254577"/>
                  </a:lnTo>
                  <a:lnTo>
                    <a:pt x="1138304" y="1247818"/>
                  </a:lnTo>
                  <a:lnTo>
                    <a:pt x="1146681" y="1241369"/>
                  </a:lnTo>
                </a:path>
                <a:path w="1662429" h="1943100">
                  <a:moveTo>
                    <a:pt x="851406" y="1282136"/>
                  </a:moveTo>
                  <a:lnTo>
                    <a:pt x="853926" y="1275996"/>
                  </a:lnTo>
                  <a:lnTo>
                    <a:pt x="857089" y="1269976"/>
                  </a:lnTo>
                  <a:lnTo>
                    <a:pt x="860871" y="1264098"/>
                  </a:lnTo>
                  <a:lnTo>
                    <a:pt x="865249" y="1258387"/>
                  </a:lnTo>
                </a:path>
                <a:path w="1662429" h="1943100">
                  <a:moveTo>
                    <a:pt x="538351" y="1290137"/>
                  </a:moveTo>
                  <a:lnTo>
                    <a:pt x="551703" y="1295235"/>
                  </a:lnTo>
                  <a:lnTo>
                    <a:pt x="564497" y="1300800"/>
                  </a:lnTo>
                  <a:lnTo>
                    <a:pt x="576695" y="1306816"/>
                  </a:lnTo>
                  <a:lnTo>
                    <a:pt x="588262" y="1313264"/>
                  </a:lnTo>
                </a:path>
                <a:path w="1662429" h="1943100">
                  <a:moveTo>
                    <a:pt x="158748" y="1471506"/>
                  </a:moveTo>
                  <a:lnTo>
                    <a:pt x="155914" y="1465520"/>
                  </a:lnTo>
                  <a:lnTo>
                    <a:pt x="153509" y="1459476"/>
                  </a:lnTo>
                  <a:lnTo>
                    <a:pt x="151532" y="1453378"/>
                  </a:lnTo>
                  <a:lnTo>
                    <a:pt x="149985" y="1447236"/>
                  </a:lnTo>
                </a:path>
                <a:path w="1662429" h="1943100">
                  <a:moveTo>
                    <a:pt x="623949" y="243276"/>
                  </a:moveTo>
                  <a:lnTo>
                    <a:pt x="623911" y="201075"/>
                  </a:lnTo>
                  <a:lnTo>
                    <a:pt x="635802" y="161704"/>
                  </a:lnTo>
                  <a:lnTo>
                    <a:pt x="658191" y="126849"/>
                  </a:lnTo>
                  <a:lnTo>
                    <a:pt x="689650" y="98195"/>
                  </a:lnTo>
                  <a:lnTo>
                    <a:pt x="728750" y="77429"/>
                  </a:lnTo>
                  <a:lnTo>
                    <a:pt x="774063" y="66238"/>
                  </a:lnTo>
                  <a:lnTo>
                    <a:pt x="803249" y="64910"/>
                  </a:lnTo>
                  <a:lnTo>
                    <a:pt x="832102" y="67905"/>
                  </a:lnTo>
                  <a:lnTo>
                    <a:pt x="860002" y="75114"/>
                  </a:lnTo>
                  <a:lnTo>
                    <a:pt x="886331" y="86431"/>
                  </a:lnTo>
                  <a:lnTo>
                    <a:pt x="913128" y="54673"/>
                  </a:lnTo>
                  <a:lnTo>
                    <a:pt x="948337" y="32802"/>
                  </a:lnTo>
                  <a:lnTo>
                    <a:pt x="988880" y="21655"/>
                  </a:lnTo>
                  <a:lnTo>
                    <a:pt x="1031679" y="22065"/>
                  </a:lnTo>
                  <a:lnTo>
                    <a:pt x="1073656" y="34869"/>
                  </a:lnTo>
                  <a:lnTo>
                    <a:pt x="1105787" y="56078"/>
                  </a:lnTo>
                  <a:lnTo>
                    <a:pt x="1133451" y="24272"/>
                  </a:lnTo>
                  <a:lnTo>
                    <a:pt x="1171271" y="5087"/>
                  </a:lnTo>
                  <a:lnTo>
                    <a:pt x="1214354" y="0"/>
                  </a:lnTo>
                  <a:lnTo>
                    <a:pt x="1257806" y="10485"/>
                  </a:lnTo>
                  <a:lnTo>
                    <a:pt x="1269031" y="16283"/>
                  </a:lnTo>
                  <a:lnTo>
                    <a:pt x="1279411" y="23153"/>
                  </a:lnTo>
                  <a:lnTo>
                    <a:pt x="1288863" y="31023"/>
                  </a:lnTo>
                  <a:lnTo>
                    <a:pt x="1297303" y="39822"/>
                  </a:lnTo>
                  <a:lnTo>
                    <a:pt x="1336621" y="12078"/>
                  </a:lnTo>
                  <a:lnTo>
                    <a:pt x="1383155" y="373"/>
                  </a:lnTo>
                  <a:lnTo>
                    <a:pt x="1431212" y="5121"/>
                  </a:lnTo>
                  <a:lnTo>
                    <a:pt x="1475103" y="26741"/>
                  </a:lnTo>
                  <a:lnTo>
                    <a:pt x="1490448" y="40560"/>
                  </a:lnTo>
                  <a:lnTo>
                    <a:pt x="1502804" y="56427"/>
                  </a:lnTo>
                  <a:lnTo>
                    <a:pt x="1511946" y="73961"/>
                  </a:lnTo>
                  <a:lnTo>
                    <a:pt x="1517648" y="92781"/>
                  </a:lnTo>
                  <a:lnTo>
                    <a:pt x="1566797" y="114938"/>
                  </a:lnTo>
                  <a:lnTo>
                    <a:pt x="1601468" y="151074"/>
                  </a:lnTo>
                  <a:lnTo>
                    <a:pt x="1618517" y="196258"/>
                  </a:lnTo>
                  <a:lnTo>
                    <a:pt x="1614803" y="245562"/>
                  </a:lnTo>
                  <a:lnTo>
                    <a:pt x="1613152" y="251150"/>
                  </a:lnTo>
                  <a:lnTo>
                    <a:pt x="1610993" y="256611"/>
                  </a:lnTo>
                  <a:lnTo>
                    <a:pt x="1608580" y="261945"/>
                  </a:lnTo>
                  <a:lnTo>
                    <a:pt x="1632075" y="298634"/>
                  </a:lnTo>
                  <a:lnTo>
                    <a:pt x="1643589" y="338206"/>
                  </a:lnTo>
                  <a:lnTo>
                    <a:pt x="1643441" y="378547"/>
                  </a:lnTo>
                  <a:lnTo>
                    <a:pt x="1631948" y="417543"/>
                  </a:lnTo>
                  <a:lnTo>
                    <a:pt x="1609426" y="453083"/>
                  </a:lnTo>
                  <a:lnTo>
                    <a:pt x="1576195" y="483052"/>
                  </a:lnTo>
                  <a:lnTo>
                    <a:pt x="1537285" y="503420"/>
                  </a:lnTo>
                  <a:lnTo>
                    <a:pt x="1493899" y="514167"/>
                  </a:lnTo>
                  <a:lnTo>
                    <a:pt x="1485872" y="556639"/>
                  </a:lnTo>
                  <a:lnTo>
                    <a:pt x="1464221" y="593429"/>
                  </a:lnTo>
                  <a:lnTo>
                    <a:pt x="1431445" y="622331"/>
                  </a:lnTo>
                  <a:lnTo>
                    <a:pt x="1390043" y="641138"/>
                  </a:lnTo>
                  <a:lnTo>
                    <a:pt x="1342515" y="647644"/>
                  </a:lnTo>
                  <a:lnTo>
                    <a:pt x="1321895" y="646255"/>
                  </a:lnTo>
                  <a:lnTo>
                    <a:pt x="1301763" y="642342"/>
                  </a:lnTo>
                  <a:lnTo>
                    <a:pt x="1282418" y="636000"/>
                  </a:lnTo>
                  <a:lnTo>
                    <a:pt x="1264156" y="627324"/>
                  </a:lnTo>
                  <a:lnTo>
                    <a:pt x="1244658" y="665796"/>
                  </a:lnTo>
                  <a:lnTo>
                    <a:pt x="1215618" y="697230"/>
                  </a:lnTo>
                  <a:lnTo>
                    <a:pt x="1179113" y="720621"/>
                  </a:lnTo>
                  <a:lnTo>
                    <a:pt x="1137221" y="734963"/>
                  </a:lnTo>
                  <a:lnTo>
                    <a:pt x="1092021" y="739252"/>
                  </a:lnTo>
                  <a:lnTo>
                    <a:pt x="1045589" y="732480"/>
                  </a:lnTo>
                  <a:lnTo>
                    <a:pt x="1017529" y="722419"/>
                  </a:lnTo>
                  <a:lnTo>
                    <a:pt x="991995" y="708286"/>
                  </a:lnTo>
                  <a:lnTo>
                    <a:pt x="969508" y="690439"/>
                  </a:lnTo>
                  <a:lnTo>
                    <a:pt x="950593" y="669234"/>
                  </a:lnTo>
                  <a:lnTo>
                    <a:pt x="908483" y="686456"/>
                  </a:lnTo>
                  <a:lnTo>
                    <a:pt x="864566" y="694387"/>
                  </a:lnTo>
                  <a:lnTo>
                    <a:pt x="820490" y="693394"/>
                  </a:lnTo>
                  <a:lnTo>
                    <a:pt x="777901" y="683843"/>
                  </a:lnTo>
                  <a:lnTo>
                    <a:pt x="738443" y="666102"/>
                  </a:lnTo>
                  <a:lnTo>
                    <a:pt x="703764" y="640536"/>
                  </a:lnTo>
                  <a:lnTo>
                    <a:pt x="675511" y="607512"/>
                  </a:lnTo>
                  <a:lnTo>
                    <a:pt x="674876" y="606496"/>
                  </a:lnTo>
                  <a:lnTo>
                    <a:pt x="674114" y="605353"/>
                  </a:lnTo>
                  <a:lnTo>
                    <a:pt x="673479" y="604337"/>
                  </a:lnTo>
                  <a:lnTo>
                    <a:pt x="628671" y="601003"/>
                  </a:lnTo>
                  <a:lnTo>
                    <a:pt x="590103" y="583191"/>
                  </a:lnTo>
                  <a:lnTo>
                    <a:pt x="561822" y="553759"/>
                  </a:lnTo>
                  <a:lnTo>
                    <a:pt x="547876" y="515564"/>
                  </a:lnTo>
                  <a:lnTo>
                    <a:pt x="547661" y="493474"/>
                  </a:lnTo>
                  <a:lnTo>
                    <a:pt x="552733" y="472098"/>
                  </a:lnTo>
                  <a:lnTo>
                    <a:pt x="562806" y="452199"/>
                  </a:lnTo>
                  <a:lnTo>
                    <a:pt x="577594" y="434538"/>
                  </a:lnTo>
                  <a:lnTo>
                    <a:pt x="544208" y="407610"/>
                  </a:lnTo>
                  <a:lnTo>
                    <a:pt x="525492" y="372467"/>
                  </a:lnTo>
                  <a:lnTo>
                    <a:pt x="522730" y="333561"/>
                  </a:lnTo>
                  <a:lnTo>
                    <a:pt x="537208" y="295346"/>
                  </a:lnTo>
                  <a:lnTo>
                    <a:pt x="553247" y="276244"/>
                  </a:lnTo>
                  <a:lnTo>
                    <a:pt x="573514" y="261215"/>
                  </a:lnTo>
                  <a:lnTo>
                    <a:pt x="597090" y="250805"/>
                  </a:lnTo>
                  <a:lnTo>
                    <a:pt x="623060" y="245562"/>
                  </a:lnTo>
                  <a:lnTo>
                    <a:pt x="623949" y="243276"/>
                  </a:lnTo>
                  <a:close/>
                </a:path>
                <a:path w="1662429" h="1943100">
                  <a:moveTo>
                    <a:pt x="644523" y="445333"/>
                  </a:moveTo>
                  <a:lnTo>
                    <a:pt x="627405" y="445315"/>
                  </a:lnTo>
                  <a:lnTo>
                    <a:pt x="610550" y="442999"/>
                  </a:lnTo>
                  <a:lnTo>
                    <a:pt x="594266" y="438421"/>
                  </a:lnTo>
                  <a:lnTo>
                    <a:pt x="578864" y="431617"/>
                  </a:lnTo>
                </a:path>
                <a:path w="1662429" h="1943100">
                  <a:moveTo>
                    <a:pt x="702562" y="594558"/>
                  </a:moveTo>
                  <a:lnTo>
                    <a:pt x="695612" y="596820"/>
                  </a:lnTo>
                  <a:lnTo>
                    <a:pt x="688496" y="598654"/>
                  </a:lnTo>
                  <a:lnTo>
                    <a:pt x="681237" y="600059"/>
                  </a:lnTo>
                  <a:lnTo>
                    <a:pt x="673860" y="601035"/>
                  </a:lnTo>
                </a:path>
                <a:path w="1662429" h="1943100">
                  <a:moveTo>
                    <a:pt x="950593" y="666186"/>
                  </a:moveTo>
                  <a:lnTo>
                    <a:pt x="945570" y="659096"/>
                  </a:lnTo>
                  <a:lnTo>
                    <a:pt x="940988" y="651756"/>
                  </a:lnTo>
                  <a:lnTo>
                    <a:pt x="936859" y="644201"/>
                  </a:lnTo>
                  <a:lnTo>
                    <a:pt x="933194" y="636468"/>
                  </a:lnTo>
                </a:path>
                <a:path w="1662429" h="1943100">
                  <a:moveTo>
                    <a:pt x="1271268" y="592018"/>
                  </a:moveTo>
                  <a:lnTo>
                    <a:pt x="1270194" y="600279"/>
                  </a:lnTo>
                  <a:lnTo>
                    <a:pt x="1268680" y="608480"/>
                  </a:lnTo>
                  <a:lnTo>
                    <a:pt x="1266713" y="616610"/>
                  </a:lnTo>
                  <a:lnTo>
                    <a:pt x="1264283" y="624657"/>
                  </a:lnTo>
                </a:path>
                <a:path w="1662429" h="1943100">
                  <a:moveTo>
                    <a:pt x="1408809" y="390088"/>
                  </a:moveTo>
                  <a:lnTo>
                    <a:pt x="1444043" y="411464"/>
                  </a:lnTo>
                  <a:lnTo>
                    <a:pt x="1470753" y="440221"/>
                  </a:lnTo>
                  <a:lnTo>
                    <a:pt x="1487604" y="474456"/>
                  </a:lnTo>
                  <a:lnTo>
                    <a:pt x="1493264" y="512262"/>
                  </a:lnTo>
                </a:path>
                <a:path w="1662429" h="1943100">
                  <a:moveTo>
                    <a:pt x="1607945" y="260167"/>
                  </a:moveTo>
                  <a:lnTo>
                    <a:pt x="1600838" y="273008"/>
                  </a:lnTo>
                  <a:lnTo>
                    <a:pt x="1592149" y="284980"/>
                  </a:lnTo>
                  <a:lnTo>
                    <a:pt x="1581959" y="295975"/>
                  </a:lnTo>
                  <a:lnTo>
                    <a:pt x="1570353" y="305887"/>
                  </a:lnTo>
                </a:path>
                <a:path w="1662429" h="1943100">
                  <a:moveTo>
                    <a:pt x="1517775" y="90241"/>
                  </a:moveTo>
                  <a:lnTo>
                    <a:pt x="1519172" y="97353"/>
                  </a:lnTo>
                  <a:lnTo>
                    <a:pt x="1519934" y="104592"/>
                  </a:lnTo>
                  <a:lnTo>
                    <a:pt x="1519807" y="111831"/>
                  </a:lnTo>
                </a:path>
                <a:path w="1662429" h="1943100">
                  <a:moveTo>
                    <a:pt x="1277745" y="64968"/>
                  </a:moveTo>
                  <a:lnTo>
                    <a:pt x="1281670" y="57661"/>
                  </a:lnTo>
                  <a:lnTo>
                    <a:pt x="1286190" y="50617"/>
                  </a:lnTo>
                  <a:lnTo>
                    <a:pt x="1291282" y="43858"/>
                  </a:lnTo>
                  <a:lnTo>
                    <a:pt x="1296922" y="37409"/>
                  </a:lnTo>
                </a:path>
                <a:path w="1662429" h="1943100">
                  <a:moveTo>
                    <a:pt x="1097659" y="78176"/>
                  </a:moveTo>
                  <a:lnTo>
                    <a:pt x="1099321" y="72036"/>
                  </a:lnTo>
                  <a:lnTo>
                    <a:pt x="1101437" y="66016"/>
                  </a:lnTo>
                  <a:lnTo>
                    <a:pt x="1103981" y="60138"/>
                  </a:lnTo>
                  <a:lnTo>
                    <a:pt x="1106930" y="54427"/>
                  </a:lnTo>
                </a:path>
                <a:path w="1662429" h="1943100">
                  <a:moveTo>
                    <a:pt x="886204" y="86177"/>
                  </a:moveTo>
                  <a:lnTo>
                    <a:pt x="895250" y="91271"/>
                  </a:lnTo>
                  <a:lnTo>
                    <a:pt x="903904" y="96829"/>
                  </a:lnTo>
                  <a:lnTo>
                    <a:pt x="912153" y="102840"/>
                  </a:lnTo>
                  <a:lnTo>
                    <a:pt x="919986" y="109291"/>
                  </a:lnTo>
                </a:path>
                <a:path w="1662429" h="1943100">
                  <a:moveTo>
                    <a:pt x="629918" y="267533"/>
                  </a:moveTo>
                  <a:lnTo>
                    <a:pt x="627251" y="259659"/>
                  </a:lnTo>
                  <a:lnTo>
                    <a:pt x="625219" y="251531"/>
                  </a:lnTo>
                  <a:lnTo>
                    <a:pt x="623949" y="243276"/>
                  </a:lnTo>
                </a:path>
              </a:pathLst>
            </a:custGeom>
            <a:ln w="25908">
              <a:solidFill>
                <a:srgbClr val="C5C5C5"/>
              </a:solidFill>
            </a:ln>
          </p:spPr>
          <p:txBody>
            <a:bodyPr wrap="square" lIns="0" tIns="0" rIns="0" bIns="0" rtlCol="0"/>
            <a:lstStyle/>
            <a:p>
              <a:endParaRPr/>
            </a:p>
          </p:txBody>
        </p:sp>
      </p:grpSp>
      <p:sp>
        <p:nvSpPr>
          <p:cNvPr id="32" name="object 32"/>
          <p:cNvSpPr txBox="1"/>
          <p:nvPr/>
        </p:nvSpPr>
        <p:spPr>
          <a:xfrm>
            <a:off x="5894323" y="2754629"/>
            <a:ext cx="1068705" cy="391160"/>
          </a:xfrm>
          <a:prstGeom prst="rect">
            <a:avLst/>
          </a:prstGeom>
        </p:spPr>
        <p:txBody>
          <a:bodyPr vert="horz" wrap="square" lIns="0" tIns="12700" rIns="0" bIns="0" rtlCol="0">
            <a:spAutoFit/>
          </a:bodyPr>
          <a:lstStyle/>
          <a:p>
            <a:pPr marL="12700" marR="5080">
              <a:lnSpc>
                <a:spcPct val="100000"/>
              </a:lnSpc>
              <a:spcBef>
                <a:spcPts val="100"/>
              </a:spcBef>
            </a:pPr>
            <a:r>
              <a:rPr sz="1200" spc="-45" dirty="0">
                <a:solidFill>
                  <a:srgbClr val="585858"/>
                </a:solidFill>
                <a:latin typeface="Trebuchet MS"/>
                <a:cs typeface="Trebuchet MS"/>
              </a:rPr>
              <a:t>A</a:t>
            </a:r>
            <a:r>
              <a:rPr sz="1200" spc="-85" dirty="0">
                <a:solidFill>
                  <a:srgbClr val="585858"/>
                </a:solidFill>
                <a:latin typeface="Trebuchet MS"/>
                <a:cs typeface="Trebuchet MS"/>
              </a:rPr>
              <a:t>ff</a:t>
            </a:r>
            <a:r>
              <a:rPr sz="1200" spc="-75" dirty="0">
                <a:solidFill>
                  <a:srgbClr val="585858"/>
                </a:solidFill>
                <a:latin typeface="Trebuchet MS"/>
                <a:cs typeface="Trebuchet MS"/>
              </a:rPr>
              <a:t>i</a:t>
            </a:r>
            <a:r>
              <a:rPr sz="1200" spc="-65" dirty="0">
                <a:solidFill>
                  <a:srgbClr val="585858"/>
                </a:solidFill>
                <a:latin typeface="Trebuchet MS"/>
                <a:cs typeface="Trebuchet MS"/>
              </a:rPr>
              <a:t>ch</a:t>
            </a:r>
            <a:r>
              <a:rPr sz="1200" spc="-75" dirty="0">
                <a:solidFill>
                  <a:srgbClr val="585858"/>
                </a:solidFill>
                <a:latin typeface="Trebuchet MS"/>
                <a:cs typeface="Trebuchet MS"/>
              </a:rPr>
              <a:t>a</a:t>
            </a:r>
            <a:r>
              <a:rPr sz="1200" spc="-20" dirty="0">
                <a:solidFill>
                  <a:srgbClr val="585858"/>
                </a:solidFill>
                <a:latin typeface="Trebuchet MS"/>
                <a:cs typeface="Trebuchet MS"/>
              </a:rPr>
              <a:t>g</a:t>
            </a:r>
            <a:r>
              <a:rPr sz="1200" spc="-110" dirty="0">
                <a:solidFill>
                  <a:srgbClr val="585858"/>
                </a:solidFill>
                <a:latin typeface="Trebuchet MS"/>
                <a:cs typeface="Trebuchet MS"/>
              </a:rPr>
              <a:t>e</a:t>
            </a:r>
            <a:r>
              <a:rPr sz="1200" spc="-100" dirty="0">
                <a:solidFill>
                  <a:srgbClr val="585858"/>
                </a:solidFill>
                <a:latin typeface="Trebuchet MS"/>
                <a:cs typeface="Trebuchet MS"/>
              </a:rPr>
              <a:t> </a:t>
            </a:r>
            <a:r>
              <a:rPr sz="1200" spc="-95" dirty="0">
                <a:solidFill>
                  <a:srgbClr val="585858"/>
                </a:solidFill>
                <a:latin typeface="Trebuchet MS"/>
                <a:cs typeface="Trebuchet MS"/>
              </a:rPr>
              <a:t>d</a:t>
            </a:r>
            <a:r>
              <a:rPr sz="1200" spc="-100" dirty="0">
                <a:solidFill>
                  <a:srgbClr val="585858"/>
                </a:solidFill>
                <a:latin typeface="Trebuchet MS"/>
                <a:cs typeface="Trebuchet MS"/>
              </a:rPr>
              <a:t>e</a:t>
            </a:r>
            <a:r>
              <a:rPr sz="1200" spc="-105" dirty="0">
                <a:solidFill>
                  <a:srgbClr val="585858"/>
                </a:solidFill>
                <a:latin typeface="Trebuchet MS"/>
                <a:cs typeface="Trebuchet MS"/>
              </a:rPr>
              <a:t> </a:t>
            </a:r>
            <a:r>
              <a:rPr sz="1200" spc="-75" dirty="0">
                <a:solidFill>
                  <a:srgbClr val="585858"/>
                </a:solidFill>
                <a:latin typeface="Trebuchet MS"/>
                <a:cs typeface="Trebuchet MS"/>
              </a:rPr>
              <a:t>t</a:t>
            </a:r>
            <a:r>
              <a:rPr sz="1200" spc="-95" dirty="0">
                <a:solidFill>
                  <a:srgbClr val="585858"/>
                </a:solidFill>
                <a:latin typeface="Trebuchet MS"/>
                <a:cs typeface="Trebuchet MS"/>
              </a:rPr>
              <a:t>o</a:t>
            </a:r>
            <a:r>
              <a:rPr sz="1200" spc="-75" dirty="0">
                <a:solidFill>
                  <a:srgbClr val="585858"/>
                </a:solidFill>
                <a:latin typeface="Trebuchet MS"/>
                <a:cs typeface="Trebuchet MS"/>
              </a:rPr>
              <a:t>u</a:t>
            </a:r>
            <a:r>
              <a:rPr sz="1200" spc="30" dirty="0">
                <a:solidFill>
                  <a:srgbClr val="585858"/>
                </a:solidFill>
                <a:latin typeface="Trebuchet MS"/>
                <a:cs typeface="Trebuchet MS"/>
              </a:rPr>
              <a:t>s  </a:t>
            </a:r>
            <a:r>
              <a:rPr sz="1200" spc="-85" dirty="0">
                <a:solidFill>
                  <a:srgbClr val="585858"/>
                </a:solidFill>
                <a:latin typeface="Trebuchet MS"/>
                <a:cs typeface="Trebuchet MS"/>
              </a:rPr>
              <a:t>l</a:t>
            </a:r>
            <a:r>
              <a:rPr sz="1200" spc="-114" dirty="0">
                <a:solidFill>
                  <a:srgbClr val="585858"/>
                </a:solidFill>
                <a:latin typeface="Trebuchet MS"/>
                <a:cs typeface="Trebuchet MS"/>
              </a:rPr>
              <a:t>e</a:t>
            </a:r>
            <a:r>
              <a:rPr sz="1200" spc="35" dirty="0">
                <a:solidFill>
                  <a:srgbClr val="585858"/>
                </a:solidFill>
                <a:latin typeface="Trebuchet MS"/>
                <a:cs typeface="Trebuchet MS"/>
              </a:rPr>
              <a:t>s</a:t>
            </a:r>
            <a:r>
              <a:rPr sz="1200" spc="-95" dirty="0">
                <a:solidFill>
                  <a:srgbClr val="585858"/>
                </a:solidFill>
                <a:latin typeface="Trebuchet MS"/>
                <a:cs typeface="Trebuchet MS"/>
              </a:rPr>
              <a:t> </a:t>
            </a:r>
            <a:r>
              <a:rPr sz="1200" spc="-90" dirty="0">
                <a:solidFill>
                  <a:srgbClr val="585858"/>
                </a:solidFill>
                <a:latin typeface="Trebuchet MS"/>
                <a:cs typeface="Trebuchet MS"/>
              </a:rPr>
              <a:t>d</a:t>
            </a:r>
            <a:r>
              <a:rPr sz="1200" spc="-75" dirty="0">
                <a:solidFill>
                  <a:srgbClr val="585858"/>
                </a:solidFill>
                <a:latin typeface="Trebuchet MS"/>
                <a:cs typeface="Trebuchet MS"/>
              </a:rPr>
              <a:t>ia</a:t>
            </a:r>
            <a:r>
              <a:rPr sz="1200" spc="-20" dirty="0">
                <a:solidFill>
                  <a:srgbClr val="585858"/>
                </a:solidFill>
                <a:latin typeface="Trebuchet MS"/>
                <a:cs typeface="Trebuchet MS"/>
              </a:rPr>
              <a:t>g</a:t>
            </a:r>
            <a:r>
              <a:rPr sz="1200" spc="-80" dirty="0">
                <a:solidFill>
                  <a:srgbClr val="585858"/>
                </a:solidFill>
                <a:latin typeface="Trebuchet MS"/>
                <a:cs typeface="Trebuchet MS"/>
              </a:rPr>
              <a:t>r</a:t>
            </a:r>
            <a:r>
              <a:rPr sz="1200" spc="-100" dirty="0">
                <a:solidFill>
                  <a:srgbClr val="585858"/>
                </a:solidFill>
                <a:latin typeface="Trebuchet MS"/>
                <a:cs typeface="Trebuchet MS"/>
              </a:rPr>
              <a:t>a</a:t>
            </a:r>
            <a:r>
              <a:rPr sz="1200" spc="-114" dirty="0">
                <a:solidFill>
                  <a:srgbClr val="585858"/>
                </a:solidFill>
                <a:latin typeface="Trebuchet MS"/>
                <a:cs typeface="Trebuchet MS"/>
              </a:rPr>
              <a:t>mme</a:t>
            </a:r>
            <a:r>
              <a:rPr sz="1200" spc="35" dirty="0">
                <a:solidFill>
                  <a:srgbClr val="585858"/>
                </a:solidFill>
                <a:latin typeface="Trebuchet MS"/>
                <a:cs typeface="Trebuchet MS"/>
              </a:rPr>
              <a:t>s</a:t>
            </a:r>
            <a:endParaRPr sz="1200">
              <a:latin typeface="Trebuchet MS"/>
              <a:cs typeface="Trebuchet MS"/>
            </a:endParaRPr>
          </a:p>
        </p:txBody>
      </p:sp>
      <p:sp>
        <p:nvSpPr>
          <p:cNvPr id="33" name="object 33"/>
          <p:cNvSpPr/>
          <p:nvPr/>
        </p:nvSpPr>
        <p:spPr>
          <a:xfrm>
            <a:off x="6451853" y="2184526"/>
            <a:ext cx="736600" cy="544830"/>
          </a:xfrm>
          <a:custGeom>
            <a:avLst/>
            <a:gdLst/>
            <a:ahLst/>
            <a:cxnLst/>
            <a:rect l="l" t="t" r="r" b="b"/>
            <a:pathLst>
              <a:path w="736600" h="544830">
                <a:moveTo>
                  <a:pt x="58547" y="431292"/>
                </a:moveTo>
                <a:lnTo>
                  <a:pt x="0" y="544830"/>
                </a:lnTo>
                <a:lnTo>
                  <a:pt x="125984" y="523621"/>
                </a:lnTo>
                <a:lnTo>
                  <a:pt x="111698" y="504063"/>
                </a:lnTo>
                <a:lnTo>
                  <a:pt x="88138" y="504063"/>
                </a:lnTo>
                <a:lnTo>
                  <a:pt x="65659" y="473329"/>
                </a:lnTo>
                <a:lnTo>
                  <a:pt x="81043" y="462092"/>
                </a:lnTo>
                <a:lnTo>
                  <a:pt x="58547" y="431292"/>
                </a:lnTo>
                <a:close/>
              </a:path>
              <a:path w="736600" h="544830">
                <a:moveTo>
                  <a:pt x="81043" y="462092"/>
                </a:moveTo>
                <a:lnTo>
                  <a:pt x="65659" y="473329"/>
                </a:lnTo>
                <a:lnTo>
                  <a:pt x="88138" y="504063"/>
                </a:lnTo>
                <a:lnTo>
                  <a:pt x="103502" y="492841"/>
                </a:lnTo>
                <a:lnTo>
                  <a:pt x="81043" y="462092"/>
                </a:lnTo>
                <a:close/>
              </a:path>
              <a:path w="736600" h="544830">
                <a:moveTo>
                  <a:pt x="103502" y="492841"/>
                </a:moveTo>
                <a:lnTo>
                  <a:pt x="88138" y="504063"/>
                </a:lnTo>
                <a:lnTo>
                  <a:pt x="111698" y="504063"/>
                </a:lnTo>
                <a:lnTo>
                  <a:pt x="103502" y="492841"/>
                </a:lnTo>
                <a:close/>
              </a:path>
              <a:path w="736600" h="544830">
                <a:moveTo>
                  <a:pt x="713740" y="0"/>
                </a:moveTo>
                <a:lnTo>
                  <a:pt x="81043" y="462092"/>
                </a:lnTo>
                <a:lnTo>
                  <a:pt x="103502" y="492841"/>
                </a:lnTo>
                <a:lnTo>
                  <a:pt x="736219" y="30734"/>
                </a:lnTo>
                <a:lnTo>
                  <a:pt x="713740" y="0"/>
                </a:lnTo>
                <a:close/>
              </a:path>
            </a:pathLst>
          </a:custGeom>
          <a:solidFill>
            <a:srgbClr val="C5C5C5"/>
          </a:solidFill>
        </p:spPr>
        <p:txBody>
          <a:bodyPr wrap="square" lIns="0" tIns="0" rIns="0" bIns="0" rtlCol="0"/>
          <a:lstStyle/>
          <a:p>
            <a:endParaRPr/>
          </a:p>
        </p:txBody>
      </p:sp>
      <p:sp>
        <p:nvSpPr>
          <p:cNvPr id="34" name="object 34"/>
          <p:cNvSpPr txBox="1"/>
          <p:nvPr/>
        </p:nvSpPr>
        <p:spPr>
          <a:xfrm>
            <a:off x="6892797" y="3418078"/>
            <a:ext cx="916940" cy="391160"/>
          </a:xfrm>
          <a:prstGeom prst="rect">
            <a:avLst/>
          </a:prstGeom>
        </p:spPr>
        <p:txBody>
          <a:bodyPr vert="horz" wrap="square" lIns="0" tIns="12700" rIns="0" bIns="0" rtlCol="0">
            <a:spAutoFit/>
          </a:bodyPr>
          <a:lstStyle/>
          <a:p>
            <a:pPr marL="12700" marR="5080">
              <a:lnSpc>
                <a:spcPct val="100000"/>
              </a:lnSpc>
              <a:spcBef>
                <a:spcPts val="100"/>
              </a:spcBef>
            </a:pPr>
            <a:r>
              <a:rPr sz="1200" spc="-85" dirty="0">
                <a:solidFill>
                  <a:srgbClr val="585858"/>
                </a:solidFill>
                <a:latin typeface="Trebuchet MS"/>
                <a:cs typeface="Trebuchet MS"/>
              </a:rPr>
              <a:t>Diagramme</a:t>
            </a:r>
            <a:r>
              <a:rPr sz="1200" spc="105" dirty="0">
                <a:solidFill>
                  <a:srgbClr val="585858"/>
                </a:solidFill>
                <a:latin typeface="Trebuchet MS"/>
                <a:cs typeface="Trebuchet MS"/>
              </a:rPr>
              <a:t> </a:t>
            </a:r>
            <a:r>
              <a:rPr sz="1200" spc="-95" dirty="0">
                <a:solidFill>
                  <a:srgbClr val="585858"/>
                </a:solidFill>
                <a:latin typeface="Trebuchet MS"/>
                <a:cs typeface="Trebuchet MS"/>
              </a:rPr>
              <a:t>de </a:t>
            </a:r>
            <a:r>
              <a:rPr sz="1200" spc="-345" dirty="0">
                <a:solidFill>
                  <a:srgbClr val="585858"/>
                </a:solidFill>
                <a:latin typeface="Trebuchet MS"/>
                <a:cs typeface="Trebuchet MS"/>
              </a:rPr>
              <a:t> </a:t>
            </a:r>
            <a:r>
              <a:rPr sz="1200" spc="-60" dirty="0">
                <a:solidFill>
                  <a:srgbClr val="585858"/>
                </a:solidFill>
                <a:latin typeface="Trebuchet MS"/>
                <a:cs typeface="Trebuchet MS"/>
              </a:rPr>
              <a:t>composants</a:t>
            </a:r>
            <a:endParaRPr sz="1200">
              <a:latin typeface="Trebuchet MS"/>
              <a:cs typeface="Trebuchet MS"/>
            </a:endParaRPr>
          </a:p>
        </p:txBody>
      </p:sp>
      <p:sp>
        <p:nvSpPr>
          <p:cNvPr id="35" name="object 35"/>
          <p:cNvSpPr/>
          <p:nvPr/>
        </p:nvSpPr>
        <p:spPr>
          <a:xfrm>
            <a:off x="7156957" y="2197100"/>
            <a:ext cx="234315" cy="1195705"/>
          </a:xfrm>
          <a:custGeom>
            <a:avLst/>
            <a:gdLst/>
            <a:ahLst/>
            <a:cxnLst/>
            <a:rect l="l" t="t" r="r" b="b"/>
            <a:pathLst>
              <a:path w="234315" h="1195704">
                <a:moveTo>
                  <a:pt x="158765" y="1085121"/>
                </a:moveTo>
                <a:lnTo>
                  <a:pt x="121031" y="1090676"/>
                </a:lnTo>
                <a:lnTo>
                  <a:pt x="194183" y="1195451"/>
                </a:lnTo>
                <a:lnTo>
                  <a:pt x="224216" y="1104011"/>
                </a:lnTo>
                <a:lnTo>
                  <a:pt x="161544" y="1104011"/>
                </a:lnTo>
                <a:lnTo>
                  <a:pt x="158765" y="1085121"/>
                </a:lnTo>
                <a:close/>
              </a:path>
              <a:path w="234315" h="1195704">
                <a:moveTo>
                  <a:pt x="196365" y="1079587"/>
                </a:moveTo>
                <a:lnTo>
                  <a:pt x="158765" y="1085121"/>
                </a:lnTo>
                <a:lnTo>
                  <a:pt x="161544" y="1104011"/>
                </a:lnTo>
                <a:lnTo>
                  <a:pt x="199136" y="1098423"/>
                </a:lnTo>
                <a:lnTo>
                  <a:pt x="196365" y="1079587"/>
                </a:lnTo>
                <a:close/>
              </a:path>
              <a:path w="234315" h="1195704">
                <a:moveTo>
                  <a:pt x="234061" y="1074039"/>
                </a:moveTo>
                <a:lnTo>
                  <a:pt x="196365" y="1079587"/>
                </a:lnTo>
                <a:lnTo>
                  <a:pt x="199136" y="1098423"/>
                </a:lnTo>
                <a:lnTo>
                  <a:pt x="161544" y="1104011"/>
                </a:lnTo>
                <a:lnTo>
                  <a:pt x="224216" y="1104011"/>
                </a:lnTo>
                <a:lnTo>
                  <a:pt x="234061" y="1074039"/>
                </a:lnTo>
                <a:close/>
              </a:path>
              <a:path w="234315" h="1195704">
                <a:moveTo>
                  <a:pt x="37592" y="0"/>
                </a:moveTo>
                <a:lnTo>
                  <a:pt x="0" y="5587"/>
                </a:lnTo>
                <a:lnTo>
                  <a:pt x="158765" y="1085121"/>
                </a:lnTo>
                <a:lnTo>
                  <a:pt x="196365" y="1079587"/>
                </a:lnTo>
                <a:lnTo>
                  <a:pt x="37592" y="0"/>
                </a:lnTo>
                <a:close/>
              </a:path>
            </a:pathLst>
          </a:custGeom>
          <a:solidFill>
            <a:srgbClr val="C5C5C5"/>
          </a:solidFill>
        </p:spPr>
        <p:txBody>
          <a:bodyPr wrap="square" lIns="0" tIns="0" rIns="0" bIns="0" rtlCol="0"/>
          <a:lstStyle/>
          <a:p>
            <a:endParaRPr/>
          </a:p>
        </p:txBody>
      </p:sp>
      <p:sp>
        <p:nvSpPr>
          <p:cNvPr id="36" name="object 36"/>
          <p:cNvSpPr txBox="1"/>
          <p:nvPr/>
        </p:nvSpPr>
        <p:spPr>
          <a:xfrm>
            <a:off x="7689850" y="4004564"/>
            <a:ext cx="934085" cy="391160"/>
          </a:xfrm>
          <a:prstGeom prst="rect">
            <a:avLst/>
          </a:prstGeom>
        </p:spPr>
        <p:txBody>
          <a:bodyPr vert="horz" wrap="square" lIns="0" tIns="12700" rIns="0" bIns="0" rtlCol="0">
            <a:spAutoFit/>
          </a:bodyPr>
          <a:lstStyle/>
          <a:p>
            <a:pPr marL="12700" marR="5080">
              <a:lnSpc>
                <a:spcPct val="100000"/>
              </a:lnSpc>
              <a:spcBef>
                <a:spcPts val="100"/>
              </a:spcBef>
            </a:pPr>
            <a:r>
              <a:rPr sz="1200" spc="-85" dirty="0">
                <a:solidFill>
                  <a:srgbClr val="585858"/>
                </a:solidFill>
                <a:latin typeface="Trebuchet MS"/>
                <a:cs typeface="Trebuchet MS"/>
              </a:rPr>
              <a:t>Diagramme</a:t>
            </a:r>
            <a:r>
              <a:rPr sz="1200" spc="-55" dirty="0">
                <a:solidFill>
                  <a:srgbClr val="585858"/>
                </a:solidFill>
                <a:latin typeface="Trebuchet MS"/>
                <a:cs typeface="Trebuchet MS"/>
              </a:rPr>
              <a:t> </a:t>
            </a:r>
            <a:r>
              <a:rPr sz="1200" spc="-85" dirty="0">
                <a:solidFill>
                  <a:srgbClr val="585858"/>
                </a:solidFill>
                <a:latin typeface="Trebuchet MS"/>
                <a:cs typeface="Trebuchet MS"/>
              </a:rPr>
              <a:t>de </a:t>
            </a:r>
            <a:r>
              <a:rPr sz="1200" spc="-350" dirty="0">
                <a:solidFill>
                  <a:srgbClr val="585858"/>
                </a:solidFill>
                <a:latin typeface="Trebuchet MS"/>
                <a:cs typeface="Trebuchet MS"/>
              </a:rPr>
              <a:t> </a:t>
            </a:r>
            <a:r>
              <a:rPr sz="1200" spc="-95" dirty="0">
                <a:solidFill>
                  <a:srgbClr val="585858"/>
                </a:solidFill>
                <a:latin typeface="Trebuchet MS"/>
                <a:cs typeface="Trebuchet MS"/>
              </a:rPr>
              <a:t>déploiement</a:t>
            </a:r>
            <a:endParaRPr sz="1200">
              <a:latin typeface="Trebuchet MS"/>
              <a:cs typeface="Trebuchet MS"/>
            </a:endParaRPr>
          </a:p>
        </p:txBody>
      </p:sp>
      <p:sp>
        <p:nvSpPr>
          <p:cNvPr id="37" name="object 37"/>
          <p:cNvSpPr/>
          <p:nvPr/>
        </p:nvSpPr>
        <p:spPr>
          <a:xfrm>
            <a:off x="7159117" y="2190750"/>
            <a:ext cx="996950" cy="1788795"/>
          </a:xfrm>
          <a:custGeom>
            <a:avLst/>
            <a:gdLst/>
            <a:ahLst/>
            <a:cxnLst/>
            <a:rect l="l" t="t" r="r" b="b"/>
            <a:pathLst>
              <a:path w="996950" h="1788795">
                <a:moveTo>
                  <a:pt x="924658" y="1697285"/>
                </a:moveTo>
                <a:lnTo>
                  <a:pt x="891285" y="1715643"/>
                </a:lnTo>
                <a:lnTo>
                  <a:pt x="996568" y="1788185"/>
                </a:lnTo>
                <a:lnTo>
                  <a:pt x="993614" y="1713941"/>
                </a:lnTo>
                <a:lnTo>
                  <a:pt x="933830" y="1713941"/>
                </a:lnTo>
                <a:lnTo>
                  <a:pt x="924658" y="1697285"/>
                </a:lnTo>
                <a:close/>
              </a:path>
              <a:path w="996950" h="1788795">
                <a:moveTo>
                  <a:pt x="958060" y="1678913"/>
                </a:moveTo>
                <a:lnTo>
                  <a:pt x="924658" y="1697285"/>
                </a:lnTo>
                <a:lnTo>
                  <a:pt x="933830" y="1713941"/>
                </a:lnTo>
                <a:lnTo>
                  <a:pt x="967231" y="1695564"/>
                </a:lnTo>
                <a:lnTo>
                  <a:pt x="958060" y="1678913"/>
                </a:lnTo>
                <a:close/>
              </a:path>
              <a:path w="996950" h="1788795">
                <a:moveTo>
                  <a:pt x="991488" y="1660525"/>
                </a:moveTo>
                <a:lnTo>
                  <a:pt x="958060" y="1678913"/>
                </a:lnTo>
                <a:lnTo>
                  <a:pt x="967231" y="1695564"/>
                </a:lnTo>
                <a:lnTo>
                  <a:pt x="933830" y="1713941"/>
                </a:lnTo>
                <a:lnTo>
                  <a:pt x="993614" y="1713941"/>
                </a:lnTo>
                <a:lnTo>
                  <a:pt x="991488" y="1660525"/>
                </a:lnTo>
                <a:close/>
              </a:path>
              <a:path w="996950" h="1788795">
                <a:moveTo>
                  <a:pt x="33274" y="0"/>
                </a:moveTo>
                <a:lnTo>
                  <a:pt x="0" y="18287"/>
                </a:lnTo>
                <a:lnTo>
                  <a:pt x="924658" y="1697285"/>
                </a:lnTo>
                <a:lnTo>
                  <a:pt x="958060" y="1678913"/>
                </a:lnTo>
                <a:lnTo>
                  <a:pt x="33274" y="0"/>
                </a:lnTo>
                <a:close/>
              </a:path>
            </a:pathLst>
          </a:custGeom>
          <a:solidFill>
            <a:srgbClr val="C5C5C5"/>
          </a:solidFill>
        </p:spPr>
        <p:txBody>
          <a:bodyPr wrap="square" lIns="0" tIns="0" rIns="0" bIns="0" rtlCol="0"/>
          <a:lstStyle/>
          <a:p>
            <a:endParaRPr/>
          </a:p>
        </p:txBody>
      </p:sp>
    </p:spTree>
    <p:extLst>
      <p:ext uri="{BB962C8B-B14F-4D97-AF65-F5344CB8AC3E}">
        <p14:creationId xmlns:p14="http://schemas.microsoft.com/office/powerpoint/2010/main" val="304892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1195" y="1442474"/>
            <a:ext cx="8253095" cy="3091180"/>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70" dirty="0">
                <a:solidFill>
                  <a:srgbClr val="585858"/>
                </a:solidFill>
                <a:latin typeface="Trebuchet MS"/>
                <a:cs typeface="Trebuchet MS"/>
              </a:rPr>
              <a:t>UML</a:t>
            </a:r>
            <a:r>
              <a:rPr sz="1800" spc="210" dirty="0">
                <a:solidFill>
                  <a:srgbClr val="585858"/>
                </a:solidFill>
                <a:latin typeface="Trebuchet MS"/>
                <a:cs typeface="Trebuchet MS"/>
              </a:rPr>
              <a:t> </a:t>
            </a:r>
            <a:r>
              <a:rPr sz="1800" spc="-145" dirty="0">
                <a:solidFill>
                  <a:srgbClr val="585858"/>
                </a:solidFill>
                <a:latin typeface="Trebuchet MS"/>
                <a:cs typeface="Trebuchet MS"/>
              </a:rPr>
              <a:t>c’est</a:t>
            </a:r>
            <a:r>
              <a:rPr sz="1800" spc="200" dirty="0">
                <a:solidFill>
                  <a:srgbClr val="585858"/>
                </a:solidFill>
                <a:latin typeface="Trebuchet MS"/>
                <a:cs typeface="Trebuchet MS"/>
              </a:rPr>
              <a:t> </a:t>
            </a:r>
            <a:r>
              <a:rPr sz="1800" spc="-110" dirty="0">
                <a:solidFill>
                  <a:srgbClr val="585858"/>
                </a:solidFill>
                <a:latin typeface="Trebuchet MS"/>
                <a:cs typeface="Trebuchet MS"/>
              </a:rPr>
              <a:t>un</a:t>
            </a:r>
            <a:r>
              <a:rPr sz="1800" spc="204" dirty="0">
                <a:solidFill>
                  <a:srgbClr val="585858"/>
                </a:solidFill>
                <a:latin typeface="Trebuchet MS"/>
                <a:cs typeface="Trebuchet MS"/>
              </a:rPr>
              <a:t> </a:t>
            </a:r>
            <a:r>
              <a:rPr sz="1800" spc="-100" dirty="0">
                <a:solidFill>
                  <a:srgbClr val="585858"/>
                </a:solidFill>
                <a:latin typeface="Trebuchet MS"/>
                <a:cs typeface="Trebuchet MS"/>
              </a:rPr>
              <a:t>langage</a:t>
            </a:r>
            <a:r>
              <a:rPr sz="1800" spc="200" dirty="0">
                <a:solidFill>
                  <a:srgbClr val="585858"/>
                </a:solidFill>
                <a:latin typeface="Trebuchet MS"/>
                <a:cs typeface="Trebuchet MS"/>
              </a:rPr>
              <a:t> </a:t>
            </a:r>
            <a:r>
              <a:rPr sz="1800" spc="-150" dirty="0">
                <a:solidFill>
                  <a:srgbClr val="585858"/>
                </a:solidFill>
                <a:latin typeface="Trebuchet MS"/>
                <a:cs typeface="Trebuchet MS"/>
              </a:rPr>
              <a:t>de</a:t>
            </a:r>
            <a:r>
              <a:rPr sz="1800" spc="190" dirty="0">
                <a:solidFill>
                  <a:srgbClr val="585858"/>
                </a:solidFill>
                <a:latin typeface="Trebuchet MS"/>
                <a:cs typeface="Trebuchet MS"/>
              </a:rPr>
              <a:t> </a:t>
            </a:r>
            <a:r>
              <a:rPr sz="1800" b="1" spc="-140" dirty="0">
                <a:solidFill>
                  <a:srgbClr val="585858"/>
                </a:solidFill>
                <a:latin typeface="Trebuchet MS"/>
                <a:cs typeface="Trebuchet MS"/>
              </a:rPr>
              <a:t>modélisation</a:t>
            </a:r>
            <a:r>
              <a:rPr sz="1800" b="1" spc="200" dirty="0">
                <a:solidFill>
                  <a:srgbClr val="585858"/>
                </a:solidFill>
                <a:latin typeface="Trebuchet MS"/>
                <a:cs typeface="Trebuchet MS"/>
              </a:rPr>
              <a:t> </a:t>
            </a:r>
            <a:r>
              <a:rPr sz="1800" spc="-114" dirty="0">
                <a:solidFill>
                  <a:srgbClr val="585858"/>
                </a:solidFill>
                <a:latin typeface="Trebuchet MS"/>
                <a:cs typeface="Trebuchet MS"/>
              </a:rPr>
              <a:t>qui</a:t>
            </a:r>
            <a:r>
              <a:rPr sz="1800" spc="204" dirty="0">
                <a:solidFill>
                  <a:srgbClr val="585858"/>
                </a:solidFill>
                <a:latin typeface="Trebuchet MS"/>
                <a:cs typeface="Trebuchet MS"/>
              </a:rPr>
              <a:t> </a:t>
            </a:r>
            <a:r>
              <a:rPr sz="1800" spc="-160" dirty="0">
                <a:solidFill>
                  <a:srgbClr val="585858"/>
                </a:solidFill>
                <a:latin typeface="Trebuchet MS"/>
                <a:cs typeface="Trebuchet MS"/>
              </a:rPr>
              <a:t>permet</a:t>
            </a:r>
            <a:r>
              <a:rPr sz="1800" spc="200" dirty="0">
                <a:solidFill>
                  <a:srgbClr val="585858"/>
                </a:solidFill>
                <a:latin typeface="Trebuchet MS"/>
                <a:cs typeface="Trebuchet MS"/>
              </a:rPr>
              <a:t> </a:t>
            </a:r>
            <a:r>
              <a:rPr sz="1800" spc="-150" dirty="0">
                <a:solidFill>
                  <a:srgbClr val="585858"/>
                </a:solidFill>
                <a:latin typeface="Trebuchet MS"/>
                <a:cs typeface="Trebuchet MS"/>
              </a:rPr>
              <a:t>de</a:t>
            </a:r>
            <a:r>
              <a:rPr sz="1800" spc="200" dirty="0">
                <a:solidFill>
                  <a:srgbClr val="585858"/>
                </a:solidFill>
                <a:latin typeface="Trebuchet MS"/>
                <a:cs typeface="Trebuchet MS"/>
              </a:rPr>
              <a:t> </a:t>
            </a:r>
            <a:r>
              <a:rPr sz="1800" spc="-135" dirty="0">
                <a:solidFill>
                  <a:srgbClr val="585858"/>
                </a:solidFill>
                <a:latin typeface="Trebuchet MS"/>
                <a:cs typeface="Trebuchet MS"/>
              </a:rPr>
              <a:t>représenter</a:t>
            </a:r>
            <a:r>
              <a:rPr sz="1800" spc="195" dirty="0">
                <a:solidFill>
                  <a:srgbClr val="585858"/>
                </a:solidFill>
                <a:latin typeface="Trebuchet MS"/>
                <a:cs typeface="Trebuchet MS"/>
              </a:rPr>
              <a:t> </a:t>
            </a:r>
            <a:r>
              <a:rPr sz="1800" spc="-130" dirty="0">
                <a:solidFill>
                  <a:srgbClr val="585858"/>
                </a:solidFill>
                <a:latin typeface="Trebuchet MS"/>
                <a:cs typeface="Trebuchet MS"/>
              </a:rPr>
              <a:t>graphiquement</a:t>
            </a:r>
            <a:r>
              <a:rPr sz="1800" spc="200" dirty="0">
                <a:solidFill>
                  <a:srgbClr val="585858"/>
                </a:solidFill>
                <a:latin typeface="Trebuchet MS"/>
                <a:cs typeface="Trebuchet MS"/>
              </a:rPr>
              <a:t> </a:t>
            </a:r>
            <a:r>
              <a:rPr sz="1800" spc="-80" dirty="0">
                <a:solidFill>
                  <a:srgbClr val="585858"/>
                </a:solidFill>
                <a:latin typeface="Trebuchet MS"/>
                <a:cs typeface="Trebuchet MS"/>
              </a:rPr>
              <a:t>les</a:t>
            </a:r>
            <a:endParaRPr sz="1800" dirty="0">
              <a:latin typeface="Trebuchet MS"/>
              <a:cs typeface="Trebuchet MS"/>
            </a:endParaRPr>
          </a:p>
          <a:p>
            <a:pPr marL="354965">
              <a:lnSpc>
                <a:spcPct val="100000"/>
              </a:lnSpc>
              <a:spcBef>
                <a:spcPts val="330"/>
              </a:spcBef>
            </a:pPr>
            <a:r>
              <a:rPr sz="1800" b="1" spc="-120" dirty="0">
                <a:solidFill>
                  <a:srgbClr val="585858"/>
                </a:solidFill>
                <a:latin typeface="Trebuchet MS"/>
                <a:cs typeface="Trebuchet MS"/>
              </a:rPr>
              <a:t>besoins</a:t>
            </a:r>
            <a:r>
              <a:rPr sz="1800" b="1" spc="-170" dirty="0">
                <a:solidFill>
                  <a:srgbClr val="585858"/>
                </a:solidFill>
                <a:latin typeface="Trebuchet MS"/>
                <a:cs typeface="Trebuchet MS"/>
              </a:rPr>
              <a:t> </a:t>
            </a:r>
            <a:r>
              <a:rPr sz="1800" spc="-80" dirty="0">
                <a:solidFill>
                  <a:srgbClr val="585858"/>
                </a:solidFill>
                <a:latin typeface="Trebuchet MS"/>
                <a:cs typeface="Trebuchet MS"/>
              </a:rPr>
              <a:t>des</a:t>
            </a:r>
            <a:r>
              <a:rPr sz="1800" spc="-150" dirty="0">
                <a:solidFill>
                  <a:srgbClr val="585858"/>
                </a:solidFill>
                <a:latin typeface="Trebuchet MS"/>
                <a:cs typeface="Trebuchet MS"/>
              </a:rPr>
              <a:t> </a:t>
            </a:r>
            <a:r>
              <a:rPr sz="1800" spc="-100" dirty="0">
                <a:solidFill>
                  <a:srgbClr val="585858"/>
                </a:solidFill>
                <a:latin typeface="Trebuchet MS"/>
                <a:cs typeface="Trebuchet MS"/>
              </a:rPr>
              <a:t>utilisateur</a:t>
            </a:r>
            <a:r>
              <a:rPr sz="1800" spc="-110" dirty="0">
                <a:solidFill>
                  <a:srgbClr val="585858"/>
                </a:solidFill>
                <a:latin typeface="Trebuchet MS"/>
                <a:cs typeface="Trebuchet MS"/>
              </a:rPr>
              <a:t>s</a:t>
            </a:r>
            <a:r>
              <a:rPr sz="1800" spc="-225" dirty="0">
                <a:solidFill>
                  <a:srgbClr val="585858"/>
                </a:solidFill>
                <a:latin typeface="Trebuchet MS"/>
                <a:cs typeface="Trebuchet MS"/>
              </a:rPr>
              <a:t>.</a:t>
            </a:r>
            <a:r>
              <a:rPr sz="1800" spc="-165" dirty="0">
                <a:solidFill>
                  <a:srgbClr val="585858"/>
                </a:solidFill>
                <a:latin typeface="Trebuchet MS"/>
                <a:cs typeface="Trebuchet MS"/>
              </a:rPr>
              <a:t> </a:t>
            </a:r>
            <a:r>
              <a:rPr sz="1800" spc="-155" dirty="0">
                <a:solidFill>
                  <a:srgbClr val="585858"/>
                </a:solidFill>
                <a:latin typeface="Trebuchet MS"/>
                <a:cs typeface="Trebuchet MS"/>
              </a:rPr>
              <a:t>On</a:t>
            </a:r>
            <a:r>
              <a:rPr sz="1800" spc="-160" dirty="0">
                <a:solidFill>
                  <a:srgbClr val="585858"/>
                </a:solidFill>
                <a:latin typeface="Trebuchet MS"/>
                <a:cs typeface="Trebuchet MS"/>
              </a:rPr>
              <a:t> </a:t>
            </a:r>
            <a:r>
              <a:rPr sz="1800" spc="-105" dirty="0">
                <a:solidFill>
                  <a:srgbClr val="585858"/>
                </a:solidFill>
                <a:latin typeface="Trebuchet MS"/>
                <a:cs typeface="Trebuchet MS"/>
              </a:rPr>
              <a:t>utilise</a:t>
            </a:r>
            <a:r>
              <a:rPr sz="1800" spc="-170" dirty="0">
                <a:solidFill>
                  <a:srgbClr val="585858"/>
                </a:solidFill>
                <a:latin typeface="Trebuchet MS"/>
                <a:cs typeface="Trebuchet MS"/>
              </a:rPr>
              <a:t> </a:t>
            </a:r>
            <a:r>
              <a:rPr sz="1800" spc="-120" dirty="0">
                <a:solidFill>
                  <a:srgbClr val="585858"/>
                </a:solidFill>
                <a:latin typeface="Trebuchet MS"/>
                <a:cs typeface="Trebuchet MS"/>
              </a:rPr>
              <a:t>pour</a:t>
            </a:r>
            <a:r>
              <a:rPr sz="1800" spc="-155" dirty="0">
                <a:solidFill>
                  <a:srgbClr val="585858"/>
                </a:solidFill>
                <a:latin typeface="Trebuchet MS"/>
                <a:cs typeface="Trebuchet MS"/>
              </a:rPr>
              <a:t> </a:t>
            </a:r>
            <a:r>
              <a:rPr sz="1800" spc="-90" dirty="0">
                <a:solidFill>
                  <a:srgbClr val="585858"/>
                </a:solidFill>
                <a:latin typeface="Trebuchet MS"/>
                <a:cs typeface="Trebuchet MS"/>
              </a:rPr>
              <a:t>c</a:t>
            </a:r>
            <a:r>
              <a:rPr sz="1800" spc="-130" dirty="0">
                <a:solidFill>
                  <a:srgbClr val="585858"/>
                </a:solidFill>
                <a:latin typeface="Trebuchet MS"/>
                <a:cs typeface="Trebuchet MS"/>
              </a:rPr>
              <a:t>el</a:t>
            </a:r>
            <a:r>
              <a:rPr sz="1800" spc="-155" dirty="0">
                <a:solidFill>
                  <a:srgbClr val="585858"/>
                </a:solidFill>
                <a:latin typeface="Trebuchet MS"/>
                <a:cs typeface="Trebuchet MS"/>
              </a:rPr>
              <a:t>a</a:t>
            </a:r>
            <a:r>
              <a:rPr sz="1800" spc="-160" dirty="0">
                <a:solidFill>
                  <a:srgbClr val="585858"/>
                </a:solidFill>
                <a:latin typeface="Trebuchet MS"/>
                <a:cs typeface="Trebuchet MS"/>
              </a:rPr>
              <a:t> </a:t>
            </a:r>
            <a:r>
              <a:rPr sz="1800" spc="-80" dirty="0">
                <a:solidFill>
                  <a:srgbClr val="585858"/>
                </a:solidFill>
                <a:latin typeface="Trebuchet MS"/>
                <a:cs typeface="Trebuchet MS"/>
              </a:rPr>
              <a:t>des</a:t>
            </a:r>
            <a:r>
              <a:rPr sz="1800" spc="-165" dirty="0">
                <a:solidFill>
                  <a:srgbClr val="585858"/>
                </a:solidFill>
                <a:latin typeface="Trebuchet MS"/>
                <a:cs typeface="Trebuchet MS"/>
              </a:rPr>
              <a:t> </a:t>
            </a:r>
            <a:r>
              <a:rPr sz="1800" b="1" spc="-130" dirty="0">
                <a:solidFill>
                  <a:srgbClr val="585858"/>
                </a:solidFill>
                <a:latin typeface="Trebuchet MS"/>
                <a:cs typeface="Trebuchet MS"/>
              </a:rPr>
              <a:t>diagra</a:t>
            </a:r>
            <a:r>
              <a:rPr sz="1800" b="1" spc="-235" dirty="0">
                <a:solidFill>
                  <a:srgbClr val="585858"/>
                </a:solidFill>
                <a:latin typeface="Trebuchet MS"/>
                <a:cs typeface="Trebuchet MS"/>
              </a:rPr>
              <a:t>m</a:t>
            </a:r>
            <a:r>
              <a:rPr sz="1800" b="1" spc="-165" dirty="0">
                <a:solidFill>
                  <a:srgbClr val="585858"/>
                </a:solidFill>
                <a:latin typeface="Trebuchet MS"/>
                <a:cs typeface="Trebuchet MS"/>
              </a:rPr>
              <a:t>me</a:t>
            </a:r>
            <a:r>
              <a:rPr sz="1800" b="1" spc="-105" dirty="0">
                <a:solidFill>
                  <a:srgbClr val="585858"/>
                </a:solidFill>
                <a:latin typeface="Trebuchet MS"/>
                <a:cs typeface="Trebuchet MS"/>
              </a:rPr>
              <a:t>s</a:t>
            </a:r>
            <a:r>
              <a:rPr sz="1800" spc="-225"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20"/>
              </a:spcBef>
              <a:buFont typeface="Arial MT"/>
              <a:buChar char="●"/>
              <a:tabLst>
                <a:tab pos="354965" algn="l"/>
                <a:tab pos="355600" algn="l"/>
              </a:tabLst>
            </a:pPr>
            <a:r>
              <a:rPr sz="1800" spc="-70" dirty="0">
                <a:solidFill>
                  <a:srgbClr val="585858"/>
                </a:solidFill>
                <a:latin typeface="Trebuchet MS"/>
                <a:cs typeface="Trebuchet MS"/>
              </a:rPr>
              <a:t>UML</a:t>
            </a:r>
            <a:r>
              <a:rPr sz="1800" spc="-60" dirty="0">
                <a:solidFill>
                  <a:srgbClr val="585858"/>
                </a:solidFill>
                <a:latin typeface="Trebuchet MS"/>
                <a:cs typeface="Trebuchet MS"/>
              </a:rPr>
              <a:t> </a:t>
            </a:r>
            <a:r>
              <a:rPr sz="1800" spc="-95" dirty="0">
                <a:solidFill>
                  <a:srgbClr val="585858"/>
                </a:solidFill>
                <a:latin typeface="Trebuchet MS"/>
                <a:cs typeface="Trebuchet MS"/>
              </a:rPr>
              <a:t>est</a:t>
            </a:r>
            <a:r>
              <a:rPr sz="1800" spc="-60" dirty="0">
                <a:solidFill>
                  <a:srgbClr val="585858"/>
                </a:solidFill>
                <a:latin typeface="Trebuchet MS"/>
                <a:cs typeface="Trebuchet MS"/>
              </a:rPr>
              <a:t> </a:t>
            </a:r>
            <a:r>
              <a:rPr sz="1800" spc="-135" dirty="0">
                <a:solidFill>
                  <a:srgbClr val="585858"/>
                </a:solidFill>
                <a:latin typeface="Trebuchet MS"/>
                <a:cs typeface="Trebuchet MS"/>
              </a:rPr>
              <a:t>une</a:t>
            </a:r>
            <a:r>
              <a:rPr sz="1800" spc="-65" dirty="0">
                <a:solidFill>
                  <a:srgbClr val="585858"/>
                </a:solidFill>
                <a:latin typeface="Trebuchet MS"/>
                <a:cs typeface="Trebuchet MS"/>
              </a:rPr>
              <a:t> </a:t>
            </a:r>
            <a:r>
              <a:rPr sz="1800" spc="-135" dirty="0">
                <a:solidFill>
                  <a:srgbClr val="585858"/>
                </a:solidFill>
                <a:latin typeface="Trebuchet MS"/>
                <a:cs typeface="Trebuchet MS"/>
              </a:rPr>
              <a:t>démarche</a:t>
            </a:r>
            <a:r>
              <a:rPr sz="1800" spc="-65" dirty="0">
                <a:solidFill>
                  <a:srgbClr val="585858"/>
                </a:solidFill>
                <a:latin typeface="Trebuchet MS"/>
                <a:cs typeface="Trebuchet MS"/>
              </a:rPr>
              <a:t> </a:t>
            </a:r>
            <a:r>
              <a:rPr sz="1800" spc="-114" dirty="0">
                <a:solidFill>
                  <a:srgbClr val="585858"/>
                </a:solidFill>
                <a:latin typeface="Trebuchet MS"/>
                <a:cs typeface="Trebuchet MS"/>
              </a:rPr>
              <a:t>qui</a:t>
            </a:r>
            <a:r>
              <a:rPr sz="1800" spc="-65" dirty="0">
                <a:solidFill>
                  <a:srgbClr val="585858"/>
                </a:solidFill>
                <a:latin typeface="Trebuchet MS"/>
                <a:cs typeface="Trebuchet MS"/>
              </a:rPr>
              <a:t> </a:t>
            </a:r>
            <a:r>
              <a:rPr sz="1800" spc="-60" dirty="0">
                <a:solidFill>
                  <a:srgbClr val="585858"/>
                </a:solidFill>
                <a:latin typeface="Trebuchet MS"/>
                <a:cs typeface="Trebuchet MS"/>
              </a:rPr>
              <a:t>se </a:t>
            </a:r>
            <a:r>
              <a:rPr sz="1800" spc="-90" dirty="0">
                <a:solidFill>
                  <a:srgbClr val="585858"/>
                </a:solidFill>
                <a:latin typeface="Trebuchet MS"/>
                <a:cs typeface="Trebuchet MS"/>
              </a:rPr>
              <a:t>base</a:t>
            </a:r>
            <a:r>
              <a:rPr sz="1800" spc="-70" dirty="0">
                <a:solidFill>
                  <a:srgbClr val="585858"/>
                </a:solidFill>
                <a:latin typeface="Trebuchet MS"/>
                <a:cs typeface="Trebuchet MS"/>
              </a:rPr>
              <a:t> sur</a:t>
            </a:r>
            <a:r>
              <a:rPr sz="1800" spc="-65" dirty="0">
                <a:solidFill>
                  <a:srgbClr val="585858"/>
                </a:solidFill>
                <a:latin typeface="Trebuchet MS"/>
                <a:cs typeface="Trebuchet MS"/>
              </a:rPr>
              <a:t> </a:t>
            </a:r>
            <a:r>
              <a:rPr sz="1800" spc="-130" dirty="0">
                <a:solidFill>
                  <a:srgbClr val="585858"/>
                </a:solidFill>
                <a:latin typeface="Trebuchet MS"/>
                <a:cs typeface="Trebuchet MS"/>
              </a:rPr>
              <a:t>une</a:t>
            </a:r>
            <a:r>
              <a:rPr sz="1800" spc="-65" dirty="0">
                <a:solidFill>
                  <a:srgbClr val="585858"/>
                </a:solidFill>
                <a:latin typeface="Trebuchet MS"/>
                <a:cs typeface="Trebuchet MS"/>
              </a:rPr>
              <a:t> </a:t>
            </a:r>
            <a:r>
              <a:rPr sz="1800" spc="-125" dirty="0">
                <a:solidFill>
                  <a:srgbClr val="585858"/>
                </a:solidFill>
                <a:latin typeface="Trebuchet MS"/>
                <a:cs typeface="Trebuchet MS"/>
              </a:rPr>
              <a:t>approche</a:t>
            </a:r>
            <a:r>
              <a:rPr sz="1800" spc="-55" dirty="0">
                <a:solidFill>
                  <a:srgbClr val="585858"/>
                </a:solidFill>
                <a:latin typeface="Trebuchet MS"/>
                <a:cs typeface="Trebuchet MS"/>
              </a:rPr>
              <a:t> </a:t>
            </a:r>
            <a:r>
              <a:rPr sz="1800" b="1" spc="-190" dirty="0">
                <a:solidFill>
                  <a:srgbClr val="585858"/>
                </a:solidFill>
                <a:latin typeface="Trebuchet MS"/>
                <a:cs typeface="Trebuchet MS"/>
              </a:rPr>
              <a:t>objet</a:t>
            </a:r>
            <a:r>
              <a:rPr sz="1800" spc="-190" dirty="0">
                <a:solidFill>
                  <a:srgbClr val="585858"/>
                </a:solidFill>
                <a:latin typeface="Trebuchet MS"/>
                <a:cs typeface="Trebuchet MS"/>
              </a:rPr>
              <a:t>.</a:t>
            </a:r>
            <a:r>
              <a:rPr sz="1800" spc="-70" dirty="0">
                <a:solidFill>
                  <a:srgbClr val="585858"/>
                </a:solidFill>
                <a:latin typeface="Trebuchet MS"/>
                <a:cs typeface="Trebuchet MS"/>
              </a:rPr>
              <a:t> </a:t>
            </a:r>
            <a:r>
              <a:rPr sz="1800" spc="-160" dirty="0">
                <a:solidFill>
                  <a:srgbClr val="585858"/>
                </a:solidFill>
                <a:latin typeface="Trebuchet MS"/>
                <a:cs typeface="Trebuchet MS"/>
              </a:rPr>
              <a:t>Cette</a:t>
            </a:r>
            <a:r>
              <a:rPr sz="1800" spc="-75" dirty="0">
                <a:solidFill>
                  <a:srgbClr val="585858"/>
                </a:solidFill>
                <a:latin typeface="Trebuchet MS"/>
                <a:cs typeface="Trebuchet MS"/>
              </a:rPr>
              <a:t> </a:t>
            </a:r>
            <a:r>
              <a:rPr sz="1800" spc="-125" dirty="0">
                <a:solidFill>
                  <a:srgbClr val="585858"/>
                </a:solidFill>
                <a:latin typeface="Trebuchet MS"/>
                <a:cs typeface="Trebuchet MS"/>
              </a:rPr>
              <a:t>approche</a:t>
            </a:r>
            <a:r>
              <a:rPr sz="1800" spc="-60" dirty="0">
                <a:solidFill>
                  <a:srgbClr val="585858"/>
                </a:solidFill>
                <a:latin typeface="Trebuchet MS"/>
                <a:cs typeface="Trebuchet MS"/>
              </a:rPr>
              <a:t> </a:t>
            </a:r>
            <a:r>
              <a:rPr sz="1800" spc="-135" dirty="0">
                <a:solidFill>
                  <a:srgbClr val="585858"/>
                </a:solidFill>
                <a:latin typeface="Trebuchet MS"/>
                <a:cs typeface="Trebuchet MS"/>
              </a:rPr>
              <a:t>s’appuie</a:t>
            </a:r>
            <a:r>
              <a:rPr sz="1800" spc="-55" dirty="0">
                <a:solidFill>
                  <a:srgbClr val="585858"/>
                </a:solidFill>
                <a:latin typeface="Trebuchet MS"/>
                <a:cs typeface="Trebuchet MS"/>
              </a:rPr>
              <a:t> </a:t>
            </a:r>
            <a:r>
              <a:rPr sz="1800" spc="-75" dirty="0">
                <a:solidFill>
                  <a:srgbClr val="585858"/>
                </a:solidFill>
                <a:latin typeface="Trebuchet MS"/>
                <a:cs typeface="Trebuchet MS"/>
              </a:rPr>
              <a:t>sur</a:t>
            </a:r>
            <a:endParaRPr sz="1800" dirty="0">
              <a:latin typeface="Trebuchet MS"/>
              <a:cs typeface="Trebuchet MS"/>
            </a:endParaRPr>
          </a:p>
          <a:p>
            <a:pPr marL="354965">
              <a:lnSpc>
                <a:spcPct val="100000"/>
              </a:lnSpc>
              <a:spcBef>
                <a:spcPts val="325"/>
              </a:spcBef>
            </a:pPr>
            <a:r>
              <a:rPr sz="1800" spc="-65" dirty="0">
                <a:solidFill>
                  <a:srgbClr val="585858"/>
                </a:solidFill>
                <a:latin typeface="Trebuchet MS"/>
                <a:cs typeface="Trebuchet MS"/>
              </a:rPr>
              <a:t>4</a:t>
            </a:r>
            <a:r>
              <a:rPr sz="1800" spc="-165" dirty="0">
                <a:solidFill>
                  <a:srgbClr val="585858"/>
                </a:solidFill>
                <a:latin typeface="Trebuchet MS"/>
                <a:cs typeface="Trebuchet MS"/>
              </a:rPr>
              <a:t> </a:t>
            </a:r>
            <a:r>
              <a:rPr sz="1800" spc="-114" dirty="0">
                <a:solidFill>
                  <a:srgbClr val="585858"/>
                </a:solidFill>
                <a:latin typeface="Trebuchet MS"/>
                <a:cs typeface="Trebuchet MS"/>
              </a:rPr>
              <a:t>prin</a:t>
            </a:r>
            <a:r>
              <a:rPr sz="1800" spc="-140" dirty="0">
                <a:solidFill>
                  <a:srgbClr val="585858"/>
                </a:solidFill>
                <a:latin typeface="Trebuchet MS"/>
                <a:cs typeface="Trebuchet MS"/>
              </a:rPr>
              <a:t>c</a:t>
            </a:r>
            <a:r>
              <a:rPr sz="1800" spc="-90" dirty="0">
                <a:solidFill>
                  <a:srgbClr val="585858"/>
                </a:solidFill>
                <a:latin typeface="Trebuchet MS"/>
                <a:cs typeface="Trebuchet MS"/>
              </a:rPr>
              <a:t>ipes</a:t>
            </a:r>
            <a:r>
              <a:rPr sz="1800" spc="-155" dirty="0">
                <a:solidFill>
                  <a:srgbClr val="585858"/>
                </a:solidFill>
                <a:latin typeface="Trebuchet MS"/>
                <a:cs typeface="Trebuchet MS"/>
              </a:rPr>
              <a:t> </a:t>
            </a:r>
            <a:r>
              <a:rPr sz="1800" spc="-114" dirty="0">
                <a:solidFill>
                  <a:srgbClr val="585858"/>
                </a:solidFill>
                <a:latin typeface="Trebuchet MS"/>
                <a:cs typeface="Trebuchet MS"/>
              </a:rPr>
              <a:t>fonda</a:t>
            </a:r>
            <a:r>
              <a:rPr sz="1800" spc="-175" dirty="0">
                <a:solidFill>
                  <a:srgbClr val="585858"/>
                </a:solidFill>
                <a:latin typeface="Trebuchet MS"/>
                <a:cs typeface="Trebuchet MS"/>
              </a:rPr>
              <a:t>m</a:t>
            </a:r>
            <a:r>
              <a:rPr sz="1800" spc="-135" dirty="0">
                <a:solidFill>
                  <a:srgbClr val="585858"/>
                </a:solidFill>
                <a:latin typeface="Trebuchet MS"/>
                <a:cs typeface="Trebuchet MS"/>
              </a:rPr>
              <a:t>entau</a:t>
            </a:r>
            <a:r>
              <a:rPr sz="1800" spc="-125" dirty="0">
                <a:solidFill>
                  <a:srgbClr val="585858"/>
                </a:solidFill>
                <a:latin typeface="Trebuchet MS"/>
                <a:cs typeface="Trebuchet MS"/>
              </a:rPr>
              <a:t>x</a:t>
            </a:r>
            <a:r>
              <a:rPr sz="1800" spc="-175" dirty="0">
                <a:solidFill>
                  <a:srgbClr val="585858"/>
                </a:solidFill>
                <a:latin typeface="Trebuchet MS"/>
                <a:cs typeface="Trebuchet MS"/>
              </a:rPr>
              <a:t> </a:t>
            </a:r>
            <a:r>
              <a:rPr sz="1800" spc="-245" dirty="0">
                <a:solidFill>
                  <a:srgbClr val="585858"/>
                </a:solidFill>
                <a:latin typeface="Trebuchet MS"/>
                <a:cs typeface="Trebuchet MS"/>
              </a:rPr>
              <a:t>:</a:t>
            </a:r>
            <a:endParaRPr sz="1800" dirty="0">
              <a:latin typeface="Trebuchet MS"/>
              <a:cs typeface="Trebuchet MS"/>
            </a:endParaRPr>
          </a:p>
          <a:p>
            <a:pPr marL="812165" lvl="1" indent="-317500">
              <a:lnSpc>
                <a:spcPct val="100000"/>
              </a:lnSpc>
              <a:spcBef>
                <a:spcPts val="1914"/>
              </a:spcBef>
              <a:buChar char="○"/>
              <a:tabLst>
                <a:tab pos="812165" algn="l"/>
                <a:tab pos="812800" algn="l"/>
              </a:tabLst>
            </a:pPr>
            <a:r>
              <a:rPr sz="1400" spc="-5" dirty="0">
                <a:solidFill>
                  <a:srgbClr val="585858"/>
                </a:solidFill>
                <a:latin typeface="Arial MT"/>
                <a:cs typeface="Arial MT"/>
              </a:rPr>
              <a:t>L’approche</a:t>
            </a:r>
            <a:r>
              <a:rPr sz="1400" spc="-35" dirty="0">
                <a:solidFill>
                  <a:srgbClr val="585858"/>
                </a:solidFill>
                <a:latin typeface="Arial MT"/>
                <a:cs typeface="Arial MT"/>
              </a:rPr>
              <a:t> </a:t>
            </a:r>
            <a:r>
              <a:rPr sz="1400" spc="-5" dirty="0">
                <a:solidFill>
                  <a:srgbClr val="585858"/>
                </a:solidFill>
                <a:latin typeface="Arial MT"/>
                <a:cs typeface="Arial MT"/>
              </a:rPr>
              <a:t>objet</a:t>
            </a:r>
            <a:r>
              <a:rPr sz="1400" spc="-10" dirty="0">
                <a:solidFill>
                  <a:srgbClr val="585858"/>
                </a:solidFill>
                <a:latin typeface="Arial MT"/>
                <a:cs typeface="Arial MT"/>
              </a:rPr>
              <a:t> </a:t>
            </a:r>
            <a:r>
              <a:rPr sz="1400" dirty="0">
                <a:solidFill>
                  <a:srgbClr val="585858"/>
                </a:solidFill>
                <a:latin typeface="Arial MT"/>
                <a:cs typeface="Arial MT"/>
              </a:rPr>
              <a:t>nécessite</a:t>
            </a:r>
            <a:r>
              <a:rPr sz="1400" spc="-30" dirty="0">
                <a:solidFill>
                  <a:srgbClr val="585858"/>
                </a:solidFill>
                <a:latin typeface="Arial MT"/>
                <a:cs typeface="Arial MT"/>
              </a:rPr>
              <a:t> </a:t>
            </a:r>
            <a:r>
              <a:rPr sz="1400" dirty="0">
                <a:solidFill>
                  <a:srgbClr val="585858"/>
                </a:solidFill>
                <a:latin typeface="Arial MT"/>
                <a:cs typeface="Arial MT"/>
              </a:rPr>
              <a:t>une</a:t>
            </a:r>
            <a:r>
              <a:rPr sz="1400" spc="-20" dirty="0">
                <a:solidFill>
                  <a:srgbClr val="585858"/>
                </a:solidFill>
                <a:latin typeface="Arial MT"/>
                <a:cs typeface="Arial MT"/>
              </a:rPr>
              <a:t> </a:t>
            </a:r>
            <a:r>
              <a:rPr sz="1400" dirty="0">
                <a:solidFill>
                  <a:srgbClr val="585858"/>
                </a:solidFill>
                <a:latin typeface="Arial MT"/>
                <a:cs typeface="Arial MT"/>
              </a:rPr>
              <a:t>démarche</a:t>
            </a:r>
            <a:r>
              <a:rPr sz="1400" spc="-40" dirty="0">
                <a:solidFill>
                  <a:srgbClr val="585858"/>
                </a:solidFill>
                <a:latin typeface="Arial MT"/>
                <a:cs typeface="Arial MT"/>
              </a:rPr>
              <a:t> </a:t>
            </a:r>
            <a:r>
              <a:rPr sz="1400" spc="-5" dirty="0">
                <a:solidFill>
                  <a:srgbClr val="585858"/>
                </a:solidFill>
                <a:latin typeface="Arial MT"/>
                <a:cs typeface="Arial MT"/>
              </a:rPr>
              <a:t>itérative</a:t>
            </a:r>
            <a:r>
              <a:rPr sz="1400" spc="-20" dirty="0">
                <a:solidFill>
                  <a:srgbClr val="585858"/>
                </a:solidFill>
                <a:latin typeface="Arial MT"/>
                <a:cs typeface="Arial MT"/>
              </a:rPr>
              <a:t> </a:t>
            </a:r>
            <a:r>
              <a:rPr sz="1400" dirty="0">
                <a:solidFill>
                  <a:srgbClr val="585858"/>
                </a:solidFill>
                <a:latin typeface="Arial MT"/>
                <a:cs typeface="Arial MT"/>
              </a:rPr>
              <a:t>et</a:t>
            </a:r>
            <a:r>
              <a:rPr sz="1400" spc="-10" dirty="0">
                <a:solidFill>
                  <a:srgbClr val="585858"/>
                </a:solidFill>
                <a:latin typeface="Arial MT"/>
                <a:cs typeface="Arial MT"/>
              </a:rPr>
              <a:t> </a:t>
            </a:r>
            <a:r>
              <a:rPr sz="1400" spc="-5" dirty="0">
                <a:solidFill>
                  <a:srgbClr val="585858"/>
                </a:solidFill>
                <a:latin typeface="Arial MT"/>
                <a:cs typeface="Arial MT"/>
              </a:rPr>
              <a:t>incrémentale.</a:t>
            </a:r>
            <a:endParaRPr sz="1400" dirty="0">
              <a:latin typeface="Arial MT"/>
              <a:cs typeface="Arial MT"/>
            </a:endParaRPr>
          </a:p>
          <a:p>
            <a:pPr lvl="1">
              <a:lnSpc>
                <a:spcPct val="100000"/>
              </a:lnSpc>
              <a:spcBef>
                <a:spcPts val="1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spc="-5" dirty="0">
                <a:solidFill>
                  <a:srgbClr val="585858"/>
                </a:solidFill>
                <a:latin typeface="Arial MT"/>
                <a:cs typeface="Arial MT"/>
              </a:rPr>
              <a:t>L’approche</a:t>
            </a:r>
            <a:r>
              <a:rPr sz="1400" spc="-40" dirty="0">
                <a:solidFill>
                  <a:srgbClr val="585858"/>
                </a:solidFill>
                <a:latin typeface="Arial MT"/>
                <a:cs typeface="Arial MT"/>
              </a:rPr>
              <a:t> </a:t>
            </a:r>
            <a:r>
              <a:rPr sz="1400" spc="-5" dirty="0">
                <a:solidFill>
                  <a:srgbClr val="585858"/>
                </a:solidFill>
                <a:latin typeface="Arial MT"/>
                <a:cs typeface="Arial MT"/>
              </a:rPr>
              <a:t>objet</a:t>
            </a:r>
            <a:r>
              <a:rPr sz="1400" spc="-15" dirty="0">
                <a:solidFill>
                  <a:srgbClr val="585858"/>
                </a:solidFill>
                <a:latin typeface="Arial MT"/>
                <a:cs typeface="Arial MT"/>
              </a:rPr>
              <a:t> </a:t>
            </a:r>
            <a:r>
              <a:rPr sz="1400" dirty="0">
                <a:solidFill>
                  <a:srgbClr val="585858"/>
                </a:solidFill>
                <a:latin typeface="Arial MT"/>
                <a:cs typeface="Arial MT"/>
              </a:rPr>
              <a:t>est</a:t>
            </a:r>
            <a:r>
              <a:rPr sz="1400" spc="-25" dirty="0">
                <a:solidFill>
                  <a:srgbClr val="585858"/>
                </a:solidFill>
                <a:latin typeface="Arial MT"/>
                <a:cs typeface="Arial MT"/>
              </a:rPr>
              <a:t> </a:t>
            </a:r>
            <a:r>
              <a:rPr sz="1400" spc="-5" dirty="0">
                <a:solidFill>
                  <a:srgbClr val="585858"/>
                </a:solidFill>
                <a:latin typeface="Arial MT"/>
                <a:cs typeface="Arial MT"/>
              </a:rPr>
              <a:t>guidée</a:t>
            </a:r>
            <a:r>
              <a:rPr sz="1400" spc="-30" dirty="0">
                <a:solidFill>
                  <a:srgbClr val="585858"/>
                </a:solidFill>
                <a:latin typeface="Arial MT"/>
                <a:cs typeface="Arial MT"/>
              </a:rPr>
              <a:t> </a:t>
            </a:r>
            <a:r>
              <a:rPr sz="1400" spc="-5" dirty="0">
                <a:solidFill>
                  <a:srgbClr val="585858"/>
                </a:solidFill>
                <a:latin typeface="Arial MT"/>
                <a:cs typeface="Arial MT"/>
              </a:rPr>
              <a:t>par</a:t>
            </a:r>
            <a:r>
              <a:rPr sz="1400" spc="-20" dirty="0">
                <a:solidFill>
                  <a:srgbClr val="585858"/>
                </a:solidFill>
                <a:latin typeface="Arial MT"/>
                <a:cs typeface="Arial MT"/>
              </a:rPr>
              <a:t> </a:t>
            </a:r>
            <a:r>
              <a:rPr sz="1400" dirty="0">
                <a:solidFill>
                  <a:srgbClr val="585858"/>
                </a:solidFill>
                <a:latin typeface="Arial MT"/>
                <a:cs typeface="Arial MT"/>
              </a:rPr>
              <a:t>les besoins</a:t>
            </a:r>
            <a:r>
              <a:rPr sz="1400" spc="-35" dirty="0">
                <a:solidFill>
                  <a:srgbClr val="585858"/>
                </a:solidFill>
                <a:latin typeface="Arial MT"/>
                <a:cs typeface="Arial MT"/>
              </a:rPr>
              <a:t> </a:t>
            </a:r>
            <a:r>
              <a:rPr sz="1400" spc="-5" dirty="0">
                <a:solidFill>
                  <a:srgbClr val="585858"/>
                </a:solidFill>
                <a:latin typeface="Arial MT"/>
                <a:cs typeface="Arial MT"/>
              </a:rPr>
              <a:t>du</a:t>
            </a:r>
            <a:r>
              <a:rPr sz="1400" spc="-15" dirty="0">
                <a:solidFill>
                  <a:srgbClr val="585858"/>
                </a:solidFill>
                <a:latin typeface="Arial MT"/>
                <a:cs typeface="Arial MT"/>
              </a:rPr>
              <a:t> </a:t>
            </a:r>
            <a:r>
              <a:rPr sz="1400" dirty="0">
                <a:solidFill>
                  <a:srgbClr val="585858"/>
                </a:solidFill>
                <a:latin typeface="Arial MT"/>
                <a:cs typeface="Arial MT"/>
              </a:rPr>
              <a:t>client.</a:t>
            </a:r>
            <a:endParaRPr sz="1400" dirty="0">
              <a:latin typeface="Arial MT"/>
              <a:cs typeface="Arial MT"/>
            </a:endParaRPr>
          </a:p>
          <a:p>
            <a:pPr lvl="1">
              <a:lnSpc>
                <a:spcPct val="100000"/>
              </a:lnSpc>
              <a:spcBef>
                <a:spcPts val="2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spc="-5" dirty="0">
                <a:solidFill>
                  <a:srgbClr val="585858"/>
                </a:solidFill>
                <a:latin typeface="Arial MT"/>
                <a:cs typeface="Arial MT"/>
              </a:rPr>
              <a:t>La</a:t>
            </a:r>
            <a:r>
              <a:rPr sz="1400" spc="-15" dirty="0">
                <a:solidFill>
                  <a:srgbClr val="585858"/>
                </a:solidFill>
                <a:latin typeface="Arial MT"/>
                <a:cs typeface="Arial MT"/>
              </a:rPr>
              <a:t> </a:t>
            </a:r>
            <a:r>
              <a:rPr sz="1400" dirty="0">
                <a:solidFill>
                  <a:srgbClr val="585858"/>
                </a:solidFill>
                <a:latin typeface="Arial MT"/>
                <a:cs typeface="Arial MT"/>
              </a:rPr>
              <a:t>démarche</a:t>
            </a:r>
            <a:r>
              <a:rPr sz="1400" spc="-50" dirty="0">
                <a:solidFill>
                  <a:srgbClr val="585858"/>
                </a:solidFill>
                <a:latin typeface="Arial MT"/>
                <a:cs typeface="Arial MT"/>
              </a:rPr>
              <a:t> </a:t>
            </a:r>
            <a:r>
              <a:rPr sz="1400" dirty="0">
                <a:solidFill>
                  <a:srgbClr val="585858"/>
                </a:solidFill>
                <a:latin typeface="Arial MT"/>
                <a:cs typeface="Arial MT"/>
              </a:rPr>
              <a:t>est</a:t>
            </a:r>
            <a:r>
              <a:rPr sz="1400" spc="-10" dirty="0">
                <a:solidFill>
                  <a:srgbClr val="585858"/>
                </a:solidFill>
                <a:latin typeface="Arial MT"/>
                <a:cs typeface="Arial MT"/>
              </a:rPr>
              <a:t> </a:t>
            </a:r>
            <a:r>
              <a:rPr sz="1400" dirty="0">
                <a:solidFill>
                  <a:srgbClr val="585858"/>
                </a:solidFill>
                <a:latin typeface="Arial MT"/>
                <a:cs typeface="Arial MT"/>
              </a:rPr>
              <a:t>également</a:t>
            </a:r>
            <a:r>
              <a:rPr sz="1400" spc="-35" dirty="0">
                <a:solidFill>
                  <a:srgbClr val="585858"/>
                </a:solidFill>
                <a:latin typeface="Arial MT"/>
                <a:cs typeface="Arial MT"/>
              </a:rPr>
              <a:t> </a:t>
            </a:r>
            <a:r>
              <a:rPr sz="1400" dirty="0">
                <a:solidFill>
                  <a:srgbClr val="585858"/>
                </a:solidFill>
                <a:latin typeface="Arial MT"/>
                <a:cs typeface="Arial MT"/>
              </a:rPr>
              <a:t>centrée</a:t>
            </a:r>
            <a:r>
              <a:rPr sz="1400" spc="-35" dirty="0">
                <a:solidFill>
                  <a:srgbClr val="585858"/>
                </a:solidFill>
                <a:latin typeface="Arial MT"/>
                <a:cs typeface="Arial MT"/>
              </a:rPr>
              <a:t> </a:t>
            </a:r>
            <a:r>
              <a:rPr sz="1400" dirty="0">
                <a:solidFill>
                  <a:srgbClr val="585858"/>
                </a:solidFill>
                <a:latin typeface="Arial MT"/>
                <a:cs typeface="Arial MT"/>
              </a:rPr>
              <a:t>sur</a:t>
            </a:r>
            <a:r>
              <a:rPr sz="1400" spc="-25" dirty="0">
                <a:solidFill>
                  <a:srgbClr val="585858"/>
                </a:solidFill>
                <a:latin typeface="Arial MT"/>
                <a:cs typeface="Arial MT"/>
              </a:rPr>
              <a:t> </a:t>
            </a:r>
            <a:r>
              <a:rPr sz="1400" spc="-5" dirty="0">
                <a:solidFill>
                  <a:srgbClr val="585858"/>
                </a:solidFill>
                <a:latin typeface="Arial MT"/>
                <a:cs typeface="Arial MT"/>
              </a:rPr>
              <a:t>l'architecture</a:t>
            </a:r>
            <a:r>
              <a:rPr sz="1400" spc="-35" dirty="0">
                <a:solidFill>
                  <a:srgbClr val="585858"/>
                </a:solidFill>
                <a:latin typeface="Arial MT"/>
                <a:cs typeface="Arial MT"/>
              </a:rPr>
              <a:t> </a:t>
            </a:r>
            <a:r>
              <a:rPr sz="1400" spc="-5" dirty="0">
                <a:solidFill>
                  <a:srgbClr val="585858"/>
                </a:solidFill>
                <a:latin typeface="Arial MT"/>
                <a:cs typeface="Arial MT"/>
              </a:rPr>
              <a:t>du</a:t>
            </a:r>
            <a:r>
              <a:rPr sz="1400" spc="-15" dirty="0">
                <a:solidFill>
                  <a:srgbClr val="585858"/>
                </a:solidFill>
                <a:latin typeface="Arial MT"/>
                <a:cs typeface="Arial MT"/>
              </a:rPr>
              <a:t> </a:t>
            </a:r>
            <a:r>
              <a:rPr sz="1400" dirty="0">
                <a:solidFill>
                  <a:srgbClr val="585858"/>
                </a:solidFill>
                <a:latin typeface="Arial MT"/>
                <a:cs typeface="Arial MT"/>
              </a:rPr>
              <a:t>logiciel.</a:t>
            </a:r>
            <a:endParaRPr sz="1400" dirty="0">
              <a:latin typeface="Arial MT"/>
              <a:cs typeface="Arial MT"/>
            </a:endParaRPr>
          </a:p>
          <a:p>
            <a:pPr lvl="1">
              <a:lnSpc>
                <a:spcPct val="100000"/>
              </a:lnSpc>
              <a:spcBef>
                <a:spcPts val="10"/>
              </a:spcBef>
              <a:buClr>
                <a:srgbClr val="585858"/>
              </a:buClr>
              <a:buFont typeface="Arial MT"/>
              <a:buChar char="○"/>
            </a:pPr>
            <a:endParaRPr sz="1600" dirty="0">
              <a:latin typeface="Arial MT"/>
              <a:cs typeface="Arial MT"/>
            </a:endParaRPr>
          </a:p>
          <a:p>
            <a:pPr marL="812165" lvl="1" indent="-317500">
              <a:lnSpc>
                <a:spcPct val="100000"/>
              </a:lnSpc>
              <a:buChar char="○"/>
              <a:tabLst>
                <a:tab pos="812165" algn="l"/>
                <a:tab pos="812800" algn="l"/>
              </a:tabLst>
            </a:pPr>
            <a:r>
              <a:rPr sz="1400" spc="-5" dirty="0">
                <a:solidFill>
                  <a:srgbClr val="585858"/>
                </a:solidFill>
                <a:latin typeface="Arial MT"/>
                <a:cs typeface="Arial MT"/>
              </a:rPr>
              <a:t>L’approche</a:t>
            </a:r>
            <a:r>
              <a:rPr sz="1400" spc="-40" dirty="0">
                <a:solidFill>
                  <a:srgbClr val="585858"/>
                </a:solidFill>
                <a:latin typeface="Arial MT"/>
                <a:cs typeface="Arial MT"/>
              </a:rPr>
              <a:t> </a:t>
            </a:r>
            <a:r>
              <a:rPr sz="1400" spc="-5" dirty="0">
                <a:solidFill>
                  <a:srgbClr val="585858"/>
                </a:solidFill>
                <a:latin typeface="Arial MT"/>
                <a:cs typeface="Arial MT"/>
              </a:rPr>
              <a:t>objet</a:t>
            </a:r>
            <a:r>
              <a:rPr sz="1400" spc="-15" dirty="0">
                <a:solidFill>
                  <a:srgbClr val="585858"/>
                </a:solidFill>
                <a:latin typeface="Arial MT"/>
                <a:cs typeface="Arial MT"/>
              </a:rPr>
              <a:t> </a:t>
            </a:r>
            <a:r>
              <a:rPr sz="1400" dirty="0">
                <a:solidFill>
                  <a:srgbClr val="585858"/>
                </a:solidFill>
                <a:latin typeface="Arial MT"/>
                <a:cs typeface="Arial MT"/>
              </a:rPr>
              <a:t>décrit</a:t>
            </a:r>
            <a:r>
              <a:rPr sz="1400" spc="-30" dirty="0">
                <a:solidFill>
                  <a:srgbClr val="585858"/>
                </a:solidFill>
                <a:latin typeface="Arial MT"/>
                <a:cs typeface="Arial MT"/>
              </a:rPr>
              <a:t> </a:t>
            </a:r>
            <a:r>
              <a:rPr sz="1400" dirty="0">
                <a:solidFill>
                  <a:srgbClr val="585858"/>
                </a:solidFill>
                <a:latin typeface="Arial MT"/>
                <a:cs typeface="Arial MT"/>
              </a:rPr>
              <a:t>les informations</a:t>
            </a:r>
            <a:r>
              <a:rPr sz="1400" spc="-55" dirty="0">
                <a:solidFill>
                  <a:srgbClr val="585858"/>
                </a:solidFill>
                <a:latin typeface="Arial MT"/>
                <a:cs typeface="Arial MT"/>
              </a:rPr>
              <a:t> </a:t>
            </a:r>
            <a:r>
              <a:rPr sz="1400" spc="-5" dirty="0">
                <a:solidFill>
                  <a:srgbClr val="585858"/>
                </a:solidFill>
                <a:latin typeface="Arial MT"/>
                <a:cs typeface="Arial MT"/>
              </a:rPr>
              <a:t>et</a:t>
            </a:r>
            <a:r>
              <a:rPr sz="1400" spc="-15" dirty="0">
                <a:solidFill>
                  <a:srgbClr val="585858"/>
                </a:solidFill>
                <a:latin typeface="Arial MT"/>
                <a:cs typeface="Arial MT"/>
              </a:rPr>
              <a:t> </a:t>
            </a:r>
            <a:r>
              <a:rPr sz="1400" dirty="0">
                <a:solidFill>
                  <a:srgbClr val="585858"/>
                </a:solidFill>
                <a:latin typeface="Arial MT"/>
                <a:cs typeface="Arial MT"/>
              </a:rPr>
              <a:t>les</a:t>
            </a:r>
            <a:r>
              <a:rPr sz="1400" spc="5" dirty="0">
                <a:solidFill>
                  <a:srgbClr val="585858"/>
                </a:solidFill>
                <a:latin typeface="Arial MT"/>
                <a:cs typeface="Arial MT"/>
              </a:rPr>
              <a:t> </a:t>
            </a:r>
            <a:r>
              <a:rPr sz="1400" dirty="0">
                <a:solidFill>
                  <a:srgbClr val="585858"/>
                </a:solidFill>
                <a:latin typeface="Arial MT"/>
                <a:cs typeface="Arial MT"/>
              </a:rPr>
              <a:t>actions</a:t>
            </a:r>
            <a:r>
              <a:rPr sz="1400" spc="-35" dirty="0">
                <a:solidFill>
                  <a:srgbClr val="585858"/>
                </a:solidFill>
                <a:latin typeface="Arial MT"/>
                <a:cs typeface="Arial MT"/>
              </a:rPr>
              <a:t> </a:t>
            </a:r>
            <a:r>
              <a:rPr sz="1400" spc="-5" dirty="0">
                <a:solidFill>
                  <a:srgbClr val="585858"/>
                </a:solidFill>
                <a:latin typeface="Arial MT"/>
                <a:cs typeface="Arial MT"/>
              </a:rPr>
              <a:t>dans</a:t>
            </a:r>
            <a:r>
              <a:rPr sz="1400" spc="-20" dirty="0">
                <a:solidFill>
                  <a:srgbClr val="585858"/>
                </a:solidFill>
                <a:latin typeface="Arial MT"/>
                <a:cs typeface="Arial MT"/>
              </a:rPr>
              <a:t> </a:t>
            </a:r>
            <a:r>
              <a:rPr sz="1400" spc="-5" dirty="0">
                <a:solidFill>
                  <a:srgbClr val="585858"/>
                </a:solidFill>
                <a:latin typeface="Arial MT"/>
                <a:cs typeface="Arial MT"/>
              </a:rPr>
              <a:t>une</a:t>
            </a:r>
            <a:r>
              <a:rPr sz="1400" spc="-20" dirty="0">
                <a:solidFill>
                  <a:srgbClr val="585858"/>
                </a:solidFill>
                <a:latin typeface="Arial MT"/>
                <a:cs typeface="Arial MT"/>
              </a:rPr>
              <a:t> </a:t>
            </a:r>
            <a:r>
              <a:rPr sz="1400" dirty="0">
                <a:solidFill>
                  <a:srgbClr val="585858"/>
                </a:solidFill>
                <a:latin typeface="Arial MT"/>
                <a:cs typeface="Arial MT"/>
              </a:rPr>
              <a:t>seul</a:t>
            </a:r>
            <a:r>
              <a:rPr sz="1400" spc="-15" dirty="0">
                <a:solidFill>
                  <a:srgbClr val="585858"/>
                </a:solidFill>
                <a:latin typeface="Arial MT"/>
                <a:cs typeface="Arial MT"/>
              </a:rPr>
              <a:t> </a:t>
            </a:r>
            <a:r>
              <a:rPr sz="1400" dirty="0">
                <a:solidFill>
                  <a:srgbClr val="585858"/>
                </a:solidFill>
                <a:latin typeface="Arial MT"/>
                <a:cs typeface="Arial MT"/>
              </a:rPr>
              <a:t>entité.</a:t>
            </a:r>
            <a:endParaRPr sz="1400" dirty="0">
              <a:latin typeface="Arial MT"/>
              <a:cs typeface="Arial MT"/>
            </a:endParaRPr>
          </a:p>
        </p:txBody>
      </p:sp>
      <p:sp>
        <p:nvSpPr>
          <p:cNvPr id="3" name="object 3"/>
          <p:cNvSpPr txBox="1">
            <a:spLocks noGrp="1"/>
          </p:cNvSpPr>
          <p:nvPr>
            <p:ph type="title"/>
          </p:nvPr>
        </p:nvSpPr>
        <p:spPr>
          <a:xfrm>
            <a:off x="318832" y="582294"/>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spc="10" dirty="0"/>
              <a:t>R</a:t>
            </a:r>
            <a:r>
              <a:rPr spc="10" dirty="0"/>
              <a:t>ésumé	</a:t>
            </a:r>
          </a:p>
        </p:txBody>
      </p:sp>
    </p:spTree>
    <p:extLst>
      <p:ext uri="{BB962C8B-B14F-4D97-AF65-F5344CB8AC3E}">
        <p14:creationId xmlns:p14="http://schemas.microsoft.com/office/powerpoint/2010/main" val="311894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050">
            <a:extLst>
              <a:ext uri="{FF2B5EF4-FFF2-40B4-BE49-F238E27FC236}">
                <a16:creationId xmlns:a16="http://schemas.microsoft.com/office/drawing/2014/main" id="{B267BEDA-77B2-058E-7476-982D29E98121}"/>
              </a:ext>
            </a:extLst>
          </p:cNvPr>
          <p:cNvSpPr>
            <a:spLocks noGrp="1" noChangeArrowheads="1"/>
          </p:cNvSpPr>
          <p:nvPr>
            <p:ph type="title"/>
          </p:nvPr>
        </p:nvSpPr>
        <p:spPr>
          <a:xfrm>
            <a:off x="457200" y="411475"/>
            <a:ext cx="8229600" cy="3659782"/>
          </a:xfrm>
        </p:spPr>
        <p:txBody>
          <a:bodyPr>
            <a:normAutofit/>
          </a:bodyPr>
          <a:lstStyle/>
          <a:p>
            <a:pPr algn="ctr"/>
            <a:r>
              <a:rPr lang="fr-FR" altLang="fr-FR" sz="8000" dirty="0">
                <a:solidFill>
                  <a:srgbClr val="C00000"/>
                </a:solidFill>
              </a:rPr>
              <a:t>MERCI</a:t>
            </a:r>
            <a:endParaRPr lang="fr-CA" altLang="fr-FR" sz="8000" dirty="0">
              <a:solidFill>
                <a:srgbClr val="C00000"/>
              </a:solidFill>
            </a:endParaRPr>
          </a:p>
        </p:txBody>
      </p:sp>
    </p:spTree>
    <p:extLst>
      <p:ext uri="{BB962C8B-B14F-4D97-AF65-F5344CB8AC3E}">
        <p14:creationId xmlns:p14="http://schemas.microsoft.com/office/powerpoint/2010/main" val="1241389452"/>
      </p:ext>
    </p:extLst>
  </p:cSld>
  <p:clrMapOvr>
    <a:masterClrMapping/>
  </p:clrMapOvr>
</p:sld>
</file>

<file path=ppt/theme/theme1.xml><?xml version="1.0" encoding="utf-8"?>
<a:theme xmlns:a="http://schemas.openxmlformats.org/drawingml/2006/main" name="Rétrospective">
  <a:themeElements>
    <a:clrScheme name="Rétrospectiv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4318</TotalTime>
  <Words>2027</Words>
  <Application>Microsoft Office PowerPoint</Application>
  <PresentationFormat>Affichage à l'écran (16:9)</PresentationFormat>
  <Paragraphs>318</Paragraphs>
  <Slides>26</Slides>
  <Notes>17</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26</vt:i4>
      </vt:variant>
    </vt:vector>
  </HeadingPairs>
  <TitlesOfParts>
    <vt:vector size="36" baseType="lpstr">
      <vt:lpstr>Arial</vt:lpstr>
      <vt:lpstr>Calibri Light</vt:lpstr>
      <vt:lpstr>Roboto</vt:lpstr>
      <vt:lpstr>Wingdings</vt:lpstr>
      <vt:lpstr>Trebuchet MS</vt:lpstr>
      <vt:lpstr>Times New Roman</vt:lpstr>
      <vt:lpstr>Calibri Light (En-têtes)</vt:lpstr>
      <vt:lpstr>Calibri</vt:lpstr>
      <vt:lpstr>Arial MT</vt:lpstr>
      <vt:lpstr>Rétrospective</vt:lpstr>
      <vt:lpstr>Les concepts objet à travers UML - Encapsulation</vt:lpstr>
      <vt:lpstr>Les concepts objet à travers UML - Encapsulation</vt:lpstr>
      <vt:lpstr>Les concepts objet à travers UML - Encapsulation</vt:lpstr>
      <vt:lpstr>Les concepts objet à travers UML - Encapsulation</vt:lpstr>
      <vt:lpstr>Les concepts objet à travers UML  Les relations entre les classes</vt:lpstr>
      <vt:lpstr>Les concepts objet à travers UML  Les relations entre les classes</vt:lpstr>
      <vt:lpstr>Les concepts objet à travers UML  Les relations entre les classes</vt:lpstr>
      <vt:lpstr>Les concepts objet à travers UML  Les relations entre les classes</vt:lpstr>
      <vt:lpstr>Les concepts objet à travers UML  Les hiérarchies de classes</vt:lpstr>
      <vt:lpstr>Les concepts objet à travers UML  Les hiérarchies de classes</vt:lpstr>
      <vt:lpstr>Présentation PowerPoint</vt:lpstr>
      <vt:lpstr>Présentation PowerPoint</vt:lpstr>
      <vt:lpstr>Présentation PowerPoint</vt:lpstr>
      <vt:lpstr>Les concepts objet à travers UML  Les hiérarchies de classes</vt:lpstr>
      <vt:lpstr>Les concepts objet à travers UML  Les hiérarchies de classes</vt:lpstr>
      <vt:lpstr>Méthodes orientées objets </vt:lpstr>
      <vt:lpstr>Méthodes orientées objets </vt:lpstr>
      <vt:lpstr>Projet informatique </vt:lpstr>
      <vt:lpstr>La phase d’analyse </vt:lpstr>
      <vt:lpstr>La phase de conception </vt:lpstr>
      <vt:lpstr>Langage UML </vt:lpstr>
      <vt:lpstr>Langage UML </vt:lpstr>
      <vt:lpstr>Langage UML </vt:lpstr>
      <vt:lpstr>Positionnement de ce cours </vt:lpstr>
      <vt:lpstr>Résumé </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de Bases de données</dc:title>
  <dc:creator>hp</dc:creator>
  <cp:lastModifiedBy>mohamed elyaakoubi</cp:lastModifiedBy>
  <cp:revision>56</cp:revision>
  <dcterms:modified xsi:type="dcterms:W3CDTF">2025-09-28T17:13:17Z</dcterms:modified>
</cp:coreProperties>
</file>